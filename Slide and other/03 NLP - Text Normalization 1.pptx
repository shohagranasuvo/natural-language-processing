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507" r:id="rId13"/>
    <p:sldId id="493" r:id="rId14"/>
    <p:sldId id="508" r:id="rId15"/>
    <p:sldId id="488" r:id="rId16"/>
    <p:sldId id="489" r:id="rId17"/>
    <p:sldId id="490" r:id="rId18"/>
    <p:sldId id="491" r:id="rId19"/>
    <p:sldId id="492" r:id="rId20"/>
    <p:sldId id="494" r:id="rId21"/>
    <p:sldId id="497" r:id="rId22"/>
    <p:sldId id="50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3F31DE-719E-4E30-8CC6-90A00F039889}" v="48" dt="2025-03-08T18:55:19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s Salam" userId="0e2b1981-3d04-4857-a4cb-b2b53ead0854" providerId="ADAL" clId="{313F31DE-719E-4E30-8CC6-90A00F039889}"/>
    <pc:docChg chg="undo redo custSel addSld modSld">
      <pc:chgData name="Abdus Salam" userId="0e2b1981-3d04-4857-a4cb-b2b53ead0854" providerId="ADAL" clId="{313F31DE-719E-4E30-8CC6-90A00F039889}" dt="2025-03-09T17:32:36.398" v="1245" actId="120"/>
      <pc:docMkLst>
        <pc:docMk/>
      </pc:docMkLst>
      <pc:sldChg chg="modSp new mod">
        <pc:chgData name="Abdus Salam" userId="0e2b1981-3d04-4857-a4cb-b2b53ead0854" providerId="ADAL" clId="{313F31DE-719E-4E30-8CC6-90A00F039889}" dt="2025-03-09T17:30:55.449" v="1234" actId="20577"/>
        <pc:sldMkLst>
          <pc:docMk/>
          <pc:sldMk cId="1470503968" sldId="256"/>
        </pc:sldMkLst>
        <pc:spChg chg="mod">
          <ac:chgData name="Abdus Salam" userId="0e2b1981-3d04-4857-a4cb-b2b53ead0854" providerId="ADAL" clId="{313F31DE-719E-4E30-8CC6-90A00F039889}" dt="2025-03-09T17:30:55.449" v="1234" actId="20577"/>
          <ac:spMkLst>
            <pc:docMk/>
            <pc:sldMk cId="1470503968" sldId="256"/>
            <ac:spMk id="2" creationId="{64429CC2-3BB3-4DC9-24A3-84A608D544C1}"/>
          </ac:spMkLst>
        </pc:spChg>
        <pc:spChg chg="mod">
          <ac:chgData name="Abdus Salam" userId="0e2b1981-3d04-4857-a4cb-b2b53ead0854" providerId="ADAL" clId="{313F31DE-719E-4E30-8CC6-90A00F039889}" dt="2025-03-08T08:30:36.592" v="75" actId="20577"/>
          <ac:spMkLst>
            <pc:docMk/>
            <pc:sldMk cId="1470503968" sldId="256"/>
            <ac:spMk id="3" creationId="{40B938EC-878C-7438-22ED-7A7E2C3EC52E}"/>
          </ac:spMkLst>
        </pc:spChg>
      </pc:sldChg>
      <pc:sldChg chg="addSp modSp new mod">
        <pc:chgData name="Abdus Salam" userId="0e2b1981-3d04-4857-a4cb-b2b53ead0854" providerId="ADAL" clId="{313F31DE-719E-4E30-8CC6-90A00F039889}" dt="2025-03-08T18:55:29.673" v="1208" actId="1076"/>
        <pc:sldMkLst>
          <pc:docMk/>
          <pc:sldMk cId="3842854502" sldId="257"/>
        </pc:sldMkLst>
        <pc:spChg chg="mod">
          <ac:chgData name="Abdus Salam" userId="0e2b1981-3d04-4857-a4cb-b2b53ead0854" providerId="ADAL" clId="{313F31DE-719E-4E30-8CC6-90A00F039889}" dt="2025-03-08T08:30:55.505" v="97" actId="20577"/>
          <ac:spMkLst>
            <pc:docMk/>
            <pc:sldMk cId="3842854502" sldId="257"/>
            <ac:spMk id="2" creationId="{ED384C80-390B-3922-3EAC-CF130FAFB7A2}"/>
          </ac:spMkLst>
        </pc:spChg>
        <pc:spChg chg="mod">
          <ac:chgData name="Abdus Salam" userId="0e2b1981-3d04-4857-a4cb-b2b53ead0854" providerId="ADAL" clId="{313F31DE-719E-4E30-8CC6-90A00F039889}" dt="2025-03-08T08:29:57.801" v="17" actId="948"/>
          <ac:spMkLst>
            <pc:docMk/>
            <pc:sldMk cId="3842854502" sldId="257"/>
            <ac:spMk id="3" creationId="{A5DF4654-256E-A26E-D72F-3F4F7594E489}"/>
          </ac:spMkLst>
        </pc:spChg>
        <pc:spChg chg="add mod">
          <ac:chgData name="Abdus Salam" userId="0e2b1981-3d04-4857-a4cb-b2b53ead0854" providerId="ADAL" clId="{313F31DE-719E-4E30-8CC6-90A00F039889}" dt="2025-03-08T18:55:29.673" v="1208" actId="1076"/>
          <ac:spMkLst>
            <pc:docMk/>
            <pc:sldMk cId="3842854502" sldId="257"/>
            <ac:spMk id="5" creationId="{637D5F3E-0704-B979-1F80-4335E420D04E}"/>
          </ac:spMkLst>
        </pc:spChg>
        <pc:picChg chg="add mod">
          <ac:chgData name="Abdus Salam" userId="0e2b1981-3d04-4857-a4cb-b2b53ead0854" providerId="ADAL" clId="{313F31DE-719E-4E30-8CC6-90A00F039889}" dt="2025-03-08T18:55:19.069" v="1207" actId="1035"/>
          <ac:picMkLst>
            <pc:docMk/>
            <pc:sldMk cId="3842854502" sldId="257"/>
            <ac:picMk id="1026" creationId="{F1257FE3-ACF0-F263-549E-DD90C6DEA6CD}"/>
          </ac:picMkLst>
        </pc:picChg>
      </pc:sldChg>
      <pc:sldChg chg="modSp new mod">
        <pc:chgData name="Abdus Salam" userId="0e2b1981-3d04-4857-a4cb-b2b53ead0854" providerId="ADAL" clId="{313F31DE-719E-4E30-8CC6-90A00F039889}" dt="2025-03-08T09:19:05.538" v="393" actId="20577"/>
        <pc:sldMkLst>
          <pc:docMk/>
          <pc:sldMk cId="882038523" sldId="258"/>
        </pc:sldMkLst>
        <pc:spChg chg="mod">
          <ac:chgData name="Abdus Salam" userId="0e2b1981-3d04-4857-a4cb-b2b53ead0854" providerId="ADAL" clId="{313F31DE-719E-4E30-8CC6-90A00F039889}" dt="2025-03-08T08:31:14.798" v="110" actId="20577"/>
          <ac:spMkLst>
            <pc:docMk/>
            <pc:sldMk cId="882038523" sldId="258"/>
            <ac:spMk id="2" creationId="{F699E8CC-3D1D-C29E-AEF5-C5D0EABE6203}"/>
          </ac:spMkLst>
        </pc:spChg>
        <pc:spChg chg="mod">
          <ac:chgData name="Abdus Salam" userId="0e2b1981-3d04-4857-a4cb-b2b53ead0854" providerId="ADAL" clId="{313F31DE-719E-4E30-8CC6-90A00F039889}" dt="2025-03-08T09:19:05.538" v="393" actId="20577"/>
          <ac:spMkLst>
            <pc:docMk/>
            <pc:sldMk cId="882038523" sldId="258"/>
            <ac:spMk id="3" creationId="{E2D769E1-669A-7BC7-6F40-07B07907A6A9}"/>
          </ac:spMkLst>
        </pc:spChg>
      </pc:sldChg>
      <pc:sldChg chg="addSp modSp new mod">
        <pc:chgData name="Abdus Salam" userId="0e2b1981-3d04-4857-a4cb-b2b53ead0854" providerId="ADAL" clId="{313F31DE-719E-4E30-8CC6-90A00F039889}" dt="2025-03-08T09:27:59.152" v="493" actId="1036"/>
        <pc:sldMkLst>
          <pc:docMk/>
          <pc:sldMk cId="1614353595" sldId="259"/>
        </pc:sldMkLst>
        <pc:spChg chg="mod">
          <ac:chgData name="Abdus Salam" userId="0e2b1981-3d04-4857-a4cb-b2b53ead0854" providerId="ADAL" clId="{313F31DE-719E-4E30-8CC6-90A00F039889}" dt="2025-03-08T09:20:39.716" v="417" actId="20577"/>
          <ac:spMkLst>
            <pc:docMk/>
            <pc:sldMk cId="1614353595" sldId="259"/>
            <ac:spMk id="2" creationId="{17F7C8A8-6257-DB44-0C2F-6BE3C646A3D6}"/>
          </ac:spMkLst>
        </pc:spChg>
        <pc:spChg chg="mod">
          <ac:chgData name="Abdus Salam" userId="0e2b1981-3d04-4857-a4cb-b2b53ead0854" providerId="ADAL" clId="{313F31DE-719E-4E30-8CC6-90A00F039889}" dt="2025-03-08T09:25:38.005" v="452" actId="123"/>
          <ac:spMkLst>
            <pc:docMk/>
            <pc:sldMk cId="1614353595" sldId="259"/>
            <ac:spMk id="3" creationId="{7ED94C4C-51B4-3FF7-3741-42C4170D55F5}"/>
          </ac:spMkLst>
        </pc:spChg>
        <pc:spChg chg="add mod">
          <ac:chgData name="Abdus Salam" userId="0e2b1981-3d04-4857-a4cb-b2b53ead0854" providerId="ADAL" clId="{313F31DE-719E-4E30-8CC6-90A00F039889}" dt="2025-03-08T09:27:59.152" v="493" actId="1036"/>
          <ac:spMkLst>
            <pc:docMk/>
            <pc:sldMk cId="1614353595" sldId="259"/>
            <ac:spMk id="4" creationId="{D9278143-7615-0A06-C6E0-7449FDA1209F}"/>
          </ac:spMkLst>
        </pc:spChg>
        <pc:spChg chg="add">
          <ac:chgData name="Abdus Salam" userId="0e2b1981-3d04-4857-a4cb-b2b53ead0854" providerId="ADAL" clId="{313F31DE-719E-4E30-8CC6-90A00F039889}" dt="2025-03-08T09:25:51.780" v="455"/>
          <ac:spMkLst>
            <pc:docMk/>
            <pc:sldMk cId="1614353595" sldId="259"/>
            <ac:spMk id="5" creationId="{984DD1B8-3063-6960-F4F6-1A45F7FC4200}"/>
          </ac:spMkLst>
        </pc:spChg>
      </pc:sldChg>
      <pc:sldChg chg="addSp modSp add mod">
        <pc:chgData name="Abdus Salam" userId="0e2b1981-3d04-4857-a4cb-b2b53ead0854" providerId="ADAL" clId="{313F31DE-719E-4E30-8CC6-90A00F039889}" dt="2025-03-08T10:53:32.258" v="522" actId="6549"/>
        <pc:sldMkLst>
          <pc:docMk/>
          <pc:sldMk cId="1561160940" sldId="260"/>
        </pc:sldMkLst>
        <pc:spChg chg="mod">
          <ac:chgData name="Abdus Salam" userId="0e2b1981-3d04-4857-a4cb-b2b53ead0854" providerId="ADAL" clId="{313F31DE-719E-4E30-8CC6-90A00F039889}" dt="2025-03-08T09:30:18.092" v="503"/>
          <ac:spMkLst>
            <pc:docMk/>
            <pc:sldMk cId="1561160940" sldId="260"/>
            <ac:spMk id="3" creationId="{88D7192A-67FE-A632-9541-37B807320DB2}"/>
          </ac:spMkLst>
        </pc:spChg>
        <pc:spChg chg="mod">
          <ac:chgData name="Abdus Salam" userId="0e2b1981-3d04-4857-a4cb-b2b53ead0854" providerId="ADAL" clId="{313F31DE-719E-4E30-8CC6-90A00F039889}" dt="2025-03-08T10:53:32.258" v="522" actId="6549"/>
          <ac:spMkLst>
            <pc:docMk/>
            <pc:sldMk cId="1561160940" sldId="260"/>
            <ac:spMk id="4" creationId="{FAE459CC-BA58-9D53-B756-C7A7FFA202E7}"/>
          </ac:spMkLst>
        </pc:spChg>
        <pc:spChg chg="add">
          <ac:chgData name="Abdus Salam" userId="0e2b1981-3d04-4857-a4cb-b2b53ead0854" providerId="ADAL" clId="{313F31DE-719E-4E30-8CC6-90A00F039889}" dt="2025-03-08T09:30:34.611" v="504"/>
          <ac:spMkLst>
            <pc:docMk/>
            <pc:sldMk cId="1561160940" sldId="260"/>
            <ac:spMk id="5" creationId="{F7FD4B9C-6936-D9ED-1878-0A79D68E9638}"/>
          </ac:spMkLst>
        </pc:spChg>
      </pc:sldChg>
      <pc:sldChg chg="modSp add mod">
        <pc:chgData name="Abdus Salam" userId="0e2b1981-3d04-4857-a4cb-b2b53ead0854" providerId="ADAL" clId="{313F31DE-719E-4E30-8CC6-90A00F039889}" dt="2025-03-08T11:22:32.865" v="556" actId="1035"/>
        <pc:sldMkLst>
          <pc:docMk/>
          <pc:sldMk cId="2922706402" sldId="261"/>
        </pc:sldMkLst>
        <pc:spChg chg="mod">
          <ac:chgData name="Abdus Salam" userId="0e2b1981-3d04-4857-a4cb-b2b53ead0854" providerId="ADAL" clId="{313F31DE-719E-4E30-8CC6-90A00F039889}" dt="2025-03-08T11:21:56.234" v="538" actId="20577"/>
          <ac:spMkLst>
            <pc:docMk/>
            <pc:sldMk cId="2922706402" sldId="261"/>
            <ac:spMk id="3" creationId="{31E6EEA7-8DBB-6FAD-D6B0-47950FC8789D}"/>
          </ac:spMkLst>
        </pc:spChg>
        <pc:spChg chg="mod">
          <ac:chgData name="Abdus Salam" userId="0e2b1981-3d04-4857-a4cb-b2b53ead0854" providerId="ADAL" clId="{313F31DE-719E-4E30-8CC6-90A00F039889}" dt="2025-03-08T11:22:32.865" v="556" actId="1035"/>
          <ac:spMkLst>
            <pc:docMk/>
            <pc:sldMk cId="2922706402" sldId="261"/>
            <ac:spMk id="4" creationId="{69E9AC77-0593-A5CE-4F1B-161090540540}"/>
          </ac:spMkLst>
        </pc:spChg>
      </pc:sldChg>
      <pc:sldChg chg="addSp modSp add mod">
        <pc:chgData name="Abdus Salam" userId="0e2b1981-3d04-4857-a4cb-b2b53ead0854" providerId="ADAL" clId="{313F31DE-719E-4E30-8CC6-90A00F039889}" dt="2025-03-08T11:27:33.150" v="646" actId="20577"/>
        <pc:sldMkLst>
          <pc:docMk/>
          <pc:sldMk cId="409669593" sldId="262"/>
        </pc:sldMkLst>
        <pc:spChg chg="mod">
          <ac:chgData name="Abdus Salam" userId="0e2b1981-3d04-4857-a4cb-b2b53ead0854" providerId="ADAL" clId="{313F31DE-719E-4E30-8CC6-90A00F039889}" dt="2025-03-08T11:25:31.888" v="574"/>
          <ac:spMkLst>
            <pc:docMk/>
            <pc:sldMk cId="409669593" sldId="262"/>
            <ac:spMk id="3" creationId="{8481BA4A-6611-1759-36D9-D8F3858FA8AE}"/>
          </ac:spMkLst>
        </pc:spChg>
        <pc:spChg chg="mod">
          <ac:chgData name="Abdus Salam" userId="0e2b1981-3d04-4857-a4cb-b2b53ead0854" providerId="ADAL" clId="{313F31DE-719E-4E30-8CC6-90A00F039889}" dt="2025-03-08T11:27:33.150" v="646" actId="20577"/>
          <ac:spMkLst>
            <pc:docMk/>
            <pc:sldMk cId="409669593" sldId="262"/>
            <ac:spMk id="4" creationId="{38436B62-F584-02C8-3842-1CCD6C73B9BC}"/>
          </ac:spMkLst>
        </pc:spChg>
        <pc:spChg chg="add">
          <ac:chgData name="Abdus Salam" userId="0e2b1981-3d04-4857-a4cb-b2b53ead0854" providerId="ADAL" clId="{313F31DE-719E-4E30-8CC6-90A00F039889}" dt="2025-03-08T11:26:28.851" v="579"/>
          <ac:spMkLst>
            <pc:docMk/>
            <pc:sldMk cId="409669593" sldId="262"/>
            <ac:spMk id="5" creationId="{F498296D-4AE7-FDBC-B653-1C5030984978}"/>
          </ac:spMkLst>
        </pc:spChg>
      </pc:sldChg>
      <pc:sldChg chg="modSp add mod">
        <pc:chgData name="Abdus Salam" userId="0e2b1981-3d04-4857-a4cb-b2b53ead0854" providerId="ADAL" clId="{313F31DE-719E-4E30-8CC6-90A00F039889}" dt="2025-03-08T11:37:25.847" v="817" actId="1036"/>
        <pc:sldMkLst>
          <pc:docMk/>
          <pc:sldMk cId="2333659990" sldId="263"/>
        </pc:sldMkLst>
        <pc:spChg chg="mod">
          <ac:chgData name="Abdus Salam" userId="0e2b1981-3d04-4857-a4cb-b2b53ead0854" providerId="ADAL" clId="{313F31DE-719E-4E30-8CC6-90A00F039889}" dt="2025-03-08T11:31:50.111" v="722"/>
          <ac:spMkLst>
            <pc:docMk/>
            <pc:sldMk cId="2333659990" sldId="263"/>
            <ac:spMk id="3" creationId="{860582F8-2D14-8D48-1A87-C36D0DD2C6E4}"/>
          </ac:spMkLst>
        </pc:spChg>
        <pc:spChg chg="mod">
          <ac:chgData name="Abdus Salam" userId="0e2b1981-3d04-4857-a4cb-b2b53ead0854" providerId="ADAL" clId="{313F31DE-719E-4E30-8CC6-90A00F039889}" dt="2025-03-08T11:37:25.847" v="817" actId="1036"/>
          <ac:spMkLst>
            <pc:docMk/>
            <pc:sldMk cId="2333659990" sldId="263"/>
            <ac:spMk id="4" creationId="{DE53B97B-BCE6-B42E-DEDA-56FF2DB1CE83}"/>
          </ac:spMkLst>
        </pc:spChg>
      </pc:sldChg>
      <pc:sldChg chg="modSp new mod">
        <pc:chgData name="Abdus Salam" userId="0e2b1981-3d04-4857-a4cb-b2b53ead0854" providerId="ADAL" clId="{313F31DE-719E-4E30-8CC6-90A00F039889}" dt="2025-03-08T11:41:04.398" v="834" actId="255"/>
        <pc:sldMkLst>
          <pc:docMk/>
          <pc:sldMk cId="3872817785" sldId="264"/>
        </pc:sldMkLst>
        <pc:spChg chg="mod">
          <ac:chgData name="Abdus Salam" userId="0e2b1981-3d04-4857-a4cb-b2b53ead0854" providerId="ADAL" clId="{313F31DE-719E-4E30-8CC6-90A00F039889}" dt="2025-03-08T11:39:58.224" v="823"/>
          <ac:spMkLst>
            <pc:docMk/>
            <pc:sldMk cId="3872817785" sldId="264"/>
            <ac:spMk id="2" creationId="{0C96E70D-E499-856B-07B2-CDC5F810C41D}"/>
          </ac:spMkLst>
        </pc:spChg>
        <pc:spChg chg="mod">
          <ac:chgData name="Abdus Salam" userId="0e2b1981-3d04-4857-a4cb-b2b53ead0854" providerId="ADAL" clId="{313F31DE-719E-4E30-8CC6-90A00F039889}" dt="2025-03-08T11:41:04.398" v="834" actId="255"/>
          <ac:spMkLst>
            <pc:docMk/>
            <pc:sldMk cId="3872817785" sldId="264"/>
            <ac:spMk id="3" creationId="{846B232A-8124-E1EF-543B-EFE4BC34BF1C}"/>
          </ac:spMkLst>
        </pc:spChg>
      </pc:sldChg>
      <pc:sldChg chg="modSp new mod">
        <pc:chgData name="Abdus Salam" userId="0e2b1981-3d04-4857-a4cb-b2b53ead0854" providerId="ADAL" clId="{313F31DE-719E-4E30-8CC6-90A00F039889}" dt="2025-03-08T15:26:01.372" v="1078" actId="20577"/>
        <pc:sldMkLst>
          <pc:docMk/>
          <pc:sldMk cId="2709428887" sldId="265"/>
        </pc:sldMkLst>
        <pc:spChg chg="mod">
          <ac:chgData name="Abdus Salam" userId="0e2b1981-3d04-4857-a4cb-b2b53ead0854" providerId="ADAL" clId="{313F31DE-719E-4E30-8CC6-90A00F039889}" dt="2025-03-08T14:47:38.429" v="898" actId="20577"/>
          <ac:spMkLst>
            <pc:docMk/>
            <pc:sldMk cId="2709428887" sldId="265"/>
            <ac:spMk id="2" creationId="{54A07C88-6D30-F025-F3F1-52491BE0BEC2}"/>
          </ac:spMkLst>
        </pc:spChg>
        <pc:spChg chg="mod">
          <ac:chgData name="Abdus Salam" userId="0e2b1981-3d04-4857-a4cb-b2b53ead0854" providerId="ADAL" clId="{313F31DE-719E-4E30-8CC6-90A00F039889}" dt="2025-03-08T15:26:01.372" v="1078" actId="20577"/>
          <ac:spMkLst>
            <pc:docMk/>
            <pc:sldMk cId="2709428887" sldId="265"/>
            <ac:spMk id="3" creationId="{2B76E3EE-D974-8284-A379-02812B9681F4}"/>
          </ac:spMkLst>
        </pc:spChg>
      </pc:sldChg>
      <pc:sldChg chg="addSp delSp modSp add mod">
        <pc:chgData name="Abdus Salam" userId="0e2b1981-3d04-4857-a4cb-b2b53ead0854" providerId="ADAL" clId="{313F31DE-719E-4E30-8CC6-90A00F039889}" dt="2025-03-08T15:28:15.550" v="1085" actId="113"/>
        <pc:sldMkLst>
          <pc:docMk/>
          <pc:sldMk cId="3524572329" sldId="266"/>
        </pc:sldMkLst>
        <pc:spChg chg="mod">
          <ac:chgData name="Abdus Salam" userId="0e2b1981-3d04-4857-a4cb-b2b53ead0854" providerId="ADAL" clId="{313F31DE-719E-4E30-8CC6-90A00F039889}" dt="2025-03-08T15:28:15.550" v="1085" actId="113"/>
          <ac:spMkLst>
            <pc:docMk/>
            <pc:sldMk cId="3524572329" sldId="266"/>
            <ac:spMk id="3" creationId="{2AEA8C4E-F4D6-3427-A6D0-D20073086032}"/>
          </ac:spMkLst>
        </pc:spChg>
        <pc:spChg chg="add del">
          <ac:chgData name="Abdus Salam" userId="0e2b1981-3d04-4857-a4cb-b2b53ead0854" providerId="ADAL" clId="{313F31DE-719E-4E30-8CC6-90A00F039889}" dt="2025-03-08T15:20:09.123" v="934" actId="22"/>
          <ac:spMkLst>
            <pc:docMk/>
            <pc:sldMk cId="3524572329" sldId="266"/>
            <ac:spMk id="5" creationId="{28932F51-E7E8-1A0F-608D-D8F20BB1E0CB}"/>
          </ac:spMkLst>
        </pc:spChg>
        <pc:spChg chg="add del">
          <ac:chgData name="Abdus Salam" userId="0e2b1981-3d04-4857-a4cb-b2b53ead0854" providerId="ADAL" clId="{313F31DE-719E-4E30-8CC6-90A00F039889}" dt="2025-03-08T15:20:16.856" v="936" actId="22"/>
          <ac:spMkLst>
            <pc:docMk/>
            <pc:sldMk cId="3524572329" sldId="266"/>
            <ac:spMk id="7" creationId="{CA805F32-16B3-3C13-C916-F0BAA5A57D75}"/>
          </ac:spMkLst>
        </pc:spChg>
      </pc:sldChg>
      <pc:sldChg chg="addSp delSp modSp mod addAnim delAnim">
        <pc:chgData name="Abdus Salam" userId="0e2b1981-3d04-4857-a4cb-b2b53ead0854" providerId="ADAL" clId="{313F31DE-719E-4E30-8CC6-90A00F039889}" dt="2025-03-08T15:33:32.562" v="1130" actId="1038"/>
        <pc:sldMkLst>
          <pc:docMk/>
          <pc:sldMk cId="2812918966" sldId="488"/>
        </pc:sldMkLst>
        <pc:spChg chg="mod">
          <ac:chgData name="Abdus Salam" userId="0e2b1981-3d04-4857-a4cb-b2b53ead0854" providerId="ADAL" clId="{313F31DE-719E-4E30-8CC6-90A00F039889}" dt="2025-03-08T15:33:28.472" v="1119" actId="1038"/>
          <ac:spMkLst>
            <pc:docMk/>
            <pc:sldMk cId="2812918966" sldId="488"/>
            <ac:spMk id="6" creationId="{3BC99552-7DC1-C54E-B3E5-539CFEA0A21D}"/>
          </ac:spMkLst>
        </pc:spChg>
        <pc:spChg chg="mod">
          <ac:chgData name="Abdus Salam" userId="0e2b1981-3d04-4857-a4cb-b2b53ead0854" providerId="ADAL" clId="{313F31DE-719E-4E30-8CC6-90A00F039889}" dt="2025-03-08T15:33:32.562" v="1130" actId="1038"/>
          <ac:spMkLst>
            <pc:docMk/>
            <pc:sldMk cId="2812918966" sldId="488"/>
            <ac:spMk id="7" creationId="{2A8FC4DC-36F7-3844-B27C-2F5130CA0D7E}"/>
          </ac:spMkLst>
        </pc:spChg>
        <pc:spChg chg="add del">
          <ac:chgData name="Abdus Salam" userId="0e2b1981-3d04-4857-a4cb-b2b53ead0854" providerId="ADAL" clId="{313F31DE-719E-4E30-8CC6-90A00F039889}" dt="2025-03-08T15:23:39.675" v="964" actId="478"/>
          <ac:spMkLst>
            <pc:docMk/>
            <pc:sldMk cId="2812918966" sldId="488"/>
            <ac:spMk id="20" creationId="{0E8A0ED8-55BB-9B44-954F-8045E8920ACF}"/>
          </ac:spMkLst>
        </pc:spChg>
      </pc:sldChg>
      <pc:sldChg chg="modSp mod">
        <pc:chgData name="Abdus Salam" userId="0e2b1981-3d04-4857-a4cb-b2b53ead0854" providerId="ADAL" clId="{313F31DE-719E-4E30-8CC6-90A00F039889}" dt="2025-03-08T15:24:19.564" v="1012" actId="1035"/>
        <pc:sldMkLst>
          <pc:docMk/>
          <pc:sldMk cId="1297033771" sldId="489"/>
        </pc:sldMkLst>
        <pc:spChg chg="mod">
          <ac:chgData name="Abdus Salam" userId="0e2b1981-3d04-4857-a4cb-b2b53ead0854" providerId="ADAL" clId="{313F31DE-719E-4E30-8CC6-90A00F039889}" dt="2025-03-08T15:24:19.564" v="1012" actId="1035"/>
          <ac:spMkLst>
            <pc:docMk/>
            <pc:sldMk cId="1297033771" sldId="489"/>
            <ac:spMk id="2" creationId="{79BEA588-CF79-6845-A0A9-764B0043A329}"/>
          </ac:spMkLst>
        </pc:spChg>
      </pc:sldChg>
      <pc:sldChg chg="addSp delSp modSp mod">
        <pc:chgData name="Abdus Salam" userId="0e2b1981-3d04-4857-a4cb-b2b53ead0854" providerId="ADAL" clId="{313F31DE-719E-4E30-8CC6-90A00F039889}" dt="2025-03-08T15:24:40.122" v="1015" actId="478"/>
        <pc:sldMkLst>
          <pc:docMk/>
          <pc:sldMk cId="4277527587" sldId="490"/>
        </pc:sldMkLst>
        <pc:spChg chg="del">
          <ac:chgData name="Abdus Salam" userId="0e2b1981-3d04-4857-a4cb-b2b53ead0854" providerId="ADAL" clId="{313F31DE-719E-4E30-8CC6-90A00F039889}" dt="2025-03-08T15:24:34.613" v="1013" actId="478"/>
          <ac:spMkLst>
            <pc:docMk/>
            <pc:sldMk cId="4277527587" sldId="490"/>
            <ac:spMk id="2" creationId="{79BEA588-CF79-6845-A0A9-764B0043A329}"/>
          </ac:spMkLst>
        </pc:spChg>
        <pc:spChg chg="add del mod">
          <ac:chgData name="Abdus Salam" userId="0e2b1981-3d04-4857-a4cb-b2b53ead0854" providerId="ADAL" clId="{313F31DE-719E-4E30-8CC6-90A00F039889}" dt="2025-03-08T15:24:40.122" v="1015" actId="478"/>
          <ac:spMkLst>
            <pc:docMk/>
            <pc:sldMk cId="4277527587" sldId="490"/>
            <ac:spMk id="5" creationId="{BD701431-E27B-A479-3A3B-E2619CBBE7F8}"/>
          </ac:spMkLst>
        </pc:spChg>
        <pc:spChg chg="add mod">
          <ac:chgData name="Abdus Salam" userId="0e2b1981-3d04-4857-a4cb-b2b53ead0854" providerId="ADAL" clId="{313F31DE-719E-4E30-8CC6-90A00F039889}" dt="2025-03-08T15:24:35.645" v="1014"/>
          <ac:spMkLst>
            <pc:docMk/>
            <pc:sldMk cId="4277527587" sldId="490"/>
            <ac:spMk id="6" creationId="{BF086C6F-C74E-068F-F7CC-C79709AE2906}"/>
          </ac:spMkLst>
        </pc:spChg>
      </pc:sldChg>
      <pc:sldChg chg="addSp delSp modSp mod">
        <pc:chgData name="Abdus Salam" userId="0e2b1981-3d04-4857-a4cb-b2b53ead0854" providerId="ADAL" clId="{313F31DE-719E-4E30-8CC6-90A00F039889}" dt="2025-03-08T15:24:50.139" v="1018"/>
        <pc:sldMkLst>
          <pc:docMk/>
          <pc:sldMk cId="1713822321" sldId="491"/>
        </pc:sldMkLst>
        <pc:spChg chg="del">
          <ac:chgData name="Abdus Salam" userId="0e2b1981-3d04-4857-a4cb-b2b53ead0854" providerId="ADAL" clId="{313F31DE-719E-4E30-8CC6-90A00F039889}" dt="2025-03-08T15:24:46.046" v="1016" actId="478"/>
          <ac:spMkLst>
            <pc:docMk/>
            <pc:sldMk cId="1713822321" sldId="491"/>
            <ac:spMk id="2" creationId="{79BEA588-CF79-6845-A0A9-764B0043A329}"/>
          </ac:spMkLst>
        </pc:spChg>
        <pc:spChg chg="add del mod">
          <ac:chgData name="Abdus Salam" userId="0e2b1981-3d04-4857-a4cb-b2b53ead0854" providerId="ADAL" clId="{313F31DE-719E-4E30-8CC6-90A00F039889}" dt="2025-03-08T15:24:49.523" v="1017" actId="478"/>
          <ac:spMkLst>
            <pc:docMk/>
            <pc:sldMk cId="1713822321" sldId="491"/>
            <ac:spMk id="4" creationId="{75116A89-2717-A9D9-8122-71329D03F291}"/>
          </ac:spMkLst>
        </pc:spChg>
        <pc:spChg chg="add mod">
          <ac:chgData name="Abdus Salam" userId="0e2b1981-3d04-4857-a4cb-b2b53ead0854" providerId="ADAL" clId="{313F31DE-719E-4E30-8CC6-90A00F039889}" dt="2025-03-08T15:24:50.139" v="1018"/>
          <ac:spMkLst>
            <pc:docMk/>
            <pc:sldMk cId="1713822321" sldId="491"/>
            <ac:spMk id="6" creationId="{1FC7EBCA-60B1-C7C2-877C-48C81470CC56}"/>
          </ac:spMkLst>
        </pc:spChg>
      </pc:sldChg>
      <pc:sldChg chg="addSp delSp modSp mod">
        <pc:chgData name="Abdus Salam" userId="0e2b1981-3d04-4857-a4cb-b2b53ead0854" providerId="ADAL" clId="{313F31DE-719E-4E30-8CC6-90A00F039889}" dt="2025-03-08T15:25:01.707" v="1021"/>
        <pc:sldMkLst>
          <pc:docMk/>
          <pc:sldMk cId="3929681540" sldId="492"/>
        </pc:sldMkLst>
        <pc:spChg chg="del">
          <ac:chgData name="Abdus Salam" userId="0e2b1981-3d04-4857-a4cb-b2b53ead0854" providerId="ADAL" clId="{313F31DE-719E-4E30-8CC6-90A00F039889}" dt="2025-03-08T15:24:58.967" v="1019" actId="478"/>
          <ac:spMkLst>
            <pc:docMk/>
            <pc:sldMk cId="3929681540" sldId="492"/>
            <ac:spMk id="2" creationId="{79BEA588-CF79-6845-A0A9-764B0043A329}"/>
          </ac:spMkLst>
        </pc:spChg>
        <pc:spChg chg="add del mod">
          <ac:chgData name="Abdus Salam" userId="0e2b1981-3d04-4857-a4cb-b2b53ead0854" providerId="ADAL" clId="{313F31DE-719E-4E30-8CC6-90A00F039889}" dt="2025-03-08T15:25:01.106" v="1020" actId="478"/>
          <ac:spMkLst>
            <pc:docMk/>
            <pc:sldMk cId="3929681540" sldId="492"/>
            <ac:spMk id="5" creationId="{62170976-080F-5E51-254B-79315CD7EEA8}"/>
          </ac:spMkLst>
        </pc:spChg>
        <pc:spChg chg="add mod">
          <ac:chgData name="Abdus Salam" userId="0e2b1981-3d04-4857-a4cb-b2b53ead0854" providerId="ADAL" clId="{313F31DE-719E-4E30-8CC6-90A00F039889}" dt="2025-03-08T15:25:01.707" v="1021"/>
          <ac:spMkLst>
            <pc:docMk/>
            <pc:sldMk cId="3929681540" sldId="492"/>
            <ac:spMk id="6" creationId="{5900275C-E379-18FF-B7CD-108E8D37C4A7}"/>
          </ac:spMkLst>
        </pc:spChg>
      </pc:sldChg>
      <pc:sldChg chg="modSp mod">
        <pc:chgData name="Abdus Salam" userId="0e2b1981-3d04-4857-a4cb-b2b53ead0854" providerId="ADAL" clId="{313F31DE-719E-4E30-8CC6-90A00F039889}" dt="2025-03-08T15:25:19.904" v="1053" actId="255"/>
        <pc:sldMkLst>
          <pc:docMk/>
          <pc:sldMk cId="1688325298" sldId="494"/>
        </pc:sldMkLst>
        <pc:spChg chg="mod">
          <ac:chgData name="Abdus Salam" userId="0e2b1981-3d04-4857-a4cb-b2b53ead0854" providerId="ADAL" clId="{313F31DE-719E-4E30-8CC6-90A00F039889}" dt="2025-03-08T15:25:19.904" v="1053" actId="255"/>
          <ac:spMkLst>
            <pc:docMk/>
            <pc:sldMk cId="1688325298" sldId="494"/>
            <ac:spMk id="4" creationId="{E35B8AEF-E371-1D41-B310-325C6FF25476}"/>
          </ac:spMkLst>
        </pc:spChg>
      </pc:sldChg>
      <pc:sldChg chg="modSp mod">
        <pc:chgData name="Abdus Salam" userId="0e2b1981-3d04-4857-a4cb-b2b53ead0854" providerId="ADAL" clId="{313F31DE-719E-4E30-8CC6-90A00F039889}" dt="2025-03-08T15:27:16.728" v="1079" actId="6549"/>
        <pc:sldMkLst>
          <pc:docMk/>
          <pc:sldMk cId="1023924393" sldId="497"/>
        </pc:sldMkLst>
        <pc:spChg chg="mod">
          <ac:chgData name="Abdus Salam" userId="0e2b1981-3d04-4857-a4cb-b2b53ead0854" providerId="ADAL" clId="{313F31DE-719E-4E30-8CC6-90A00F039889}" dt="2025-03-08T15:27:16.728" v="1079" actId="6549"/>
          <ac:spMkLst>
            <pc:docMk/>
            <pc:sldMk cId="1023924393" sldId="497"/>
            <ac:spMk id="3" creationId="{312E7779-027C-FC46-B2AE-347809E23468}"/>
          </ac:spMkLst>
        </pc:spChg>
      </pc:sldChg>
      <pc:sldChg chg="addSp delSp modSp mod">
        <pc:chgData name="Abdus Salam" userId="0e2b1981-3d04-4857-a4cb-b2b53ead0854" providerId="ADAL" clId="{313F31DE-719E-4E30-8CC6-90A00F039889}" dt="2025-03-08T15:33:06.300" v="1107" actId="1076"/>
        <pc:sldMkLst>
          <pc:docMk/>
          <pc:sldMk cId="2276553293" sldId="507"/>
        </pc:sldMkLst>
        <pc:spChg chg="mod">
          <ac:chgData name="Abdus Salam" userId="0e2b1981-3d04-4857-a4cb-b2b53ead0854" providerId="ADAL" clId="{313F31DE-719E-4E30-8CC6-90A00F039889}" dt="2025-03-08T15:32:13.799" v="1098" actId="6549"/>
          <ac:spMkLst>
            <pc:docMk/>
            <pc:sldMk cId="2276553293" sldId="507"/>
            <ac:spMk id="3" creationId="{C4705ACC-321F-EA41-89C7-743AA17FB6D9}"/>
          </ac:spMkLst>
        </pc:spChg>
        <pc:spChg chg="add mod">
          <ac:chgData name="Abdus Salam" userId="0e2b1981-3d04-4857-a4cb-b2b53ead0854" providerId="ADAL" clId="{313F31DE-719E-4E30-8CC6-90A00F039889}" dt="2025-03-08T15:33:06.300" v="1107" actId="1076"/>
          <ac:spMkLst>
            <pc:docMk/>
            <pc:sldMk cId="2276553293" sldId="507"/>
            <ac:spMk id="4" creationId="{17C8E1ED-9F2E-24EC-4027-073A7CEF1325}"/>
          </ac:spMkLst>
        </pc:spChg>
        <pc:spChg chg="add del mod">
          <ac:chgData name="Abdus Salam" userId="0e2b1981-3d04-4857-a4cb-b2b53ead0854" providerId="ADAL" clId="{313F31DE-719E-4E30-8CC6-90A00F039889}" dt="2025-03-08T15:32:50.148" v="1104"/>
          <ac:spMkLst>
            <pc:docMk/>
            <pc:sldMk cId="2276553293" sldId="507"/>
            <ac:spMk id="6" creationId="{C91078D3-7A4E-EE60-CFE8-E701EB8CF9A6}"/>
          </ac:spMkLst>
        </pc:spChg>
      </pc:sldChg>
      <pc:sldChg chg="modSp new mod">
        <pc:chgData name="Abdus Salam" userId="0e2b1981-3d04-4857-a4cb-b2b53ead0854" providerId="ADAL" clId="{313F31DE-719E-4E30-8CC6-90A00F039889}" dt="2025-03-09T17:32:36.398" v="1245" actId="120"/>
        <pc:sldMkLst>
          <pc:docMk/>
          <pc:sldMk cId="962807779" sldId="509"/>
        </pc:sldMkLst>
        <pc:spChg chg="mod">
          <ac:chgData name="Abdus Salam" userId="0e2b1981-3d04-4857-a4cb-b2b53ead0854" providerId="ADAL" clId="{313F31DE-719E-4E30-8CC6-90A00F039889}" dt="2025-03-08T18:41:14.706" v="1140" actId="20577"/>
          <ac:spMkLst>
            <pc:docMk/>
            <pc:sldMk cId="962807779" sldId="509"/>
            <ac:spMk id="2" creationId="{241CEAE5-2E24-95F4-BDCC-4C184EF174EE}"/>
          </ac:spMkLst>
        </pc:spChg>
        <pc:spChg chg="mod">
          <ac:chgData name="Abdus Salam" userId="0e2b1981-3d04-4857-a4cb-b2b53ead0854" providerId="ADAL" clId="{313F31DE-719E-4E30-8CC6-90A00F039889}" dt="2025-03-09T17:32:36.398" v="1245" actId="120"/>
          <ac:spMkLst>
            <pc:docMk/>
            <pc:sldMk cId="962807779" sldId="509"/>
            <ac:spMk id="3" creationId="{6402D27C-7410-21C9-EB41-3493D8C44E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1C833-9352-4991-AF0C-B225A03C26BF}" type="datetimeFigureOut">
              <a:rPr lang="en-AU" smtClean="0"/>
              <a:t>9/03/2025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4DD50-34DE-4D47-B558-66C0F97853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7170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EB049D-E545-46CA-A671-FC2250A38260}" type="datetime1">
              <a:rPr lang="en-AU" smtClean="0"/>
              <a:t>9/03/2025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712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7BCB1-9D17-440C-B15B-344CE40B4C3B}" type="datetime1">
              <a:rPr lang="en-AU" smtClean="0"/>
              <a:t>9/03/2025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917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91093-32B9-472A-A1CA-E391B558DF54}" type="datetime1">
              <a:rPr lang="en-AU" smtClean="0"/>
              <a:t>9/03/2025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078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8483-5FA8-4DDC-B623-A3914D43D28B}" type="datetime1">
              <a:rPr lang="en-AU" smtClean="0"/>
              <a:t>9/03/2025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1103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6FF8B-AC0C-4642-A9AA-4C3381031437}" type="datetime1">
              <a:rPr lang="en-AU" smtClean="0"/>
              <a:t>9/03/2025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556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B625-66F0-46E8-9D28-3671E7283EBE}" type="datetime1">
              <a:rPr lang="en-AU" smtClean="0"/>
              <a:t>9/03/2025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1337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15C7E-6F66-431E-ADF8-B02E6E9F5197}" type="datetime1">
              <a:rPr lang="en-AU" smtClean="0"/>
              <a:t>9/03/2025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4574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7DE2-CF9D-467D-801A-5B066E316751}" type="datetime1">
              <a:rPr lang="en-AU" smtClean="0"/>
              <a:t>9/03/2025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05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DE1E-5270-422D-9B33-5ABC270BCF08}" type="datetime1">
              <a:rPr lang="en-AU" smtClean="0"/>
              <a:t>9/03/2025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84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BA066-D1B0-48D4-97AB-3F5B9CFCAD82}" type="datetime1">
              <a:rPr lang="en-AU" smtClean="0"/>
              <a:t>9/03/2025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487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EA09A-13A9-46C1-9EBB-F20E5CC18448}" type="datetime1">
              <a:rPr lang="en-AU" smtClean="0"/>
              <a:t>9/03/2025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840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80FBB4-6CF7-44B0-A8A9-C511B27E3B2E}" type="datetime1">
              <a:rPr lang="en-AU" smtClean="0"/>
              <a:t>9/03/2025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951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29CC2-3BB3-4DC9-24A3-84A608D544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4800" dirty="0"/>
              <a:t>Text normalization 1:</a:t>
            </a:r>
            <a:br>
              <a:rPr lang="en-AU" sz="4800" dirty="0"/>
            </a:br>
            <a:r>
              <a:rPr lang="en-AU" sz="4800" dirty="0"/>
              <a:t>tokenization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938EC-878C-7438-22ED-7A7E2C3EC5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1470503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84C80-390B-3922-3EAC-CF130FAFB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Text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F4654-256E-A26E-D72F-3F4F7594E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NLP task requires text normalization: </a:t>
            </a:r>
          </a:p>
          <a:p>
            <a:pPr lvl="1">
              <a:spcBef>
                <a:spcPts val="1200"/>
              </a:spcBef>
            </a:pPr>
            <a:r>
              <a:rPr lang="en-US" sz="2200" dirty="0"/>
              <a:t>Tokenizing (segmenting) words</a:t>
            </a:r>
          </a:p>
          <a:p>
            <a:pPr lvl="1"/>
            <a:r>
              <a:rPr lang="en-US" sz="2200" dirty="0"/>
              <a:t>Normalizing word formats</a:t>
            </a:r>
          </a:p>
          <a:p>
            <a:pPr lvl="1"/>
            <a:r>
              <a:rPr lang="en-US" sz="2200" dirty="0"/>
              <a:t>Segmenting sentences</a:t>
            </a:r>
            <a:endParaRPr lang="en-AU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7B5A5-02DF-572B-560A-F602DD68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2</a:t>
            </a:fld>
            <a:endParaRPr lang="en-AU"/>
          </a:p>
        </p:txBody>
      </p:sp>
      <p:pic>
        <p:nvPicPr>
          <p:cNvPr id="1026" name="Picture 2" descr="A simple example of text normalization. Source: Geitgey 2020.">
            <a:extLst>
              <a:ext uri="{FF2B5EF4-FFF2-40B4-BE49-F238E27FC236}">
                <a16:creationId xmlns:a16="http://schemas.microsoft.com/office/drawing/2014/main" id="{F1257FE3-ACF0-F263-549E-DD90C6DEA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480" y="3656849"/>
            <a:ext cx="8473440" cy="275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7D5F3E-0704-B979-1F80-4335E420D04E}"/>
              </a:ext>
            </a:extLst>
          </p:cNvPr>
          <p:cNvSpPr txBox="1"/>
          <p:nvPr/>
        </p:nvSpPr>
        <p:spPr>
          <a:xfrm>
            <a:off x="5323840" y="5925234"/>
            <a:ext cx="6730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simple example of text normalization. Source: </a:t>
            </a:r>
            <a:r>
              <a:rPr lang="en-US" dirty="0" err="1"/>
              <a:t>Geitgey</a:t>
            </a:r>
            <a:r>
              <a:rPr lang="en-US" dirty="0"/>
              <a:t> 2020.</a:t>
            </a:r>
          </a:p>
          <a:p>
            <a:r>
              <a:rPr lang="en-AU" dirty="0"/>
              <a:t>https://devopedia.org/text-normalization</a:t>
            </a:r>
          </a:p>
        </p:txBody>
      </p:sp>
    </p:spTree>
    <p:extLst>
      <p:ext uri="{BB962C8B-B14F-4D97-AF65-F5344CB8AC3E}">
        <p14:creationId xmlns:p14="http://schemas.microsoft.com/office/powerpoint/2010/main" val="3842854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E8CC-3D1D-C29E-AEF5-C5D0EABE6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769E1-669A-7BC7-6F40-07B07907A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Tokenization is the first step in any NLP pipeline.</a:t>
            </a:r>
          </a:p>
          <a:p>
            <a:pPr algn="just"/>
            <a:r>
              <a:rPr lang="en-US" b="1" dirty="0"/>
              <a:t>Tokenization</a:t>
            </a:r>
            <a:r>
              <a:rPr lang="en-US" dirty="0"/>
              <a:t> converts a sequence of text into smaller (meaningful) units, called </a:t>
            </a:r>
            <a:r>
              <a:rPr lang="en-US" b="1" dirty="0"/>
              <a:t>tokens</a:t>
            </a:r>
            <a:r>
              <a:rPr lang="en-US" dirty="0"/>
              <a:t>, for easier machine analysis, helping machines understand human language.</a:t>
            </a:r>
          </a:p>
          <a:p>
            <a:pPr algn="just"/>
            <a:r>
              <a:rPr lang="en-US" dirty="0"/>
              <a:t>Tokens are the building blocks of Natural Language.</a:t>
            </a:r>
          </a:p>
          <a:p>
            <a:pPr algn="just"/>
            <a:r>
              <a:rPr lang="en-US" dirty="0"/>
              <a:t>Common types of tokens are sentences, words, characters, and </a:t>
            </a:r>
            <a:r>
              <a:rPr lang="en-US" dirty="0" err="1"/>
              <a:t>subwords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Tokenization is important for:</a:t>
            </a:r>
          </a:p>
          <a:p>
            <a:pPr lvl="1" algn="just"/>
            <a:r>
              <a:rPr lang="en-AU" sz="2200" dirty="0"/>
              <a:t>Feature extraction</a:t>
            </a:r>
          </a:p>
          <a:p>
            <a:pPr lvl="1" algn="just"/>
            <a:r>
              <a:rPr lang="en-AU" sz="2200" dirty="0"/>
              <a:t>Effective Text Processing and Analysis</a:t>
            </a:r>
          </a:p>
          <a:p>
            <a:pPr lvl="1" algn="just"/>
            <a:r>
              <a:rPr lang="en-AU" sz="2200" dirty="0"/>
              <a:t>Language Modelling</a:t>
            </a:r>
          </a:p>
          <a:p>
            <a:pPr lvl="1" algn="just"/>
            <a:r>
              <a:rPr lang="en-AU" sz="2200" dirty="0"/>
              <a:t>Vocabulary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5A00A-0A71-E245-82B1-D0FD0E0B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2038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C8A8-6257-DB44-0C2F-6BE3C646A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Types of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94C4C-51B4-3FF7-3741-42C4170D5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b="1" dirty="0"/>
              <a:t>Sentence Tokenization</a:t>
            </a:r>
            <a:r>
              <a:rPr lang="en-AU" dirty="0"/>
              <a:t>: </a:t>
            </a:r>
            <a:r>
              <a:rPr lang="en-US" dirty="0"/>
              <a:t>The text is segmented into sentences during sentence tokenization.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278143-7615-0A06-C6E0-7449FDA1209F}"/>
              </a:ext>
            </a:extLst>
          </p:cNvPr>
          <p:cNvSpPr/>
          <p:nvPr/>
        </p:nvSpPr>
        <p:spPr>
          <a:xfrm>
            <a:off x="1833880" y="3312160"/>
            <a:ext cx="8524240" cy="207264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200" dirty="0"/>
              <a:t>Input: "Tokenization is an important NLP task. It helps break down text into smaller units."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Output: ["Tokenization is an important NLP task.", "It helps break down text into smaller units."]</a:t>
            </a:r>
            <a:endParaRPr lang="en-AU" sz="2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21D5-428C-3FE5-28FB-89AF9A271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4353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ED5DE-84BA-0EDE-D60D-E27AFC6A3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69E4-0CD4-632E-7051-C96673A1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Types of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7192A-67FE-A632-9541-37B807320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b="1" dirty="0"/>
              <a:t>Word Tokenization</a:t>
            </a:r>
            <a:r>
              <a:rPr lang="en-AU" dirty="0"/>
              <a:t>: </a:t>
            </a:r>
            <a:r>
              <a:rPr lang="en-US" dirty="0"/>
              <a:t>This method breaks text down into individual words. It's the most common approach and is particularly effective for languages with clear word boundaries like English.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E459CC-BA58-9D53-B756-C7A7FFA202E7}"/>
              </a:ext>
            </a:extLst>
          </p:cNvPr>
          <p:cNvSpPr/>
          <p:nvPr/>
        </p:nvSpPr>
        <p:spPr>
          <a:xfrm>
            <a:off x="1833880" y="3586480"/>
            <a:ext cx="8524240" cy="207264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200" dirty="0"/>
              <a:t>Input: "Tokenization is an important NLP task."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Output: ["Tokenization", "is", "an", "important", "NLP", "task", "."]</a:t>
            </a:r>
            <a:endParaRPr lang="en-AU" sz="2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9C9C0-42CE-0D17-42D4-BE484E535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1160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78C4C-9DE8-00CD-0BC1-676AB230C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0A07B-5CE8-985D-86E0-1263E5EAB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Types of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6EEA7-8DBB-6FAD-D6B0-47950FC87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b="1" dirty="0"/>
              <a:t>Character Tokenization</a:t>
            </a:r>
            <a:r>
              <a:rPr lang="en-AU" dirty="0"/>
              <a:t>: </a:t>
            </a:r>
            <a:r>
              <a:rPr lang="en-US" dirty="0"/>
              <a:t>The text is segmented into individual characters.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E9AC77-0593-A5CE-4F1B-161090540540}"/>
              </a:ext>
            </a:extLst>
          </p:cNvPr>
          <p:cNvSpPr/>
          <p:nvPr/>
        </p:nvSpPr>
        <p:spPr>
          <a:xfrm>
            <a:off x="1833880" y="3169920"/>
            <a:ext cx="8524240" cy="207264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2200" dirty="0"/>
              <a:t>Input: "Tokenization"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Output: ["T", "o", "k", "e", "n", "i", "z", "a", "t", "i", "o", "n"]</a:t>
            </a:r>
            <a:endParaRPr lang="en-AU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8046AF-DB8B-7164-280F-CAAD6510D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2706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0B6A7-EE1C-AB97-94F2-413A633A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52B58-BB3D-17BF-02AB-854753C0A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Types of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1BA4A-6611-1759-36D9-D8F3858FA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b="1" dirty="0" err="1"/>
              <a:t>Subword</a:t>
            </a:r>
            <a:r>
              <a:rPr lang="en-AU" b="1" dirty="0"/>
              <a:t> Tokenization</a:t>
            </a:r>
            <a:r>
              <a:rPr lang="en-AU" dirty="0"/>
              <a:t>: </a:t>
            </a:r>
            <a:r>
              <a:rPr lang="en-US" dirty="0"/>
              <a:t>This method breaks text into units that might be larger than a single character but smaller than a full word. This approach is especially useful for languages that form meaning by combining smaller units or when dealing with out-of-vocabulary words in NLP tasks.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436B62-F584-02C8-3842-1CCD6C73B9BC}"/>
              </a:ext>
            </a:extLst>
          </p:cNvPr>
          <p:cNvSpPr/>
          <p:nvPr/>
        </p:nvSpPr>
        <p:spPr>
          <a:xfrm>
            <a:off x="1833880" y="3647440"/>
            <a:ext cx="8524240" cy="207264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200" dirty="0"/>
              <a:t>Input: "unusual"</a:t>
            </a:r>
          </a:p>
          <a:p>
            <a:pPr algn="just"/>
            <a:r>
              <a:rPr lang="en-US" sz="2200" dirty="0"/>
              <a:t>Output: ["un", "usual"]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Input: "chatbots"</a:t>
            </a:r>
          </a:p>
          <a:p>
            <a:pPr algn="just"/>
            <a:r>
              <a:rPr lang="en-US" sz="2200" dirty="0"/>
              <a:t>Output: ["chat", "bots"]</a:t>
            </a:r>
            <a:endParaRPr lang="en-AU" sz="2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CCBEA-CAB0-415C-5244-19B91F1FF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69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0F361-47A6-053A-FD73-571160AC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5BF5-D54D-6E8F-66D7-D099DEC2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Types of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582F8-2D14-8D48-1A87-C36D0DD2C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AU" b="1" dirty="0"/>
              <a:t>Phrase Tokenization</a:t>
            </a:r>
            <a:r>
              <a:rPr lang="en-AU" dirty="0"/>
              <a:t>: </a:t>
            </a:r>
            <a:r>
              <a:rPr lang="en-US" dirty="0"/>
              <a:t>We can also tokenize text into phrases or chunks that convey a specific meaning. For instance, the phrase “Los Angeles” might be a single token instead of two separate words.</a:t>
            </a:r>
            <a:endParaRPr lang="en-AU" dirty="0"/>
          </a:p>
          <a:p>
            <a:pPr algn="just"/>
            <a:r>
              <a:rPr lang="en-AU" b="1" dirty="0"/>
              <a:t>Number Tokenization</a:t>
            </a:r>
            <a:r>
              <a:rPr lang="en-AU" dirty="0"/>
              <a:t>: </a:t>
            </a:r>
            <a:r>
              <a:rPr lang="en-US" dirty="0"/>
              <a:t>Number tokenization uses digits as the primary component of the token and segments numbers from the rest of the body of text.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53B97B-BCE6-B42E-DEDA-56FF2DB1CE83}"/>
              </a:ext>
            </a:extLst>
          </p:cNvPr>
          <p:cNvSpPr/>
          <p:nvPr/>
        </p:nvSpPr>
        <p:spPr>
          <a:xfrm>
            <a:off x="1833880" y="4196080"/>
            <a:ext cx="8524240" cy="22453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200" dirty="0"/>
              <a:t>Input: "Los Angeles is the second-most populous city in the US"</a:t>
            </a:r>
          </a:p>
          <a:p>
            <a:pPr algn="just"/>
            <a:r>
              <a:rPr lang="en-US" sz="2200" dirty="0"/>
              <a:t>Output: ["Los Angeles", "is", "the", "second-most", "populous", "city", "in", "the", "US"]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Input: "She had 15 cats"</a:t>
            </a:r>
          </a:p>
          <a:p>
            <a:pPr algn="just"/>
            <a:r>
              <a:rPr lang="en-US" sz="2200" dirty="0"/>
              <a:t>Output: ["15"]</a:t>
            </a:r>
            <a:endParaRPr lang="en-AU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FAB36-EBE3-F877-7EF5-DCA92E95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65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6E70D-E499-856B-07B2-CDC5F810C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Issues in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B232A-8124-E1EF-543B-EFE4BC34B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Can't just blindly remove punctuation:</a:t>
            </a:r>
          </a:p>
          <a:p>
            <a:pPr lvl="1"/>
            <a:r>
              <a:rPr lang="en-US" sz="2200" dirty="0">
                <a:solidFill>
                  <a:srgbClr val="0070C0"/>
                </a:solidFill>
              </a:rPr>
              <a:t>m.p.h., Ph.D., AT&amp;T, </a:t>
            </a:r>
            <a:r>
              <a:rPr lang="en-US" sz="2200" dirty="0" err="1">
                <a:solidFill>
                  <a:srgbClr val="0070C0"/>
                </a:solidFill>
              </a:rPr>
              <a:t>cap’n</a:t>
            </a:r>
            <a:endParaRPr lang="en-US" sz="2200" dirty="0"/>
          </a:p>
          <a:p>
            <a:pPr lvl="1"/>
            <a:r>
              <a:rPr lang="en-US" sz="2200" dirty="0"/>
              <a:t>prices </a:t>
            </a:r>
            <a:r>
              <a:rPr lang="en-US" sz="2200" dirty="0">
                <a:solidFill>
                  <a:srgbClr val="0070C0"/>
                </a:solidFill>
              </a:rPr>
              <a:t>($45.55</a:t>
            </a:r>
            <a:r>
              <a:rPr lang="en-US" sz="2200" dirty="0"/>
              <a:t>)</a:t>
            </a:r>
          </a:p>
          <a:p>
            <a:pPr lvl="1"/>
            <a:r>
              <a:rPr lang="en-US" sz="2200" dirty="0"/>
              <a:t>dates (</a:t>
            </a:r>
            <a:r>
              <a:rPr lang="en-US" sz="2200" dirty="0">
                <a:solidFill>
                  <a:srgbClr val="0070C0"/>
                </a:solidFill>
              </a:rPr>
              <a:t>01/02/06</a:t>
            </a:r>
            <a:r>
              <a:rPr lang="en-US" sz="2200" dirty="0"/>
              <a:t>)</a:t>
            </a:r>
          </a:p>
          <a:p>
            <a:pPr lvl="1"/>
            <a:r>
              <a:rPr lang="en-US" sz="2200" dirty="0"/>
              <a:t>URLs (</a:t>
            </a:r>
            <a:r>
              <a:rPr lang="en-US" sz="2200" dirty="0">
                <a:solidFill>
                  <a:srgbClr val="0070C0"/>
                </a:solidFill>
              </a:rPr>
              <a:t>http://www.stanford.edu</a:t>
            </a:r>
            <a:r>
              <a:rPr lang="en-US" sz="2200" dirty="0"/>
              <a:t>)</a:t>
            </a:r>
          </a:p>
          <a:p>
            <a:pPr lvl="1"/>
            <a:r>
              <a:rPr lang="en-US" sz="2200" dirty="0"/>
              <a:t>hashtags (</a:t>
            </a:r>
            <a:r>
              <a:rPr lang="en-US" sz="2200" dirty="0">
                <a:solidFill>
                  <a:srgbClr val="0070C0"/>
                </a:solidFill>
              </a:rPr>
              <a:t>#nlproc</a:t>
            </a:r>
            <a:r>
              <a:rPr lang="en-US" sz="2200" dirty="0"/>
              <a:t>)</a:t>
            </a:r>
          </a:p>
          <a:p>
            <a:pPr lvl="1"/>
            <a:r>
              <a:rPr lang="en-US" sz="2200" dirty="0"/>
              <a:t>email addresses (</a:t>
            </a:r>
            <a:r>
              <a:rPr lang="en-US" sz="2200" dirty="0">
                <a:solidFill>
                  <a:srgbClr val="0070C0"/>
                </a:solidFill>
              </a:rPr>
              <a:t>someone@cs.colorado.edu</a:t>
            </a:r>
            <a:r>
              <a:rPr lang="en-US" sz="2200" dirty="0"/>
              <a:t>)</a:t>
            </a:r>
          </a:p>
          <a:p>
            <a:r>
              <a:rPr lang="en-US" dirty="0"/>
              <a:t>Clitic: a word that doesn't stand on its own</a:t>
            </a:r>
          </a:p>
          <a:p>
            <a:pPr lvl="1"/>
            <a:r>
              <a:rPr lang="en-US" sz="2200" dirty="0">
                <a:solidFill>
                  <a:srgbClr val="0070C0"/>
                </a:solidFill>
              </a:rPr>
              <a:t>"are" </a:t>
            </a:r>
            <a:r>
              <a:rPr lang="en-US" sz="2200" dirty="0">
                <a:solidFill>
                  <a:schemeClr val="tx1"/>
                </a:solidFill>
              </a:rPr>
              <a:t>in</a:t>
            </a:r>
            <a:r>
              <a:rPr lang="en-US" sz="2200" dirty="0">
                <a:solidFill>
                  <a:srgbClr val="0070C0"/>
                </a:solidFill>
              </a:rPr>
              <a:t> we're, </a:t>
            </a:r>
            <a:r>
              <a:rPr lang="en-US" sz="2200" dirty="0">
                <a:sym typeface="Wingdings" pitchFamily="2" charset="2"/>
              </a:rPr>
              <a:t>French "</a:t>
            </a:r>
            <a:r>
              <a:rPr lang="en-US" sz="2200" dirty="0">
                <a:solidFill>
                  <a:srgbClr val="0070C0"/>
                </a:solidFill>
                <a:sym typeface="Wingdings" pitchFamily="2" charset="2"/>
              </a:rPr>
              <a:t>je</a:t>
            </a:r>
            <a:r>
              <a:rPr lang="en-US" sz="2200" dirty="0">
                <a:sym typeface="Wingdings" pitchFamily="2" charset="2"/>
              </a:rPr>
              <a:t>" in </a:t>
            </a:r>
            <a:r>
              <a:rPr lang="en-US" sz="2200" dirty="0" err="1">
                <a:solidFill>
                  <a:srgbClr val="0070C0"/>
                </a:solidFill>
                <a:sym typeface="Wingdings" pitchFamily="2" charset="2"/>
              </a:rPr>
              <a:t>j'ai</a:t>
            </a:r>
            <a:r>
              <a:rPr lang="en-US" sz="2200" dirty="0">
                <a:solidFill>
                  <a:srgbClr val="0070C0"/>
                </a:solidFill>
                <a:sym typeface="Wingdings" pitchFamily="2" charset="2"/>
              </a:rPr>
              <a:t>,</a:t>
            </a:r>
            <a:r>
              <a:rPr lang="en-US" sz="2200" dirty="0">
                <a:sym typeface="Wingdings" pitchFamily="2" charset="2"/>
              </a:rPr>
              <a:t> "</a:t>
            </a:r>
            <a:r>
              <a:rPr lang="en-US" sz="2200" dirty="0">
                <a:solidFill>
                  <a:srgbClr val="0070C0"/>
                </a:solidFill>
                <a:sym typeface="Wingdings" pitchFamily="2" charset="2"/>
              </a:rPr>
              <a:t>le</a:t>
            </a:r>
            <a:r>
              <a:rPr lang="en-US" sz="2200" dirty="0">
                <a:sym typeface="Wingdings" pitchFamily="2" charset="2"/>
              </a:rPr>
              <a:t>" in </a:t>
            </a:r>
            <a:r>
              <a:rPr lang="en-US" sz="2200" dirty="0" err="1">
                <a:solidFill>
                  <a:srgbClr val="0070C0"/>
                </a:solidFill>
                <a:sym typeface="Wingdings" pitchFamily="2" charset="2"/>
              </a:rPr>
              <a:t>l'honneur</a:t>
            </a:r>
            <a:endParaRPr lang="en-US" sz="2200" dirty="0">
              <a:solidFill>
                <a:srgbClr val="0070C0"/>
              </a:solidFill>
              <a:sym typeface="Wingdings" pitchFamily="2" charset="2"/>
            </a:endParaRPr>
          </a:p>
          <a:p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When should multiword expressions (MWE) be words?</a:t>
            </a:r>
          </a:p>
          <a:p>
            <a:pPr lvl="1"/>
            <a:r>
              <a:rPr lang="en-US" sz="2200" dirty="0">
                <a:solidFill>
                  <a:srgbClr val="0070C0"/>
                </a:solidFill>
              </a:rPr>
              <a:t>New York, rock ’n’ roll 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4C3F4-C0FB-2B9D-AA4F-6D34A5E63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2817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07C88-6D30-F025-F3F1-52491BE0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Subword</a:t>
            </a:r>
            <a:r>
              <a:rPr lang="en-AU" dirty="0"/>
              <a:t>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6E3EE-D974-8284-A379-02812B968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We can use our data to automatically tell us what the tokens should be.</a:t>
            </a:r>
          </a:p>
          <a:p>
            <a:pPr algn="just"/>
            <a:r>
              <a:rPr lang="en-US" dirty="0"/>
              <a:t>This is especially useful in dealing with unknown words, an important problem in language processing.</a:t>
            </a:r>
          </a:p>
          <a:p>
            <a:pPr algn="just"/>
            <a:r>
              <a:rPr lang="en-US" dirty="0"/>
              <a:t>To deal with this unknown word problem, modern tokenizers automatically induce sets of tokens that include tokens smaller than words, called </a:t>
            </a:r>
            <a:r>
              <a:rPr lang="en-US" dirty="0" err="1"/>
              <a:t>subwords</a:t>
            </a:r>
            <a:r>
              <a:rPr lang="en-US" dirty="0"/>
              <a:t>.  </a:t>
            </a:r>
          </a:p>
          <a:p>
            <a:pPr algn="just"/>
            <a:r>
              <a:rPr lang="en-US" dirty="0" err="1"/>
              <a:t>Subwords</a:t>
            </a:r>
            <a:r>
              <a:rPr lang="en-US" dirty="0"/>
              <a:t> can be arbitrary substrings, or they can be meaning-bearing units like morphemes.</a:t>
            </a:r>
          </a:p>
          <a:p>
            <a:pPr algn="just"/>
            <a:r>
              <a:rPr lang="en-US" dirty="0"/>
              <a:t>A morpheme is the smallest meaning-bearing unit of a language; for example, the word </a:t>
            </a:r>
            <a:r>
              <a:rPr lang="en-US" i="1" dirty="0" err="1"/>
              <a:t>unwashable</a:t>
            </a:r>
            <a:r>
              <a:rPr lang="en-US" dirty="0"/>
              <a:t> has the morphemes un-, wash, and -able.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E5AAB-9949-4038-6D7B-AD2098D0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9428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3BC9E-3A1B-DC7E-F5E8-3F8889D02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7E5A2-B3D4-C608-1DE8-35D1B6128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Subword</a:t>
            </a:r>
            <a:r>
              <a:rPr lang="en-AU" dirty="0"/>
              <a:t>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8C4E-F4D6-3427-A6D0-D20073086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AU" dirty="0"/>
              <a:t>Three common algorithms:</a:t>
            </a:r>
          </a:p>
          <a:p>
            <a:pPr lvl="1" algn="just">
              <a:spcBef>
                <a:spcPts val="1200"/>
              </a:spcBef>
            </a:pPr>
            <a:r>
              <a:rPr lang="en-AU" sz="2200" b="1" dirty="0"/>
              <a:t>Byte-Pair Encoding</a:t>
            </a:r>
            <a:r>
              <a:rPr lang="en-AU" sz="2200" dirty="0"/>
              <a:t> (BPE) (</a:t>
            </a:r>
            <a:r>
              <a:rPr lang="en-AU" sz="2200" dirty="0" err="1"/>
              <a:t>Sennrich</a:t>
            </a:r>
            <a:r>
              <a:rPr lang="en-AU" sz="2200" dirty="0"/>
              <a:t> et al., 2016)</a:t>
            </a:r>
          </a:p>
          <a:p>
            <a:pPr lvl="1" algn="just"/>
            <a:r>
              <a:rPr lang="en-AU" sz="2200" b="1" dirty="0"/>
              <a:t>Unigram language </a:t>
            </a:r>
            <a:r>
              <a:rPr lang="en-AU" sz="2200" b="1" dirty="0" err="1"/>
              <a:t>modeling</a:t>
            </a:r>
            <a:r>
              <a:rPr lang="en-AU" sz="2200" b="1" dirty="0"/>
              <a:t> tokenization</a:t>
            </a:r>
            <a:r>
              <a:rPr lang="en-AU" sz="2200" dirty="0"/>
              <a:t> (Kudo, 2018)</a:t>
            </a:r>
          </a:p>
          <a:p>
            <a:pPr lvl="1" algn="just"/>
            <a:r>
              <a:rPr lang="en-AU" sz="2200" b="1" dirty="0" err="1"/>
              <a:t>WordPiece</a:t>
            </a:r>
            <a:r>
              <a:rPr lang="en-AU" sz="2200" dirty="0"/>
              <a:t> (Schuster and Nakajima, 2012)</a:t>
            </a:r>
          </a:p>
          <a:p>
            <a:pPr algn="just"/>
            <a:r>
              <a:rPr lang="en-US" dirty="0"/>
              <a:t>Most tokenization schemes have 2 parts:</a:t>
            </a:r>
          </a:p>
          <a:p>
            <a:pPr lvl="1" algn="just">
              <a:spcBef>
                <a:spcPts val="1200"/>
              </a:spcBef>
            </a:pPr>
            <a:r>
              <a:rPr lang="en-US" sz="2200" dirty="0"/>
              <a:t>A </a:t>
            </a:r>
            <a:r>
              <a:rPr lang="en-US" sz="2200" b="1" dirty="0"/>
              <a:t>token learner</a:t>
            </a:r>
            <a:r>
              <a:rPr lang="en-US" sz="2200" dirty="0"/>
              <a:t> that takes a raw training corpus and induces a vocabulary (a set of tokens). </a:t>
            </a:r>
          </a:p>
          <a:p>
            <a:pPr lvl="1" algn="just"/>
            <a:r>
              <a:rPr lang="en-US" sz="2200" dirty="0"/>
              <a:t>A </a:t>
            </a:r>
            <a:r>
              <a:rPr lang="en-US" sz="2200" b="1" dirty="0"/>
              <a:t>token </a:t>
            </a:r>
            <a:r>
              <a:rPr lang="en-US" sz="2200" b="1" dirty="0" err="1"/>
              <a:t>segmenter</a:t>
            </a:r>
            <a:r>
              <a:rPr lang="en-US" sz="2200" dirty="0"/>
              <a:t> that takes a raw test sentence and tokenizes it according to that vocabulary</a:t>
            </a:r>
          </a:p>
          <a:p>
            <a:pPr algn="just"/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1740A99-44F9-8915-CB55-3805BA31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572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6DBC-1841-5A4A-8BA4-FBF3E982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Pair Encoding (BPE) token learner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05ACC-321F-EA41-89C7-743AA17FB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2067560"/>
            <a:ext cx="10058401" cy="5098197"/>
          </a:xfrm>
        </p:spPr>
        <p:txBody>
          <a:bodyPr>
            <a:normAutofit/>
          </a:bodyPr>
          <a:lstStyle/>
          <a:p>
            <a:pPr marL="342900" indent="-342900"/>
            <a:r>
              <a:rPr lang="en-US" dirty="0"/>
              <a:t>Let vocabulary be the set of all individual characters </a:t>
            </a:r>
          </a:p>
          <a:p>
            <a:pPr marL="0" indent="0">
              <a:buNone/>
            </a:pPr>
            <a:r>
              <a:rPr lang="en-US" dirty="0"/>
              <a:t>	= {A, B, C, D,…, a, b, c, d….}</a:t>
            </a:r>
          </a:p>
          <a:p>
            <a:pPr marL="4572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C8E1ED-9F2E-24EC-4027-073A7CEF1325}"/>
              </a:ext>
            </a:extLst>
          </p:cNvPr>
          <p:cNvSpPr/>
          <p:nvPr/>
        </p:nvSpPr>
        <p:spPr>
          <a:xfrm>
            <a:off x="1452881" y="3404428"/>
            <a:ext cx="9347199" cy="28194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dirty="0"/>
              <a:t>Repeat:</a:t>
            </a:r>
          </a:p>
          <a:p>
            <a:pPr lvl="1"/>
            <a:r>
              <a:rPr lang="en-US" sz="2200" dirty="0"/>
              <a:t>Choose the two symbols that are most frequently adjacent in the training corpus (say 'A', 'B') </a:t>
            </a:r>
          </a:p>
          <a:p>
            <a:pPr lvl="1"/>
            <a:r>
              <a:rPr lang="en-US" sz="2200" dirty="0"/>
              <a:t>Add a new merged symbol 'AB' to the vocabulary</a:t>
            </a:r>
          </a:p>
          <a:p>
            <a:pPr lvl="1"/>
            <a:r>
              <a:rPr lang="en-US" sz="2200" dirty="0"/>
              <a:t>Replace every adjacent 'A' 'B' in the corpus with 'AB'. </a:t>
            </a:r>
          </a:p>
          <a:p>
            <a:r>
              <a:rPr lang="en-US" sz="2200" dirty="0"/>
              <a:t>Until k merges have been done.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5FC16-0141-3425-7BFE-4BDFF9BD1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553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429E5-EBD9-2046-8D47-165ECF0A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BPE token learner 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8AC05B-9311-E047-9AE9-2A8C66589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070" y="1701800"/>
            <a:ext cx="11731861" cy="4224867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C58EE9-2917-8246-CF34-0CDB7767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807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8A24-0632-6C4C-9278-CCFE919BD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Pair Encoding (BPE) Addendum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FD168-797C-4143-B522-B6C4D3E19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Most </a:t>
            </a:r>
            <a:r>
              <a:rPr lang="en-US" dirty="0" err="1"/>
              <a:t>subword</a:t>
            </a:r>
            <a:r>
              <a:rPr lang="en-US" dirty="0"/>
              <a:t> algorithms are run inside space-separated tokens. </a:t>
            </a:r>
          </a:p>
          <a:p>
            <a:pPr marL="0" indent="0">
              <a:buNone/>
            </a:pPr>
            <a:r>
              <a:rPr lang="en-US" dirty="0"/>
              <a:t>So we commonly first add a special end-of-word symbol '__' before space in training corpus</a:t>
            </a:r>
          </a:p>
          <a:p>
            <a:pPr marL="0" indent="0">
              <a:buNone/>
            </a:pPr>
            <a:r>
              <a:rPr lang="en-US" dirty="0"/>
              <a:t>Next, separate into letters.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3640B-25C9-7430-ED7A-02D03622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9766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EA588-CF79-6845-A0A9-764B0043A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BPE token learner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7611C3-7B80-1C45-B664-B5629AD86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7347" y="4220634"/>
            <a:ext cx="9838267" cy="245956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C99552-7DC1-C54E-B3E5-539CFEA0A21D}"/>
              </a:ext>
            </a:extLst>
          </p:cNvPr>
          <p:cNvSpPr txBox="1"/>
          <p:nvPr/>
        </p:nvSpPr>
        <p:spPr>
          <a:xfrm>
            <a:off x="1127760" y="1691640"/>
            <a:ext cx="11074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Original (very fascinating🙄) corpus:</a:t>
            </a:r>
          </a:p>
          <a:p>
            <a:endParaRPr lang="en-US" sz="1600" dirty="0"/>
          </a:p>
          <a:p>
            <a:r>
              <a:rPr lang="en-US" sz="2400" dirty="0">
                <a:solidFill>
                  <a:srgbClr val="0070C0"/>
                </a:solidFill>
              </a:rPr>
              <a:t>low low low low low lowest lowest newer newer </a:t>
            </a:r>
            <a:r>
              <a:rPr lang="en-US" sz="2400" dirty="0" err="1">
                <a:solidFill>
                  <a:srgbClr val="0070C0"/>
                </a:solidFill>
              </a:rPr>
              <a:t>newer</a:t>
            </a:r>
            <a:r>
              <a:rPr lang="en-US" sz="2400" dirty="0">
                <a:solidFill>
                  <a:srgbClr val="0070C0"/>
                </a:solidFill>
              </a:rPr>
              <a:t>       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newer newer newer wider wider wider new new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8FC4DC-36F7-3844-B27C-2F5130CA0D7E}"/>
              </a:ext>
            </a:extLst>
          </p:cNvPr>
          <p:cNvSpPr txBox="1"/>
          <p:nvPr/>
        </p:nvSpPr>
        <p:spPr>
          <a:xfrm>
            <a:off x="1113880" y="3231754"/>
            <a:ext cx="7666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Add end-of-word tokens, resulting in this vocabulary: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21AB7C-CB5B-E247-A6C1-2C4936EAC2CF}"/>
              </a:ext>
            </a:extLst>
          </p:cNvPr>
          <p:cNvSpPr txBox="1"/>
          <p:nvPr/>
        </p:nvSpPr>
        <p:spPr>
          <a:xfrm>
            <a:off x="2255520" y="4084321"/>
            <a:ext cx="2353658" cy="5128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8A0ED8-55BB-9B44-954F-8045E8920ACF}"/>
              </a:ext>
            </a:extLst>
          </p:cNvPr>
          <p:cNvSpPr/>
          <p:nvPr/>
        </p:nvSpPr>
        <p:spPr>
          <a:xfrm>
            <a:off x="944881" y="4195821"/>
            <a:ext cx="3779520" cy="24595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A7D73-D88C-44E7-AEC1-B5B467F8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2918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EA588-CF79-6845-A0A9-764B0043A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4320"/>
            <a:ext cx="9875520" cy="1356360"/>
          </a:xfrm>
        </p:spPr>
        <p:txBody>
          <a:bodyPr/>
          <a:lstStyle/>
          <a:p>
            <a:r>
              <a:rPr lang="en-US" dirty="0"/>
              <a:t>BPE token learner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7611C3-7B80-1C45-B664-B5629AD86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602" y="1284816"/>
            <a:ext cx="8576733" cy="214418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8FC4DC-36F7-3844-B27C-2F5130CA0D7E}"/>
              </a:ext>
            </a:extLst>
          </p:cNvPr>
          <p:cNvSpPr txBox="1"/>
          <p:nvPr/>
        </p:nvSpPr>
        <p:spPr>
          <a:xfrm>
            <a:off x="812800" y="3547986"/>
            <a:ext cx="22981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Merge </a:t>
            </a:r>
            <a:r>
              <a:rPr lang="en-US" sz="2400" dirty="0">
                <a:solidFill>
                  <a:srgbClr val="0070C0"/>
                </a:solidFill>
              </a:rPr>
              <a:t>e r</a:t>
            </a:r>
            <a:r>
              <a:rPr lang="en-US" sz="2400" dirty="0"/>
              <a:t> to </a:t>
            </a:r>
            <a:r>
              <a:rPr lang="en-US" sz="2400" dirty="0">
                <a:solidFill>
                  <a:srgbClr val="0070C0"/>
                </a:solidFill>
              </a:rPr>
              <a:t>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D99515-8604-9541-A4AB-613A44530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602" y="4423036"/>
            <a:ext cx="9415764" cy="21441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D6987-4733-65B1-E447-9C9FA19AD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7033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8FC4DC-36F7-3844-B27C-2F5130CA0D7E}"/>
              </a:ext>
            </a:extLst>
          </p:cNvPr>
          <p:cNvSpPr txBox="1"/>
          <p:nvPr/>
        </p:nvSpPr>
        <p:spPr>
          <a:xfrm>
            <a:off x="812800" y="3547986"/>
            <a:ext cx="2682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Merge </a:t>
            </a:r>
            <a:r>
              <a:rPr lang="en-US" sz="2400" dirty="0">
                <a:solidFill>
                  <a:srgbClr val="0070C0"/>
                </a:solidFill>
              </a:rPr>
              <a:t>er  _</a:t>
            </a:r>
            <a:r>
              <a:rPr lang="en-US" sz="2400" dirty="0"/>
              <a:t> to </a:t>
            </a:r>
            <a:r>
              <a:rPr lang="en-US" sz="2400" dirty="0">
                <a:solidFill>
                  <a:srgbClr val="0070C0"/>
                </a:solidFill>
              </a:rPr>
              <a:t>er_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D99515-8604-9541-A4AB-613A44530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1404241"/>
            <a:ext cx="9415764" cy="21441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5EFE4E-8F11-7E47-BFCD-4990551A4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233" y="4376344"/>
            <a:ext cx="8249920" cy="215482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F086C6F-C74E-068F-F7CC-C79709AE2906}"/>
              </a:ext>
            </a:extLst>
          </p:cNvPr>
          <p:cNvSpPr txBox="1">
            <a:spLocks/>
          </p:cNvSpPr>
          <p:nvPr/>
        </p:nvSpPr>
        <p:spPr>
          <a:xfrm>
            <a:off x="1143000" y="27432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BPE token learner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8E404BC-EF1E-877C-3A99-9D96E133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7527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8FC4DC-36F7-3844-B27C-2F5130CA0D7E}"/>
              </a:ext>
            </a:extLst>
          </p:cNvPr>
          <p:cNvSpPr txBox="1"/>
          <p:nvPr/>
        </p:nvSpPr>
        <p:spPr>
          <a:xfrm>
            <a:off x="812800" y="3547986"/>
            <a:ext cx="2548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Merge </a:t>
            </a:r>
            <a:r>
              <a:rPr lang="en-US" sz="2400" dirty="0">
                <a:solidFill>
                  <a:srgbClr val="0070C0"/>
                </a:solidFill>
              </a:rPr>
              <a:t>n  e  </a:t>
            </a:r>
            <a:r>
              <a:rPr lang="en-US" sz="2400" dirty="0"/>
              <a:t>to </a:t>
            </a:r>
            <a:r>
              <a:rPr lang="en-US" sz="2400" dirty="0">
                <a:solidFill>
                  <a:srgbClr val="0070C0"/>
                </a:solidFill>
              </a:rPr>
              <a:t>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5EFE4E-8F11-7E47-BFCD-4990551A4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5" y="1393156"/>
            <a:ext cx="8249920" cy="21548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608184-02FD-BF40-ADBB-FA548AF57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63" y="4241800"/>
            <a:ext cx="8680884" cy="215482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FC7EBCA-60B1-C7C2-877C-48C81470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4320"/>
            <a:ext cx="9875520" cy="1356360"/>
          </a:xfrm>
        </p:spPr>
        <p:txBody>
          <a:bodyPr/>
          <a:lstStyle/>
          <a:p>
            <a:r>
              <a:rPr lang="en-US" dirty="0"/>
              <a:t>BPE token learner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3AA35F0-54BD-B27C-91D3-DA4225D69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3822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8FC4DC-36F7-3844-B27C-2F5130CA0D7E}"/>
              </a:ext>
            </a:extLst>
          </p:cNvPr>
          <p:cNvSpPr txBox="1"/>
          <p:nvPr/>
        </p:nvSpPr>
        <p:spPr>
          <a:xfrm>
            <a:off x="683019" y="1645805"/>
            <a:ext cx="3169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next merges are:</a:t>
            </a:r>
            <a:endParaRPr lang="en-US" sz="2400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0A4A93-7DFF-3846-92BE-BD84C7DA0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1" y="2807815"/>
            <a:ext cx="11570063" cy="252306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900275C-E379-18FF-B7CD-108E8D37C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4320"/>
            <a:ext cx="9875520" cy="1356360"/>
          </a:xfrm>
        </p:spPr>
        <p:txBody>
          <a:bodyPr/>
          <a:lstStyle/>
          <a:p>
            <a:r>
              <a:rPr lang="en-US" dirty="0"/>
              <a:t>BPE token learner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FAE8D7-3194-CF89-F8E3-6C974FE09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9681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429E5-EBD9-2046-8D47-165ECF0A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BPE token </a:t>
            </a:r>
            <a:r>
              <a:rPr lang="en-US" b="1" dirty="0" err="1"/>
              <a:t>segmenter</a:t>
            </a:r>
            <a:r>
              <a:rPr lang="en-US" dirty="0"/>
              <a:t>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B8AEF-E371-1D41-B310-325C6FF25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35480"/>
            <a:ext cx="10586720" cy="54029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 the test data, run each merge learned from the training data:</a:t>
            </a:r>
          </a:p>
          <a:p>
            <a:pPr lvl="1"/>
            <a:r>
              <a:rPr lang="en-US" sz="2200" dirty="0"/>
              <a:t>Greedily</a:t>
            </a:r>
          </a:p>
          <a:p>
            <a:pPr lvl="1"/>
            <a:r>
              <a:rPr lang="en-US" sz="2200" dirty="0"/>
              <a:t>In the order we learned them</a:t>
            </a:r>
          </a:p>
          <a:p>
            <a:pPr lvl="1"/>
            <a:r>
              <a:rPr lang="en-US" sz="2200" dirty="0"/>
              <a:t>(test frequencies don't play a role)</a:t>
            </a:r>
          </a:p>
          <a:p>
            <a:pPr marL="0" indent="0">
              <a:buNone/>
            </a:pPr>
            <a:r>
              <a:rPr lang="en-US" dirty="0"/>
              <a:t>So: merge every </a:t>
            </a:r>
            <a:r>
              <a:rPr lang="en-US" dirty="0">
                <a:solidFill>
                  <a:srgbClr val="0070C0"/>
                </a:solidFill>
              </a:rPr>
              <a:t>e r</a:t>
            </a:r>
            <a:r>
              <a:rPr lang="en-US" dirty="0"/>
              <a:t> to </a:t>
            </a:r>
            <a:r>
              <a:rPr lang="en-US" dirty="0">
                <a:solidFill>
                  <a:srgbClr val="0070C0"/>
                </a:solidFill>
              </a:rPr>
              <a:t>er</a:t>
            </a:r>
            <a:r>
              <a:rPr lang="en-US" dirty="0"/>
              <a:t>, then merge </a:t>
            </a:r>
            <a:r>
              <a:rPr lang="en-US" dirty="0">
                <a:solidFill>
                  <a:srgbClr val="0070C0"/>
                </a:solidFill>
              </a:rPr>
              <a:t>er _</a:t>
            </a:r>
            <a:r>
              <a:rPr lang="en-US" dirty="0"/>
              <a:t> to </a:t>
            </a:r>
            <a:r>
              <a:rPr lang="en-US" dirty="0">
                <a:solidFill>
                  <a:srgbClr val="0070C0"/>
                </a:solidFill>
              </a:rPr>
              <a:t>er_</a:t>
            </a:r>
            <a:r>
              <a:rPr lang="en-US" dirty="0"/>
              <a:t>, etc.</a:t>
            </a:r>
          </a:p>
          <a:p>
            <a:r>
              <a:rPr lang="en-US" dirty="0"/>
              <a:t>Result: </a:t>
            </a:r>
          </a:p>
          <a:p>
            <a:pPr lvl="1"/>
            <a:r>
              <a:rPr lang="en-US" sz="2200" dirty="0"/>
              <a:t>Test set "n e w e r _" would be tokenized as a full word </a:t>
            </a:r>
          </a:p>
          <a:p>
            <a:pPr lvl="1"/>
            <a:r>
              <a:rPr lang="en-US" sz="2200" dirty="0"/>
              <a:t>Test set "l o w e r _" would be two tokens: "low er_"</a:t>
            </a:r>
          </a:p>
          <a:p>
            <a:pPr lvl="1"/>
            <a:endParaRPr lang="en-US" sz="2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2B348A-4611-777A-78B7-29509D64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8325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8DEA7-451E-6347-9C19-730043A72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BPE 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E7779-027C-FC46-B2AE-347809E23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59000"/>
            <a:ext cx="10891520" cy="4572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Usually include frequent words</a:t>
            </a:r>
          </a:p>
          <a:p>
            <a:pPr marL="0" indent="0">
              <a:buNone/>
            </a:pPr>
            <a:r>
              <a:rPr lang="en-US" dirty="0"/>
              <a:t>And frequent </a:t>
            </a:r>
            <a:r>
              <a:rPr lang="en-US" dirty="0" err="1"/>
              <a:t>subwords</a:t>
            </a:r>
            <a:endParaRPr lang="en-US" dirty="0"/>
          </a:p>
          <a:p>
            <a:pPr marL="611702" indent="-300559">
              <a:buFont typeface="Arial" panose="020B0604020202020204" pitchFamily="34" charset="0"/>
              <a:buChar char="•"/>
            </a:pPr>
            <a:r>
              <a:rPr lang="en-US" dirty="0"/>
              <a:t>Which are often morphemes like </a:t>
            </a:r>
            <a:r>
              <a:rPr lang="en-US" i="1" dirty="0"/>
              <a:t>-</a:t>
            </a:r>
            <a:r>
              <a:rPr lang="en-US" i="1" dirty="0" err="1"/>
              <a:t>est</a:t>
            </a:r>
            <a:r>
              <a:rPr lang="en-US" i="1" dirty="0"/>
              <a:t> </a:t>
            </a:r>
            <a:r>
              <a:rPr lang="en-US" dirty="0"/>
              <a:t>or </a:t>
            </a:r>
            <a:r>
              <a:rPr lang="en-US" i="1" dirty="0"/>
              <a:t>–er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2FB9B-EB64-8D04-10F0-448611584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3924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CEAE5-2E24-95F4-BDCC-4C184EF1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2D27C-7410-21C9-EB41-3493D8C44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Daniel </a:t>
            </a:r>
            <a:r>
              <a:rPr lang="en-US" dirty="0" err="1"/>
              <a:t>Jurafsky</a:t>
            </a:r>
            <a:r>
              <a:rPr lang="en-US" dirty="0"/>
              <a:t> and James H. Martin. 2024. Speech and Language Processing, 3rd edition.</a:t>
            </a:r>
            <a:endParaRPr lang="en-AU" dirty="0"/>
          </a:p>
          <a:p>
            <a:r>
              <a:rPr lang="en-AU" dirty="0"/>
              <a:t>https://www.coursera.org/articles/tokenization-nlp</a:t>
            </a:r>
          </a:p>
          <a:p>
            <a:r>
              <a:rPr lang="en-AU" dirty="0"/>
              <a:t>https://www.datacamp.com/blog/what-is-tokenization</a:t>
            </a:r>
          </a:p>
          <a:p>
            <a:r>
              <a:rPr lang="en-AU" dirty="0"/>
              <a:t>https://www.geeksforgeeks.org/nlp-how-tokenizing-text-sentence-words-works/</a:t>
            </a:r>
          </a:p>
          <a:p>
            <a:r>
              <a:rPr lang="en-AU" dirty="0"/>
              <a:t>https://www.analyticsvidhya.com/blog/2020/05/what-is-tokenization-nlp/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72D38-1562-70CA-57AC-086BA591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807779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624</TotalTime>
  <Words>1176</Words>
  <Application>Microsoft Office PowerPoint</Application>
  <PresentationFormat>Widescreen</PresentationFormat>
  <Paragraphs>143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Corbel</vt:lpstr>
      <vt:lpstr>Rockwell</vt:lpstr>
      <vt:lpstr>Times New Roman</vt:lpstr>
      <vt:lpstr>Tw Cen MT</vt:lpstr>
      <vt:lpstr>Wingdings</vt:lpstr>
      <vt:lpstr>Basis</vt:lpstr>
      <vt:lpstr>Text normalization 1: tokenization</vt:lpstr>
      <vt:lpstr>Text Normalization</vt:lpstr>
      <vt:lpstr>Tokenization</vt:lpstr>
      <vt:lpstr>Types of Tokenization</vt:lpstr>
      <vt:lpstr>Types of Tokenization</vt:lpstr>
      <vt:lpstr>Types of Tokenization</vt:lpstr>
      <vt:lpstr>Types of Tokenization</vt:lpstr>
      <vt:lpstr>Types of Tokenization</vt:lpstr>
      <vt:lpstr>Issues in Tokenization</vt:lpstr>
      <vt:lpstr>Subword Tokenization</vt:lpstr>
      <vt:lpstr>Subword Tokenization</vt:lpstr>
      <vt:lpstr>Byte Pair Encoding (BPE) token learner</vt:lpstr>
      <vt:lpstr>BPE token learner algorithm</vt:lpstr>
      <vt:lpstr>Byte Pair Encoding (BPE) Addendum</vt:lpstr>
      <vt:lpstr>BPE token learner</vt:lpstr>
      <vt:lpstr>BPE token learner</vt:lpstr>
      <vt:lpstr>PowerPoint Presentation</vt:lpstr>
      <vt:lpstr>BPE token learner</vt:lpstr>
      <vt:lpstr>BPE token learner</vt:lpstr>
      <vt:lpstr>BPE token segmenter algorithm</vt:lpstr>
      <vt:lpstr>Properties of BPE tokens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Abdus Salam</dc:creator>
  <cp:lastModifiedBy>Abdus Salam</cp:lastModifiedBy>
  <cp:revision>1</cp:revision>
  <dcterms:created xsi:type="dcterms:W3CDTF">2025-03-08T08:28:56Z</dcterms:created>
  <dcterms:modified xsi:type="dcterms:W3CDTF">2025-03-09T17:32:44Z</dcterms:modified>
</cp:coreProperties>
</file>