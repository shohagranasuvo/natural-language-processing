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65" r:id="rId9"/>
    <p:sldId id="262" r:id="rId10"/>
    <p:sldId id="278" r:id="rId11"/>
    <p:sldId id="279" r:id="rId12"/>
    <p:sldId id="264" r:id="rId13"/>
    <p:sldId id="267" r:id="rId14"/>
    <p:sldId id="266" r:id="rId15"/>
    <p:sldId id="280" r:id="rId16"/>
    <p:sldId id="268" r:id="rId17"/>
    <p:sldId id="269" r:id="rId18"/>
    <p:sldId id="270" r:id="rId19"/>
    <p:sldId id="271" r:id="rId20"/>
    <p:sldId id="281" r:id="rId21"/>
    <p:sldId id="282" r:id="rId22"/>
    <p:sldId id="273" r:id="rId23"/>
    <p:sldId id="283" r:id="rId24"/>
    <p:sldId id="284" r:id="rId25"/>
    <p:sldId id="287" r:id="rId26"/>
    <p:sldId id="274" r:id="rId27"/>
    <p:sldId id="276" r:id="rId28"/>
    <p:sldId id="285" r:id="rId29"/>
    <p:sldId id="286" r:id="rId30"/>
    <p:sldId id="27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4FEB9-E0C0-48D1-ABEE-E519F71E0914}" v="25" dt="2025-03-15T06:21:36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s Salam" userId="0e2b1981-3d04-4857-a4cb-b2b53ead0854" providerId="ADAL" clId="{313F31DE-719E-4E30-8CC6-90A00F039889}"/>
    <pc:docChg chg="undo redo custSel addSld modSld">
      <pc:chgData name="Abdus Salam" userId="0e2b1981-3d04-4857-a4cb-b2b53ead0854" providerId="ADAL" clId="{313F31DE-719E-4E30-8CC6-90A00F039889}" dt="2025-03-09T17:32:36.398" v="1245" actId="120"/>
      <pc:docMkLst>
        <pc:docMk/>
      </pc:docMkLst>
      <pc:sldChg chg="modSp new mod">
        <pc:chgData name="Abdus Salam" userId="0e2b1981-3d04-4857-a4cb-b2b53ead0854" providerId="ADAL" clId="{313F31DE-719E-4E30-8CC6-90A00F039889}" dt="2025-03-09T17:30:55.449" v="1234" actId="20577"/>
        <pc:sldMkLst>
          <pc:docMk/>
          <pc:sldMk cId="1470503968" sldId="256"/>
        </pc:sldMkLst>
        <pc:spChg chg="mod">
          <ac:chgData name="Abdus Salam" userId="0e2b1981-3d04-4857-a4cb-b2b53ead0854" providerId="ADAL" clId="{313F31DE-719E-4E30-8CC6-90A00F039889}" dt="2025-03-09T17:30:55.449" v="1234" actId="20577"/>
          <ac:spMkLst>
            <pc:docMk/>
            <pc:sldMk cId="1470503968" sldId="256"/>
            <ac:spMk id="2" creationId="{64429CC2-3BB3-4DC9-24A3-84A608D544C1}"/>
          </ac:spMkLst>
        </pc:spChg>
        <pc:spChg chg="mod">
          <ac:chgData name="Abdus Salam" userId="0e2b1981-3d04-4857-a4cb-b2b53ead0854" providerId="ADAL" clId="{313F31DE-719E-4E30-8CC6-90A00F039889}" dt="2025-03-08T08:30:36.592" v="75" actId="20577"/>
          <ac:spMkLst>
            <pc:docMk/>
            <pc:sldMk cId="1470503968" sldId="256"/>
            <ac:spMk id="3" creationId="{40B938EC-878C-7438-22ED-7A7E2C3EC52E}"/>
          </ac:spMkLst>
        </pc:spChg>
      </pc:sldChg>
      <pc:sldChg chg="addSp modSp new mod">
        <pc:chgData name="Abdus Salam" userId="0e2b1981-3d04-4857-a4cb-b2b53ead0854" providerId="ADAL" clId="{313F31DE-719E-4E30-8CC6-90A00F039889}" dt="2025-03-08T18:55:29.673" v="1208" actId="1076"/>
        <pc:sldMkLst>
          <pc:docMk/>
          <pc:sldMk cId="3842854502" sldId="257"/>
        </pc:sldMkLst>
      </pc:sldChg>
      <pc:sldChg chg="modSp new mod">
        <pc:chgData name="Abdus Salam" userId="0e2b1981-3d04-4857-a4cb-b2b53ead0854" providerId="ADAL" clId="{313F31DE-719E-4E30-8CC6-90A00F039889}" dt="2025-03-08T09:19:05.538" v="393" actId="20577"/>
        <pc:sldMkLst>
          <pc:docMk/>
          <pc:sldMk cId="882038523" sldId="258"/>
        </pc:sldMkLst>
      </pc:sldChg>
      <pc:sldChg chg="addSp modSp new mod">
        <pc:chgData name="Abdus Salam" userId="0e2b1981-3d04-4857-a4cb-b2b53ead0854" providerId="ADAL" clId="{313F31DE-719E-4E30-8CC6-90A00F039889}" dt="2025-03-08T09:27:59.152" v="493" actId="1036"/>
        <pc:sldMkLst>
          <pc:docMk/>
          <pc:sldMk cId="1614353595" sldId="259"/>
        </pc:sldMkLst>
      </pc:sldChg>
      <pc:sldChg chg="addSp modSp add mod">
        <pc:chgData name="Abdus Salam" userId="0e2b1981-3d04-4857-a4cb-b2b53ead0854" providerId="ADAL" clId="{313F31DE-719E-4E30-8CC6-90A00F039889}" dt="2025-03-08T10:53:32.258" v="522" actId="6549"/>
        <pc:sldMkLst>
          <pc:docMk/>
          <pc:sldMk cId="1561160940" sldId="260"/>
        </pc:sldMkLst>
      </pc:sldChg>
      <pc:sldChg chg="modSp add mod">
        <pc:chgData name="Abdus Salam" userId="0e2b1981-3d04-4857-a4cb-b2b53ead0854" providerId="ADAL" clId="{313F31DE-719E-4E30-8CC6-90A00F039889}" dt="2025-03-08T11:22:32.865" v="556" actId="1035"/>
        <pc:sldMkLst>
          <pc:docMk/>
          <pc:sldMk cId="2922706402" sldId="261"/>
        </pc:sldMkLst>
      </pc:sldChg>
      <pc:sldChg chg="addSp modSp add mod">
        <pc:chgData name="Abdus Salam" userId="0e2b1981-3d04-4857-a4cb-b2b53ead0854" providerId="ADAL" clId="{313F31DE-719E-4E30-8CC6-90A00F039889}" dt="2025-03-08T11:27:33.150" v="646" actId="20577"/>
        <pc:sldMkLst>
          <pc:docMk/>
          <pc:sldMk cId="409669593" sldId="262"/>
        </pc:sldMkLst>
      </pc:sldChg>
      <pc:sldChg chg="modSp add mod">
        <pc:chgData name="Abdus Salam" userId="0e2b1981-3d04-4857-a4cb-b2b53ead0854" providerId="ADAL" clId="{313F31DE-719E-4E30-8CC6-90A00F039889}" dt="2025-03-08T11:37:25.847" v="817" actId="1036"/>
        <pc:sldMkLst>
          <pc:docMk/>
          <pc:sldMk cId="2333659990" sldId="263"/>
        </pc:sldMkLst>
      </pc:sldChg>
      <pc:sldChg chg="modSp new mod">
        <pc:chgData name="Abdus Salam" userId="0e2b1981-3d04-4857-a4cb-b2b53ead0854" providerId="ADAL" clId="{313F31DE-719E-4E30-8CC6-90A00F039889}" dt="2025-03-08T11:41:04.398" v="834" actId="255"/>
        <pc:sldMkLst>
          <pc:docMk/>
          <pc:sldMk cId="3872817785" sldId="264"/>
        </pc:sldMkLst>
      </pc:sldChg>
      <pc:sldChg chg="modSp new mod">
        <pc:chgData name="Abdus Salam" userId="0e2b1981-3d04-4857-a4cb-b2b53ead0854" providerId="ADAL" clId="{313F31DE-719E-4E30-8CC6-90A00F039889}" dt="2025-03-08T15:26:01.372" v="1078" actId="20577"/>
        <pc:sldMkLst>
          <pc:docMk/>
          <pc:sldMk cId="2709428887" sldId="265"/>
        </pc:sldMkLst>
      </pc:sldChg>
      <pc:sldChg chg="addSp delSp modSp add mod">
        <pc:chgData name="Abdus Salam" userId="0e2b1981-3d04-4857-a4cb-b2b53ead0854" providerId="ADAL" clId="{313F31DE-719E-4E30-8CC6-90A00F039889}" dt="2025-03-08T15:28:15.550" v="1085" actId="113"/>
        <pc:sldMkLst>
          <pc:docMk/>
          <pc:sldMk cId="3524572329" sldId="266"/>
        </pc:sldMkLst>
      </pc:sldChg>
      <pc:sldChg chg="addSp delSp modSp mod addAnim delAnim">
        <pc:chgData name="Abdus Salam" userId="0e2b1981-3d04-4857-a4cb-b2b53ead0854" providerId="ADAL" clId="{313F31DE-719E-4E30-8CC6-90A00F039889}" dt="2025-03-08T15:33:32.562" v="1130" actId="1038"/>
        <pc:sldMkLst>
          <pc:docMk/>
          <pc:sldMk cId="2812918966" sldId="488"/>
        </pc:sldMkLst>
      </pc:sldChg>
      <pc:sldChg chg="modSp mod">
        <pc:chgData name="Abdus Salam" userId="0e2b1981-3d04-4857-a4cb-b2b53ead0854" providerId="ADAL" clId="{313F31DE-719E-4E30-8CC6-90A00F039889}" dt="2025-03-08T15:24:19.564" v="1012" actId="1035"/>
        <pc:sldMkLst>
          <pc:docMk/>
          <pc:sldMk cId="1297033771" sldId="489"/>
        </pc:sldMkLst>
      </pc:sldChg>
      <pc:sldChg chg="addSp delSp modSp mod">
        <pc:chgData name="Abdus Salam" userId="0e2b1981-3d04-4857-a4cb-b2b53ead0854" providerId="ADAL" clId="{313F31DE-719E-4E30-8CC6-90A00F039889}" dt="2025-03-08T15:24:40.122" v="1015" actId="478"/>
        <pc:sldMkLst>
          <pc:docMk/>
          <pc:sldMk cId="4277527587" sldId="490"/>
        </pc:sldMkLst>
      </pc:sldChg>
      <pc:sldChg chg="addSp delSp modSp mod">
        <pc:chgData name="Abdus Salam" userId="0e2b1981-3d04-4857-a4cb-b2b53ead0854" providerId="ADAL" clId="{313F31DE-719E-4E30-8CC6-90A00F039889}" dt="2025-03-08T15:24:50.139" v="1018"/>
        <pc:sldMkLst>
          <pc:docMk/>
          <pc:sldMk cId="1713822321" sldId="491"/>
        </pc:sldMkLst>
      </pc:sldChg>
      <pc:sldChg chg="addSp delSp modSp mod">
        <pc:chgData name="Abdus Salam" userId="0e2b1981-3d04-4857-a4cb-b2b53ead0854" providerId="ADAL" clId="{313F31DE-719E-4E30-8CC6-90A00F039889}" dt="2025-03-08T15:25:01.707" v="1021"/>
        <pc:sldMkLst>
          <pc:docMk/>
          <pc:sldMk cId="3929681540" sldId="492"/>
        </pc:sldMkLst>
      </pc:sldChg>
      <pc:sldChg chg="modSp mod">
        <pc:chgData name="Abdus Salam" userId="0e2b1981-3d04-4857-a4cb-b2b53ead0854" providerId="ADAL" clId="{313F31DE-719E-4E30-8CC6-90A00F039889}" dt="2025-03-08T15:25:19.904" v="1053" actId="255"/>
        <pc:sldMkLst>
          <pc:docMk/>
          <pc:sldMk cId="1688325298" sldId="494"/>
        </pc:sldMkLst>
      </pc:sldChg>
      <pc:sldChg chg="modSp mod">
        <pc:chgData name="Abdus Salam" userId="0e2b1981-3d04-4857-a4cb-b2b53ead0854" providerId="ADAL" clId="{313F31DE-719E-4E30-8CC6-90A00F039889}" dt="2025-03-08T15:27:16.728" v="1079" actId="6549"/>
        <pc:sldMkLst>
          <pc:docMk/>
          <pc:sldMk cId="1023924393" sldId="497"/>
        </pc:sldMkLst>
      </pc:sldChg>
      <pc:sldChg chg="addSp delSp modSp mod">
        <pc:chgData name="Abdus Salam" userId="0e2b1981-3d04-4857-a4cb-b2b53ead0854" providerId="ADAL" clId="{313F31DE-719E-4E30-8CC6-90A00F039889}" dt="2025-03-08T15:33:06.300" v="1107" actId="1076"/>
        <pc:sldMkLst>
          <pc:docMk/>
          <pc:sldMk cId="2276553293" sldId="507"/>
        </pc:sldMkLst>
      </pc:sldChg>
      <pc:sldChg chg="modSp new mod">
        <pc:chgData name="Abdus Salam" userId="0e2b1981-3d04-4857-a4cb-b2b53ead0854" providerId="ADAL" clId="{313F31DE-719E-4E30-8CC6-90A00F039889}" dt="2025-03-09T17:32:36.398" v="1245" actId="120"/>
        <pc:sldMkLst>
          <pc:docMk/>
          <pc:sldMk cId="962807779" sldId="509"/>
        </pc:sldMkLst>
      </pc:sldChg>
    </pc:docChg>
  </pc:docChgLst>
  <pc:docChgLst>
    <pc:chgData name="Abdus Salam" userId="0e2b1981-3d04-4857-a4cb-b2b53ead0854" providerId="ADAL" clId="{4564FEB9-E0C0-48D1-ABEE-E519F71E0914}"/>
    <pc:docChg chg="undo redo custSel addSld delSld modSld sldOrd">
      <pc:chgData name="Abdus Salam" userId="0e2b1981-3d04-4857-a4cb-b2b53ead0854" providerId="ADAL" clId="{4564FEB9-E0C0-48D1-ABEE-E519F71E0914}" dt="2025-03-17T16:38:13.589" v="2679" actId="113"/>
      <pc:docMkLst>
        <pc:docMk/>
      </pc:docMkLst>
      <pc:sldChg chg="modSp mod">
        <pc:chgData name="Abdus Salam" userId="0e2b1981-3d04-4857-a4cb-b2b53ead0854" providerId="ADAL" clId="{4564FEB9-E0C0-48D1-ABEE-E519F71E0914}" dt="2025-03-14T19:56:12.782" v="1940" actId="20577"/>
        <pc:sldMkLst>
          <pc:docMk/>
          <pc:sldMk cId="1470503968" sldId="256"/>
        </pc:sldMkLst>
        <pc:spChg chg="mod">
          <ac:chgData name="Abdus Salam" userId="0e2b1981-3d04-4857-a4cb-b2b53ead0854" providerId="ADAL" clId="{4564FEB9-E0C0-48D1-ABEE-E519F71E0914}" dt="2025-03-14T19:56:12.782" v="1940" actId="20577"/>
          <ac:spMkLst>
            <pc:docMk/>
            <pc:sldMk cId="1470503968" sldId="256"/>
            <ac:spMk id="2" creationId="{64429CC2-3BB3-4DC9-24A3-84A608D544C1}"/>
          </ac:spMkLst>
        </pc:spChg>
      </pc:sldChg>
      <pc:sldChg chg="modSp new mod">
        <pc:chgData name="Abdus Salam" userId="0e2b1981-3d04-4857-a4cb-b2b53ead0854" providerId="ADAL" clId="{4564FEB9-E0C0-48D1-ABEE-E519F71E0914}" dt="2025-03-14T10:27:39.981" v="264" actId="20577"/>
        <pc:sldMkLst>
          <pc:docMk/>
          <pc:sldMk cId="419887390" sldId="257"/>
        </pc:sldMkLst>
        <pc:spChg chg="mod">
          <ac:chgData name="Abdus Salam" userId="0e2b1981-3d04-4857-a4cb-b2b53ead0854" providerId="ADAL" clId="{4564FEB9-E0C0-48D1-ABEE-E519F71E0914}" dt="2025-03-14T09:44:13.296" v="38" actId="20577"/>
          <ac:spMkLst>
            <pc:docMk/>
            <pc:sldMk cId="419887390" sldId="257"/>
            <ac:spMk id="2" creationId="{9FCCD94C-7A1F-58A9-D2AA-2F54D85D8732}"/>
          </ac:spMkLst>
        </pc:spChg>
        <pc:spChg chg="mod">
          <ac:chgData name="Abdus Salam" userId="0e2b1981-3d04-4857-a4cb-b2b53ead0854" providerId="ADAL" clId="{4564FEB9-E0C0-48D1-ABEE-E519F71E0914}" dt="2025-03-14T10:27:39.981" v="264" actId="20577"/>
          <ac:spMkLst>
            <pc:docMk/>
            <pc:sldMk cId="419887390" sldId="257"/>
            <ac:spMk id="3" creationId="{4AA8B7E3-53D6-1212-555B-BA4AFB4E8CD0}"/>
          </ac:spMkLst>
        </pc:spChg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3842854502" sldId="257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882038523" sldId="258"/>
        </pc:sldMkLst>
      </pc:sldChg>
      <pc:sldChg chg="modSp new mod">
        <pc:chgData name="Abdus Salam" userId="0e2b1981-3d04-4857-a4cb-b2b53ead0854" providerId="ADAL" clId="{4564FEB9-E0C0-48D1-ABEE-E519F71E0914}" dt="2025-03-14T16:15:13.123" v="764" actId="6549"/>
        <pc:sldMkLst>
          <pc:docMk/>
          <pc:sldMk cId="1259194799" sldId="258"/>
        </pc:sldMkLst>
        <pc:spChg chg="mod">
          <ac:chgData name="Abdus Salam" userId="0e2b1981-3d04-4857-a4cb-b2b53ead0854" providerId="ADAL" clId="{4564FEB9-E0C0-48D1-ABEE-E519F71E0914}" dt="2025-03-14T16:15:13.123" v="764" actId="6549"/>
          <ac:spMkLst>
            <pc:docMk/>
            <pc:sldMk cId="1259194799" sldId="258"/>
            <ac:spMk id="2" creationId="{38A9F07E-2706-FABF-082D-B5016A3C698D}"/>
          </ac:spMkLst>
        </pc:spChg>
        <pc:spChg chg="mod">
          <ac:chgData name="Abdus Salam" userId="0e2b1981-3d04-4857-a4cb-b2b53ead0854" providerId="ADAL" clId="{4564FEB9-E0C0-48D1-ABEE-E519F71E0914}" dt="2025-03-14T10:18:25.259" v="143" actId="5793"/>
          <ac:spMkLst>
            <pc:docMk/>
            <pc:sldMk cId="1259194799" sldId="258"/>
            <ac:spMk id="3" creationId="{A4592A01-7B64-27DC-5BEB-B1E8BD57563B}"/>
          </ac:spMkLst>
        </pc:spChg>
      </pc:sldChg>
      <pc:sldChg chg="modSp new mod">
        <pc:chgData name="Abdus Salam" userId="0e2b1981-3d04-4857-a4cb-b2b53ead0854" providerId="ADAL" clId="{4564FEB9-E0C0-48D1-ABEE-E519F71E0914}" dt="2025-03-15T05:47:22.077" v="2177" actId="113"/>
        <pc:sldMkLst>
          <pc:docMk/>
          <pc:sldMk cId="484327693" sldId="259"/>
        </pc:sldMkLst>
        <pc:spChg chg="mod">
          <ac:chgData name="Abdus Salam" userId="0e2b1981-3d04-4857-a4cb-b2b53ead0854" providerId="ADAL" clId="{4564FEB9-E0C0-48D1-ABEE-E519F71E0914}" dt="2025-03-14T10:36:34.509" v="284" actId="20577"/>
          <ac:spMkLst>
            <pc:docMk/>
            <pc:sldMk cId="484327693" sldId="259"/>
            <ac:spMk id="2" creationId="{983D52E5-7156-D014-040F-CC7094CAE746}"/>
          </ac:spMkLst>
        </pc:spChg>
        <pc:spChg chg="mod">
          <ac:chgData name="Abdus Salam" userId="0e2b1981-3d04-4857-a4cb-b2b53ead0854" providerId="ADAL" clId="{4564FEB9-E0C0-48D1-ABEE-E519F71E0914}" dt="2025-03-15T05:47:22.077" v="2177" actId="113"/>
          <ac:spMkLst>
            <pc:docMk/>
            <pc:sldMk cId="484327693" sldId="259"/>
            <ac:spMk id="3" creationId="{0477FEF6-D3ED-D5E5-36B7-EDF167EB8994}"/>
          </ac:spMkLst>
        </pc:spChg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1614353595" sldId="259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1561160940" sldId="260"/>
        </pc:sldMkLst>
      </pc:sldChg>
      <pc:sldChg chg="addSp delSp modSp add mod">
        <pc:chgData name="Abdus Salam" userId="0e2b1981-3d04-4857-a4cb-b2b53ead0854" providerId="ADAL" clId="{4564FEB9-E0C0-48D1-ABEE-E519F71E0914}" dt="2025-03-15T05:56:18.478" v="2292" actId="478"/>
        <pc:sldMkLst>
          <pc:docMk/>
          <pc:sldMk cId="3962851701" sldId="260"/>
        </pc:sldMkLst>
        <pc:spChg chg="mod">
          <ac:chgData name="Abdus Salam" userId="0e2b1981-3d04-4857-a4cb-b2b53ead0854" providerId="ADAL" clId="{4564FEB9-E0C0-48D1-ABEE-E519F71E0914}" dt="2025-03-14T10:46:40.381" v="447" actId="6549"/>
          <ac:spMkLst>
            <pc:docMk/>
            <pc:sldMk cId="3962851701" sldId="260"/>
            <ac:spMk id="3" creationId="{BE08DB3B-03ED-0553-9A30-CD483CF1316B}"/>
          </ac:spMkLst>
        </pc:spChg>
        <pc:spChg chg="add mod">
          <ac:chgData name="Abdus Salam" userId="0e2b1981-3d04-4857-a4cb-b2b53ead0854" providerId="ADAL" clId="{4564FEB9-E0C0-48D1-ABEE-E519F71E0914}" dt="2025-03-14T16:16:47.164" v="769" actId="6549"/>
          <ac:spMkLst>
            <pc:docMk/>
            <pc:sldMk cId="3962851701" sldId="260"/>
            <ac:spMk id="5" creationId="{C799F326-ECAC-96DC-979A-9C9D3BDF23EA}"/>
          </ac:spMkLst>
        </pc:spChg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2922706402" sldId="261"/>
        </pc:sldMkLst>
      </pc:sldChg>
      <pc:sldChg chg="addSp modSp new mod">
        <pc:chgData name="Abdus Salam" userId="0e2b1981-3d04-4857-a4cb-b2b53ead0854" providerId="ADAL" clId="{4564FEB9-E0C0-48D1-ABEE-E519F71E0914}" dt="2025-03-15T05:48:28.026" v="2232" actId="20577"/>
        <pc:sldMkLst>
          <pc:docMk/>
          <pc:sldMk cId="3776848493" sldId="261"/>
        </pc:sldMkLst>
        <pc:spChg chg="mod">
          <ac:chgData name="Abdus Salam" userId="0e2b1981-3d04-4857-a4cb-b2b53ead0854" providerId="ADAL" clId="{4564FEB9-E0C0-48D1-ABEE-E519F71E0914}" dt="2025-03-14T11:08:29.245" v="500" actId="20577"/>
          <ac:spMkLst>
            <pc:docMk/>
            <pc:sldMk cId="3776848493" sldId="261"/>
            <ac:spMk id="2" creationId="{92AAD808-A2AF-CB0A-9695-B4E11FA7018B}"/>
          </ac:spMkLst>
        </pc:spChg>
        <pc:spChg chg="mod">
          <ac:chgData name="Abdus Salam" userId="0e2b1981-3d04-4857-a4cb-b2b53ead0854" providerId="ADAL" clId="{4564FEB9-E0C0-48D1-ABEE-E519F71E0914}" dt="2025-03-15T05:48:03.521" v="2194" actId="113"/>
          <ac:spMkLst>
            <pc:docMk/>
            <pc:sldMk cId="3776848493" sldId="261"/>
            <ac:spMk id="3" creationId="{14A47E8D-CFDD-2737-259A-D2E4D2C55861}"/>
          </ac:spMkLst>
        </pc:spChg>
        <pc:spChg chg="add mod">
          <ac:chgData name="Abdus Salam" userId="0e2b1981-3d04-4857-a4cb-b2b53ead0854" providerId="ADAL" clId="{4564FEB9-E0C0-48D1-ABEE-E519F71E0914}" dt="2025-03-15T05:48:28.026" v="2232" actId="20577"/>
          <ac:spMkLst>
            <pc:docMk/>
            <pc:sldMk cId="3776848493" sldId="261"/>
            <ac:spMk id="5" creationId="{D403486F-2E7D-A4D8-3C1E-EB74B74715AE}"/>
          </ac:spMkLst>
        </pc:spChg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409669593" sldId="262"/>
        </pc:sldMkLst>
      </pc:sldChg>
      <pc:sldChg chg="addSp delSp modSp new mod">
        <pc:chgData name="Abdus Salam" userId="0e2b1981-3d04-4857-a4cb-b2b53ead0854" providerId="ADAL" clId="{4564FEB9-E0C0-48D1-ABEE-E519F71E0914}" dt="2025-03-15T05:56:34.252" v="2295" actId="478"/>
        <pc:sldMkLst>
          <pc:docMk/>
          <pc:sldMk cId="1509290446" sldId="262"/>
        </pc:sldMkLst>
        <pc:spChg chg="mod">
          <ac:chgData name="Abdus Salam" userId="0e2b1981-3d04-4857-a4cb-b2b53ead0854" providerId="ADAL" clId="{4564FEB9-E0C0-48D1-ABEE-E519F71E0914}" dt="2025-03-14T16:15:54.512" v="766"/>
          <ac:spMkLst>
            <pc:docMk/>
            <pc:sldMk cId="1509290446" sldId="262"/>
            <ac:spMk id="2" creationId="{BD4634E2-BC40-00B3-1A0F-05A607CC2CFD}"/>
          </ac:spMkLst>
        </pc:spChg>
        <pc:spChg chg="add mod">
          <ac:chgData name="Abdus Salam" userId="0e2b1981-3d04-4857-a4cb-b2b53ead0854" providerId="ADAL" clId="{4564FEB9-E0C0-48D1-ABEE-E519F71E0914}" dt="2025-03-14T17:35:36.333" v="847" actId="1036"/>
          <ac:spMkLst>
            <pc:docMk/>
            <pc:sldMk cId="1509290446" sldId="262"/>
            <ac:spMk id="5" creationId="{157CDFC4-50E3-8C2B-8528-CD745353A1E7}"/>
          </ac:spMkLst>
        </pc:spChg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2333659990" sldId="263"/>
        </pc:sldMkLst>
      </pc:sldChg>
      <pc:sldChg chg="add del">
        <pc:chgData name="Abdus Salam" userId="0e2b1981-3d04-4857-a4cb-b2b53ead0854" providerId="ADAL" clId="{4564FEB9-E0C0-48D1-ABEE-E519F71E0914}" dt="2025-03-14T17:40:51.923" v="882" actId="47"/>
        <pc:sldMkLst>
          <pc:docMk/>
          <pc:sldMk cId="3930448783" sldId="263"/>
        </pc:sldMkLst>
      </pc:sldChg>
      <pc:sldChg chg="modSp new mod modNotesTx">
        <pc:chgData name="Abdus Salam" userId="0e2b1981-3d04-4857-a4cb-b2b53ead0854" providerId="ADAL" clId="{4564FEB9-E0C0-48D1-ABEE-E519F71E0914}" dt="2025-03-15T05:51:04.154" v="2250"/>
        <pc:sldMkLst>
          <pc:docMk/>
          <pc:sldMk cId="2090553887" sldId="264"/>
        </pc:sldMkLst>
        <pc:spChg chg="mod">
          <ac:chgData name="Abdus Salam" userId="0e2b1981-3d04-4857-a4cb-b2b53ead0854" providerId="ADAL" clId="{4564FEB9-E0C0-48D1-ABEE-E519F71E0914}" dt="2025-03-14T17:36:14.153" v="856" actId="20577"/>
          <ac:spMkLst>
            <pc:docMk/>
            <pc:sldMk cId="2090553887" sldId="264"/>
            <ac:spMk id="2" creationId="{3A13A9A0-0EAB-8713-96C7-410E7282E47D}"/>
          </ac:spMkLst>
        </pc:spChg>
        <pc:spChg chg="mod">
          <ac:chgData name="Abdus Salam" userId="0e2b1981-3d04-4857-a4cb-b2b53ead0854" providerId="ADAL" clId="{4564FEB9-E0C0-48D1-ABEE-E519F71E0914}" dt="2025-03-15T05:51:04.154" v="2250"/>
          <ac:spMkLst>
            <pc:docMk/>
            <pc:sldMk cId="2090553887" sldId="264"/>
            <ac:spMk id="3" creationId="{B433A1EA-C478-A389-39F4-3B9F294EA79F}"/>
          </ac:spMkLst>
        </pc:spChg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3872817785" sldId="264"/>
        </pc:sldMkLst>
      </pc:sldChg>
      <pc:sldChg chg="delSp modSp add mod">
        <pc:chgData name="Abdus Salam" userId="0e2b1981-3d04-4857-a4cb-b2b53ead0854" providerId="ADAL" clId="{4564FEB9-E0C0-48D1-ABEE-E519F71E0914}" dt="2025-03-15T05:45:31.006" v="2176" actId="20577"/>
        <pc:sldMkLst>
          <pc:docMk/>
          <pc:sldMk cId="1927823659" sldId="265"/>
        </pc:sldMkLst>
        <pc:spChg chg="mod">
          <ac:chgData name="Abdus Salam" userId="0e2b1981-3d04-4857-a4cb-b2b53ead0854" providerId="ADAL" clId="{4564FEB9-E0C0-48D1-ABEE-E519F71E0914}" dt="2025-03-15T05:45:31.006" v="2176" actId="20577"/>
          <ac:spMkLst>
            <pc:docMk/>
            <pc:sldMk cId="1927823659" sldId="265"/>
            <ac:spMk id="3" creationId="{CE95D300-EBCB-D800-3ECE-E2AE713879AF}"/>
          </ac:spMkLst>
        </pc:spChg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2709428887" sldId="265"/>
        </pc:sldMkLst>
      </pc:sldChg>
      <pc:sldChg chg="delSp modSp add mod ord">
        <pc:chgData name="Abdus Salam" userId="0e2b1981-3d04-4857-a4cb-b2b53ead0854" providerId="ADAL" clId="{4564FEB9-E0C0-48D1-ABEE-E519F71E0914}" dt="2025-03-15T05:57:08.252" v="2299" actId="478"/>
        <pc:sldMkLst>
          <pc:docMk/>
          <pc:sldMk cId="777207057" sldId="266"/>
        </pc:sldMkLst>
        <pc:spChg chg="mod">
          <ac:chgData name="Abdus Salam" userId="0e2b1981-3d04-4857-a4cb-b2b53ead0854" providerId="ADAL" clId="{4564FEB9-E0C0-48D1-ABEE-E519F71E0914}" dt="2025-03-14T18:37:30.586" v="1184" actId="20577"/>
          <ac:spMkLst>
            <pc:docMk/>
            <pc:sldMk cId="777207057" sldId="266"/>
            <ac:spMk id="2" creationId="{537E202B-4C8B-FD70-FA9D-C5A9BFF0B64E}"/>
          </ac:spMkLst>
        </pc:spChg>
        <pc:spChg chg="mod">
          <ac:chgData name="Abdus Salam" userId="0e2b1981-3d04-4857-a4cb-b2b53ead0854" providerId="ADAL" clId="{4564FEB9-E0C0-48D1-ABEE-E519F71E0914}" dt="2025-03-14T18:37:48.644" v="1191" actId="1035"/>
          <ac:spMkLst>
            <pc:docMk/>
            <pc:sldMk cId="777207057" sldId="266"/>
            <ac:spMk id="5" creationId="{563828F4-A4DA-7FB9-567F-6300F3195CFA}"/>
          </ac:spMkLst>
        </pc:spChg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3524572329" sldId="266"/>
        </pc:sldMkLst>
      </pc:sldChg>
      <pc:sldChg chg="modSp add mod modNotesTx">
        <pc:chgData name="Abdus Salam" userId="0e2b1981-3d04-4857-a4cb-b2b53ead0854" providerId="ADAL" clId="{4564FEB9-E0C0-48D1-ABEE-E519F71E0914}" dt="2025-03-15T05:54:14.744" v="2288" actId="20577"/>
        <pc:sldMkLst>
          <pc:docMk/>
          <pc:sldMk cId="3634085713" sldId="267"/>
        </pc:sldMkLst>
        <pc:spChg chg="mod">
          <ac:chgData name="Abdus Salam" userId="0e2b1981-3d04-4857-a4cb-b2b53ead0854" providerId="ADAL" clId="{4564FEB9-E0C0-48D1-ABEE-E519F71E0914}" dt="2025-03-15T05:54:14.744" v="2288" actId="20577"/>
          <ac:spMkLst>
            <pc:docMk/>
            <pc:sldMk cId="3634085713" sldId="267"/>
            <ac:spMk id="3" creationId="{F4DC8702-082F-3478-7722-B4B2D6BDCABF}"/>
          </ac:spMkLst>
        </pc:spChg>
      </pc:sldChg>
      <pc:sldChg chg="addSp modSp new mod">
        <pc:chgData name="Abdus Salam" userId="0e2b1981-3d04-4857-a4cb-b2b53ead0854" providerId="ADAL" clId="{4564FEB9-E0C0-48D1-ABEE-E519F71E0914}" dt="2025-03-15T06:04:58.094" v="2356" actId="113"/>
        <pc:sldMkLst>
          <pc:docMk/>
          <pc:sldMk cId="1150740004" sldId="268"/>
        </pc:sldMkLst>
        <pc:spChg chg="mod">
          <ac:chgData name="Abdus Salam" userId="0e2b1981-3d04-4857-a4cb-b2b53ead0854" providerId="ADAL" clId="{4564FEB9-E0C0-48D1-ABEE-E519F71E0914}" dt="2025-03-14T18:46:41.999" v="1246" actId="20577"/>
          <ac:spMkLst>
            <pc:docMk/>
            <pc:sldMk cId="1150740004" sldId="268"/>
            <ac:spMk id="2" creationId="{ADAE4D98-EA24-F968-9837-D54D326EF6E6}"/>
          </ac:spMkLst>
        </pc:spChg>
        <pc:spChg chg="mod">
          <ac:chgData name="Abdus Salam" userId="0e2b1981-3d04-4857-a4cb-b2b53ead0854" providerId="ADAL" clId="{4564FEB9-E0C0-48D1-ABEE-E519F71E0914}" dt="2025-03-15T06:04:58.094" v="2356" actId="113"/>
          <ac:spMkLst>
            <pc:docMk/>
            <pc:sldMk cId="1150740004" sldId="268"/>
            <ac:spMk id="3" creationId="{1BDC71EC-58DC-8CFC-BE17-002B56C1A11F}"/>
          </ac:spMkLst>
        </pc:spChg>
        <pc:spChg chg="add mod">
          <ac:chgData name="Abdus Salam" userId="0e2b1981-3d04-4857-a4cb-b2b53ead0854" providerId="ADAL" clId="{4564FEB9-E0C0-48D1-ABEE-E519F71E0914}" dt="2025-03-15T05:59:28.679" v="2304" actId="113"/>
          <ac:spMkLst>
            <pc:docMk/>
            <pc:sldMk cId="1150740004" sldId="268"/>
            <ac:spMk id="5" creationId="{F68E6746-A403-1A32-35E8-27CAD758F6BC}"/>
          </ac:spMkLst>
        </pc:spChg>
      </pc:sldChg>
      <pc:sldChg chg="modSp new mod">
        <pc:chgData name="Abdus Salam" userId="0e2b1981-3d04-4857-a4cb-b2b53ead0854" providerId="ADAL" clId="{4564FEB9-E0C0-48D1-ABEE-E519F71E0914}" dt="2025-03-17T16:38:13.589" v="2679" actId="113"/>
        <pc:sldMkLst>
          <pc:docMk/>
          <pc:sldMk cId="901946450" sldId="269"/>
        </pc:sldMkLst>
        <pc:spChg chg="mod">
          <ac:chgData name="Abdus Salam" userId="0e2b1981-3d04-4857-a4cb-b2b53ead0854" providerId="ADAL" clId="{4564FEB9-E0C0-48D1-ABEE-E519F71E0914}" dt="2025-03-14T19:01:02.510" v="1446"/>
          <ac:spMkLst>
            <pc:docMk/>
            <pc:sldMk cId="901946450" sldId="269"/>
            <ac:spMk id="2" creationId="{4ED98B54-6DA4-E793-AE30-CD35188F3CEC}"/>
          </ac:spMkLst>
        </pc:spChg>
        <pc:spChg chg="mod">
          <ac:chgData name="Abdus Salam" userId="0e2b1981-3d04-4857-a4cb-b2b53ead0854" providerId="ADAL" clId="{4564FEB9-E0C0-48D1-ABEE-E519F71E0914}" dt="2025-03-17T16:38:13.589" v="2679" actId="113"/>
          <ac:spMkLst>
            <pc:docMk/>
            <pc:sldMk cId="901946450" sldId="269"/>
            <ac:spMk id="3" creationId="{03BB1B89-1FC0-F275-D786-EB7B559832E7}"/>
          </ac:spMkLst>
        </pc:spChg>
      </pc:sldChg>
      <pc:sldChg chg="addSp modSp add mod">
        <pc:chgData name="Abdus Salam" userId="0e2b1981-3d04-4857-a4cb-b2b53ead0854" providerId="ADAL" clId="{4564FEB9-E0C0-48D1-ABEE-E519F71E0914}" dt="2025-03-15T06:01:01.007" v="2331" actId="20577"/>
        <pc:sldMkLst>
          <pc:docMk/>
          <pc:sldMk cId="1626479244" sldId="270"/>
        </pc:sldMkLst>
        <pc:spChg chg="mod">
          <ac:chgData name="Abdus Salam" userId="0e2b1981-3d04-4857-a4cb-b2b53ead0854" providerId="ADAL" clId="{4564FEB9-E0C0-48D1-ABEE-E519F71E0914}" dt="2025-03-14T19:07:33.486" v="1541" actId="20577"/>
          <ac:spMkLst>
            <pc:docMk/>
            <pc:sldMk cId="1626479244" sldId="270"/>
            <ac:spMk id="3" creationId="{D1209F29-67DF-D0B2-6ACC-D7BEA5B61E17}"/>
          </ac:spMkLst>
        </pc:spChg>
        <pc:spChg chg="add mod">
          <ac:chgData name="Abdus Salam" userId="0e2b1981-3d04-4857-a4cb-b2b53ead0854" providerId="ADAL" clId="{4564FEB9-E0C0-48D1-ABEE-E519F71E0914}" dt="2025-03-14T19:10:26.600" v="1614" actId="1036"/>
          <ac:spMkLst>
            <pc:docMk/>
            <pc:sldMk cId="1626479244" sldId="270"/>
            <ac:spMk id="5" creationId="{B39A3846-D18B-5625-D7D7-D227BF434235}"/>
          </ac:spMkLst>
        </pc:spChg>
        <pc:spChg chg="add mod">
          <ac:chgData name="Abdus Salam" userId="0e2b1981-3d04-4857-a4cb-b2b53ead0854" providerId="ADAL" clId="{4564FEB9-E0C0-48D1-ABEE-E519F71E0914}" dt="2025-03-15T06:01:01.007" v="2331" actId="20577"/>
          <ac:spMkLst>
            <pc:docMk/>
            <pc:sldMk cId="1626479244" sldId="270"/>
            <ac:spMk id="6" creationId="{90428828-99AA-212A-CDC2-D67549AAB438}"/>
          </ac:spMkLst>
        </pc:spChg>
      </pc:sldChg>
      <pc:sldChg chg="addSp delSp modSp add mod ord">
        <pc:chgData name="Abdus Salam" userId="0e2b1981-3d04-4857-a4cb-b2b53ead0854" providerId="ADAL" clId="{4564FEB9-E0C0-48D1-ABEE-E519F71E0914}" dt="2025-03-15T06:02:17.180" v="2335" actId="478"/>
        <pc:sldMkLst>
          <pc:docMk/>
          <pc:sldMk cId="222441577" sldId="271"/>
        </pc:sldMkLst>
        <pc:spChg chg="mod">
          <ac:chgData name="Abdus Salam" userId="0e2b1981-3d04-4857-a4cb-b2b53ead0854" providerId="ADAL" clId="{4564FEB9-E0C0-48D1-ABEE-E519F71E0914}" dt="2025-03-14T19:24:14.763" v="1684" actId="20577"/>
          <ac:spMkLst>
            <pc:docMk/>
            <pc:sldMk cId="222441577" sldId="271"/>
            <ac:spMk id="2" creationId="{E7A542F7-9771-A34F-063C-3F96075C37E1}"/>
          </ac:spMkLst>
        </pc:spChg>
        <pc:spChg chg="mod">
          <ac:chgData name="Abdus Salam" userId="0e2b1981-3d04-4857-a4cb-b2b53ead0854" providerId="ADAL" clId="{4564FEB9-E0C0-48D1-ABEE-E519F71E0914}" dt="2025-03-14T19:24:03.410" v="1665" actId="1035"/>
          <ac:spMkLst>
            <pc:docMk/>
            <pc:sldMk cId="222441577" sldId="271"/>
            <ac:spMk id="5" creationId="{FF50F947-3D81-C970-1CBE-8630D249834E}"/>
          </ac:spMkLst>
        </pc:spChg>
      </pc:sldChg>
      <pc:sldChg chg="modSp new mod">
        <pc:chgData name="Abdus Salam" userId="0e2b1981-3d04-4857-a4cb-b2b53ead0854" providerId="ADAL" clId="{4564FEB9-E0C0-48D1-ABEE-E519F71E0914}" dt="2025-03-15T06:31:28.669" v="2678" actId="20577"/>
        <pc:sldMkLst>
          <pc:docMk/>
          <pc:sldMk cId="1427609750" sldId="272"/>
        </pc:sldMkLst>
        <pc:spChg chg="mod">
          <ac:chgData name="Abdus Salam" userId="0e2b1981-3d04-4857-a4cb-b2b53ead0854" providerId="ADAL" clId="{4564FEB9-E0C0-48D1-ABEE-E519F71E0914}" dt="2025-03-14T19:24:51.956" v="1695" actId="20577"/>
          <ac:spMkLst>
            <pc:docMk/>
            <pc:sldMk cId="1427609750" sldId="272"/>
            <ac:spMk id="2" creationId="{3D5A9DCF-68DC-3E76-3DB9-FA7BF81BAED8}"/>
          </ac:spMkLst>
        </pc:spChg>
        <pc:spChg chg="mod">
          <ac:chgData name="Abdus Salam" userId="0e2b1981-3d04-4857-a4cb-b2b53ead0854" providerId="ADAL" clId="{4564FEB9-E0C0-48D1-ABEE-E519F71E0914}" dt="2025-03-15T06:31:28.669" v="2678" actId="20577"/>
          <ac:spMkLst>
            <pc:docMk/>
            <pc:sldMk cId="1427609750" sldId="272"/>
            <ac:spMk id="3" creationId="{07743191-C707-FA38-025F-4001B977F795}"/>
          </ac:spMkLst>
        </pc:spChg>
      </pc:sldChg>
      <pc:sldChg chg="addSp modSp new mod">
        <pc:chgData name="Abdus Salam" userId="0e2b1981-3d04-4857-a4cb-b2b53ead0854" providerId="ADAL" clId="{4564FEB9-E0C0-48D1-ABEE-E519F71E0914}" dt="2025-03-15T06:08:15.449" v="2400" actId="113"/>
        <pc:sldMkLst>
          <pc:docMk/>
          <pc:sldMk cId="3366496540" sldId="273"/>
        </pc:sldMkLst>
        <pc:spChg chg="mod">
          <ac:chgData name="Abdus Salam" userId="0e2b1981-3d04-4857-a4cb-b2b53ead0854" providerId="ADAL" clId="{4564FEB9-E0C0-48D1-ABEE-E519F71E0914}" dt="2025-03-14T19:27:30.217" v="1723" actId="20577"/>
          <ac:spMkLst>
            <pc:docMk/>
            <pc:sldMk cId="3366496540" sldId="273"/>
            <ac:spMk id="2" creationId="{6A72C3F0-5078-A15F-D7EA-0AF17731A0B3}"/>
          </ac:spMkLst>
        </pc:spChg>
        <pc:spChg chg="mod">
          <ac:chgData name="Abdus Salam" userId="0e2b1981-3d04-4857-a4cb-b2b53ead0854" providerId="ADAL" clId="{4564FEB9-E0C0-48D1-ABEE-E519F71E0914}" dt="2025-03-15T06:08:15.449" v="2400" actId="113"/>
          <ac:spMkLst>
            <pc:docMk/>
            <pc:sldMk cId="3366496540" sldId="273"/>
            <ac:spMk id="3" creationId="{36D553D1-A09D-1A30-5E45-2AE030D85077}"/>
          </ac:spMkLst>
        </pc:spChg>
        <pc:spChg chg="add mod">
          <ac:chgData name="Abdus Salam" userId="0e2b1981-3d04-4857-a4cb-b2b53ead0854" providerId="ADAL" clId="{4564FEB9-E0C0-48D1-ABEE-E519F71E0914}" dt="2025-03-15T06:08:03.552" v="2399" actId="20577"/>
          <ac:spMkLst>
            <pc:docMk/>
            <pc:sldMk cId="3366496540" sldId="273"/>
            <ac:spMk id="5" creationId="{C8E57C93-AF42-F18A-582B-4B5AD8A5D752}"/>
          </ac:spMkLst>
        </pc:spChg>
      </pc:sldChg>
      <pc:sldChg chg="modSp new mod">
        <pc:chgData name="Abdus Salam" userId="0e2b1981-3d04-4857-a4cb-b2b53ead0854" providerId="ADAL" clId="{4564FEB9-E0C0-48D1-ABEE-E519F71E0914}" dt="2025-03-15T06:14:25.592" v="2524" actId="20577"/>
        <pc:sldMkLst>
          <pc:docMk/>
          <pc:sldMk cId="2955226115" sldId="274"/>
        </pc:sldMkLst>
        <pc:spChg chg="mod">
          <ac:chgData name="Abdus Salam" userId="0e2b1981-3d04-4857-a4cb-b2b53ead0854" providerId="ADAL" clId="{4564FEB9-E0C0-48D1-ABEE-E519F71E0914}" dt="2025-03-15T06:13:31.767" v="2518" actId="20577"/>
          <ac:spMkLst>
            <pc:docMk/>
            <pc:sldMk cId="2955226115" sldId="274"/>
            <ac:spMk id="2" creationId="{5DBD39F6-13CC-EEE6-F8CB-1AFC42DA3438}"/>
          </ac:spMkLst>
        </pc:spChg>
        <pc:spChg chg="mod">
          <ac:chgData name="Abdus Salam" userId="0e2b1981-3d04-4857-a4cb-b2b53ead0854" providerId="ADAL" clId="{4564FEB9-E0C0-48D1-ABEE-E519F71E0914}" dt="2025-03-15T06:14:25.592" v="2524" actId="20577"/>
          <ac:spMkLst>
            <pc:docMk/>
            <pc:sldMk cId="2955226115" sldId="274"/>
            <ac:spMk id="3" creationId="{304A06BC-C354-ADAC-BEBE-9CF32B13503A}"/>
          </ac:spMkLst>
        </pc:spChg>
      </pc:sldChg>
      <pc:sldChg chg="delSp modSp add del mod ord">
        <pc:chgData name="Abdus Salam" userId="0e2b1981-3d04-4857-a4cb-b2b53ead0854" providerId="ADAL" clId="{4564FEB9-E0C0-48D1-ABEE-E519F71E0914}" dt="2025-03-15T06:09:28.006" v="2403" actId="47"/>
        <pc:sldMkLst>
          <pc:docMk/>
          <pc:sldMk cId="3184088873" sldId="275"/>
        </pc:sldMkLst>
      </pc:sldChg>
      <pc:sldChg chg="delSp modSp add mod ord">
        <pc:chgData name="Abdus Salam" userId="0e2b1981-3d04-4857-a4cb-b2b53ead0854" providerId="ADAL" clId="{4564FEB9-E0C0-48D1-ABEE-E519F71E0914}" dt="2025-03-15T06:16:47.470" v="2526" actId="478"/>
        <pc:sldMkLst>
          <pc:docMk/>
          <pc:sldMk cId="2695850036" sldId="276"/>
        </pc:sldMkLst>
        <pc:spChg chg="mod">
          <ac:chgData name="Abdus Salam" userId="0e2b1981-3d04-4857-a4cb-b2b53ead0854" providerId="ADAL" clId="{4564FEB9-E0C0-48D1-ABEE-E519F71E0914}" dt="2025-03-15T06:13:39.013" v="2521" actId="20577"/>
          <ac:spMkLst>
            <pc:docMk/>
            <pc:sldMk cId="2695850036" sldId="276"/>
            <ac:spMk id="2" creationId="{1C839AD6-6E3D-32BA-1571-79D794B2474E}"/>
          </ac:spMkLst>
        </pc:spChg>
        <pc:spChg chg="mod">
          <ac:chgData name="Abdus Salam" userId="0e2b1981-3d04-4857-a4cb-b2b53ead0854" providerId="ADAL" clId="{4564FEB9-E0C0-48D1-ABEE-E519F71E0914}" dt="2025-03-14T20:18:29.539" v="2107" actId="14100"/>
          <ac:spMkLst>
            <pc:docMk/>
            <pc:sldMk cId="2695850036" sldId="276"/>
            <ac:spMk id="5" creationId="{EE05D642-92EC-283F-6D5C-D51B883CE0FD}"/>
          </ac:spMkLst>
        </pc:spChg>
      </pc:sldChg>
      <pc:sldChg chg="add">
        <pc:chgData name="Abdus Salam" userId="0e2b1981-3d04-4857-a4cb-b2b53ead0854" providerId="ADAL" clId="{4564FEB9-E0C0-48D1-ABEE-E519F71E0914}" dt="2025-03-15T05:56:14.852" v="2291" actId="2890"/>
        <pc:sldMkLst>
          <pc:docMk/>
          <pc:sldMk cId="4238224548" sldId="277"/>
        </pc:sldMkLst>
      </pc:sldChg>
      <pc:sldChg chg="delSp add mod">
        <pc:chgData name="Abdus Salam" userId="0e2b1981-3d04-4857-a4cb-b2b53ead0854" providerId="ADAL" clId="{4564FEB9-E0C0-48D1-ABEE-E519F71E0914}" dt="2025-03-15T05:56:53.344" v="2297" actId="478"/>
        <pc:sldMkLst>
          <pc:docMk/>
          <pc:sldMk cId="4276281849" sldId="278"/>
        </pc:sldMkLst>
      </pc:sldChg>
      <pc:sldChg chg="modSp add mod">
        <pc:chgData name="Abdus Salam" userId="0e2b1981-3d04-4857-a4cb-b2b53ead0854" providerId="ADAL" clId="{4564FEB9-E0C0-48D1-ABEE-E519F71E0914}" dt="2025-03-15T06:04:16.781" v="2352" actId="14100"/>
        <pc:sldMkLst>
          <pc:docMk/>
          <pc:sldMk cId="1253136019" sldId="279"/>
        </pc:sldMkLst>
        <pc:spChg chg="mod">
          <ac:chgData name="Abdus Salam" userId="0e2b1981-3d04-4857-a4cb-b2b53ead0854" providerId="ADAL" clId="{4564FEB9-E0C0-48D1-ABEE-E519F71E0914}" dt="2025-03-15T06:04:16.781" v="2352" actId="14100"/>
          <ac:spMkLst>
            <pc:docMk/>
            <pc:sldMk cId="1253136019" sldId="279"/>
            <ac:spMk id="7" creationId="{62FDA4CE-F091-E13D-D984-3C2DEAD4AB16}"/>
          </ac:spMkLst>
        </pc:spChg>
      </pc:sldChg>
      <pc:sldChg chg="add">
        <pc:chgData name="Abdus Salam" userId="0e2b1981-3d04-4857-a4cb-b2b53ead0854" providerId="ADAL" clId="{4564FEB9-E0C0-48D1-ABEE-E519F71E0914}" dt="2025-03-15T05:57:02.215" v="2298" actId="2890"/>
        <pc:sldMkLst>
          <pc:docMk/>
          <pc:sldMk cId="3163704595" sldId="280"/>
        </pc:sldMkLst>
      </pc:sldChg>
      <pc:sldChg chg="delSp add mod">
        <pc:chgData name="Abdus Salam" userId="0e2b1981-3d04-4857-a4cb-b2b53ead0854" providerId="ADAL" clId="{4564FEB9-E0C0-48D1-ABEE-E519F71E0914}" dt="2025-03-15T06:02:40.961" v="2336" actId="478"/>
        <pc:sldMkLst>
          <pc:docMk/>
          <pc:sldMk cId="1553676995" sldId="281"/>
        </pc:sldMkLst>
      </pc:sldChg>
      <pc:sldChg chg="modSp add mod">
        <pc:chgData name="Abdus Salam" userId="0e2b1981-3d04-4857-a4cb-b2b53ead0854" providerId="ADAL" clId="{4564FEB9-E0C0-48D1-ABEE-E519F71E0914}" dt="2025-03-15T06:03:12.914" v="2344" actId="14100"/>
        <pc:sldMkLst>
          <pc:docMk/>
          <pc:sldMk cId="2697260235" sldId="282"/>
        </pc:sldMkLst>
        <pc:spChg chg="mod">
          <ac:chgData name="Abdus Salam" userId="0e2b1981-3d04-4857-a4cb-b2b53ead0854" providerId="ADAL" clId="{4564FEB9-E0C0-48D1-ABEE-E519F71E0914}" dt="2025-03-15T06:03:12.914" v="2344" actId="14100"/>
          <ac:spMkLst>
            <pc:docMk/>
            <pc:sldMk cId="2697260235" sldId="282"/>
            <ac:spMk id="7" creationId="{24E80F9D-CDBD-44C7-BB38-EBAA58E46256}"/>
          </ac:spMkLst>
        </pc:spChg>
      </pc:sldChg>
      <pc:sldChg chg="delSp modSp add mod">
        <pc:chgData name="Abdus Salam" userId="0e2b1981-3d04-4857-a4cb-b2b53ead0854" providerId="ADAL" clId="{4564FEB9-E0C0-48D1-ABEE-E519F71E0914}" dt="2025-03-15T06:10:55.710" v="2462" actId="478"/>
        <pc:sldMkLst>
          <pc:docMk/>
          <pc:sldMk cId="2842774063" sldId="283"/>
        </pc:sldMkLst>
        <pc:spChg chg="mod">
          <ac:chgData name="Abdus Salam" userId="0e2b1981-3d04-4857-a4cb-b2b53ead0854" providerId="ADAL" clId="{4564FEB9-E0C0-48D1-ABEE-E519F71E0914}" dt="2025-03-15T06:10:08.199" v="2460" actId="14100"/>
          <ac:spMkLst>
            <pc:docMk/>
            <pc:sldMk cId="2842774063" sldId="283"/>
            <ac:spMk id="5" creationId="{7B840BBA-AF1F-4023-7595-DFDBD8139C09}"/>
          </ac:spMkLst>
        </pc:spChg>
      </pc:sldChg>
      <pc:sldChg chg="addSp delSp modSp add mod">
        <pc:chgData name="Abdus Salam" userId="0e2b1981-3d04-4857-a4cb-b2b53ead0854" providerId="ADAL" clId="{4564FEB9-E0C0-48D1-ABEE-E519F71E0914}" dt="2025-03-15T06:22:11.462" v="2578" actId="478"/>
        <pc:sldMkLst>
          <pc:docMk/>
          <pc:sldMk cId="2533580071" sldId="284"/>
        </pc:sldMkLst>
      </pc:sldChg>
      <pc:sldChg chg="add">
        <pc:chgData name="Abdus Salam" userId="0e2b1981-3d04-4857-a4cb-b2b53ead0854" providerId="ADAL" clId="{4564FEB9-E0C0-48D1-ABEE-E519F71E0914}" dt="2025-03-15T06:16:42.612" v="2525" actId="2890"/>
        <pc:sldMkLst>
          <pc:docMk/>
          <pc:sldMk cId="2488301437" sldId="285"/>
        </pc:sldMkLst>
      </pc:sldChg>
      <pc:sldChg chg="addSp modSp add mod">
        <pc:chgData name="Abdus Salam" userId="0e2b1981-3d04-4857-a4cb-b2b53ead0854" providerId="ADAL" clId="{4564FEB9-E0C0-48D1-ABEE-E519F71E0914}" dt="2025-03-15T06:19:58.821" v="2567" actId="20577"/>
        <pc:sldMkLst>
          <pc:docMk/>
          <pc:sldMk cId="917920246" sldId="286"/>
        </pc:sldMkLst>
        <pc:spChg chg="add mod">
          <ac:chgData name="Abdus Salam" userId="0e2b1981-3d04-4857-a4cb-b2b53ead0854" providerId="ADAL" clId="{4564FEB9-E0C0-48D1-ABEE-E519F71E0914}" dt="2025-03-15T06:19:58.821" v="2567" actId="20577"/>
          <ac:spMkLst>
            <pc:docMk/>
            <pc:sldMk cId="917920246" sldId="286"/>
            <ac:spMk id="7" creationId="{0C24589B-1149-EAED-ABE8-BED84A76E34C}"/>
          </ac:spMkLst>
        </pc:spChg>
      </pc:sldChg>
      <pc:sldChg chg="add">
        <pc:chgData name="Abdus Salam" userId="0e2b1981-3d04-4857-a4cb-b2b53ead0854" providerId="ADAL" clId="{4564FEB9-E0C0-48D1-ABEE-E519F71E0914}" dt="2025-03-15T06:22:08.379" v="2577" actId="2890"/>
        <pc:sldMkLst>
          <pc:docMk/>
          <pc:sldMk cId="1339201408" sldId="287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2812918966" sldId="488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1297033771" sldId="489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4277527587" sldId="490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1713822321" sldId="491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3929681540" sldId="492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601807718" sldId="493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1688325298" sldId="494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1023924393" sldId="497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2276553293" sldId="507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1009766205" sldId="508"/>
        </pc:sldMkLst>
      </pc:sldChg>
      <pc:sldChg chg="del">
        <pc:chgData name="Abdus Salam" userId="0e2b1981-3d04-4857-a4cb-b2b53ead0854" providerId="ADAL" clId="{4564FEB9-E0C0-48D1-ABEE-E519F71E0914}" dt="2025-03-14T09:42:41.296" v="19" actId="47"/>
        <pc:sldMkLst>
          <pc:docMk/>
          <pc:sldMk cId="962807779" sldId="50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1C833-9352-4991-AF0C-B225A03C26BF}" type="datetimeFigureOut">
              <a:rPr lang="en-AU" smtClean="0"/>
              <a:t>17/03/2025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4DD50-34DE-4D47-B558-66C0F97853E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7170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An inflectional morpheme (another term for inflectional ending) is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a bound morpheme added to a word to indicate grammatical properties</a:t>
            </a:r>
            <a:r>
              <a:rPr lang="en-US" b="0" i="0" dirty="0">
                <a:solidFill>
                  <a:srgbClr val="474747"/>
                </a:solidFill>
                <a:effectLst/>
                <a:latin typeface="Google Sans"/>
              </a:rPr>
              <a:t>. The inflectional morpheme or ending affects one of these factors: Tense: Adding 'ed' to 'walk' (walked) makes the verb past tense.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4DD50-34DE-4D47-B558-66C0F97853E9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218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449AD-9CA3-4B74-CFA0-2B8A552B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C6CF9-358C-200D-A60D-D595820B3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868FB-2812-A6BA-1185-DE2290127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3B556-87B8-D7AA-CC91-FEEFD6E8D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4DD50-34DE-4D47-B558-66C0F97853E9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108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EB049D-E545-46CA-A671-FC2250A38260}" type="datetime1">
              <a:rPr lang="en-AU" smtClean="0"/>
              <a:t>17/03/2025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2712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7BCB1-9D17-440C-B15B-344CE40B4C3B}" type="datetime1">
              <a:rPr lang="en-AU" smtClean="0"/>
              <a:t>17/03/2025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917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91093-32B9-472A-A1CA-E391B558DF54}" type="datetime1">
              <a:rPr lang="en-AU" smtClean="0"/>
              <a:t>17/03/2025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07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58483-5FA8-4DDC-B623-A3914D43D28B}" type="datetime1">
              <a:rPr lang="en-AU" smtClean="0"/>
              <a:t>17/03/2025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103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6FF8B-AC0C-4642-A9AA-4C3381031437}" type="datetime1">
              <a:rPr lang="en-AU" smtClean="0"/>
              <a:t>17/03/2025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56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EB625-66F0-46E8-9D28-3671E7283EBE}" type="datetime1">
              <a:rPr lang="en-AU" smtClean="0"/>
              <a:t>17/03/2025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33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15C7E-6F66-431E-ADF8-B02E6E9F5197}" type="datetime1">
              <a:rPr lang="en-AU" smtClean="0"/>
              <a:t>17/03/2025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57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E7DE2-CF9D-467D-801A-5B066E316751}" type="datetime1">
              <a:rPr lang="en-AU" smtClean="0"/>
              <a:t>17/03/2025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056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DE1E-5270-422D-9B33-5ABC270BCF08}" type="datetime1">
              <a:rPr lang="en-AU" smtClean="0"/>
              <a:t>17/03/2025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484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BA066-D1B0-48D4-97AB-3F5B9CFCAD82}" type="datetime1">
              <a:rPr lang="en-AU" smtClean="0"/>
              <a:t>17/03/2025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487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EA09A-13A9-46C1-9EBB-F20E5CC18448}" type="datetime1">
              <a:rPr lang="en-AU" smtClean="0"/>
              <a:t>17/03/2025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40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C380FBB4-6CF7-44B0-A8A9-C511B27E3B2E}" type="datetime1">
              <a:rPr lang="en-AU" smtClean="0"/>
              <a:t>17/03/2025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9F21BBE-7842-470C-94BF-4E4E50831BF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51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aler.com/topics/nlp/what-is-text-normalization-in-nlp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29CC2-3BB3-4DC9-24A3-84A608D544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4800" dirty="0"/>
              <a:t>Text normalization 2:</a:t>
            </a:r>
            <a:br>
              <a:rPr lang="en-AU" sz="4800" dirty="0"/>
            </a:br>
            <a:r>
              <a:rPr lang="en-AU" sz="4800" dirty="0"/>
              <a:t>word normalization &amp; others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938EC-878C-7438-22ED-7A7E2C3EC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Natural Language Processing</a:t>
            </a:r>
          </a:p>
        </p:txBody>
      </p:sp>
    </p:spTree>
    <p:extLst>
      <p:ext uri="{BB962C8B-B14F-4D97-AF65-F5344CB8AC3E}">
        <p14:creationId xmlns:p14="http://schemas.microsoft.com/office/powerpoint/2010/main" val="147050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D94C-7A1F-58A9-D2AA-2F54D85D8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Word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B7E3-53D6-1212-555B-BA4AFB4E8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Word (vocabulary) normalization is the task of putting words or tokens in a standard format.</a:t>
            </a:r>
          </a:p>
          <a:p>
            <a:pPr algn="just"/>
            <a:r>
              <a:rPr lang="en-US" dirty="0"/>
              <a:t>Tokens/words that mean similar things are combined into a single, normalized form.</a:t>
            </a:r>
          </a:p>
          <a:p>
            <a:pPr lvl="1" algn="just">
              <a:spcBef>
                <a:spcPts val="1200"/>
              </a:spcBef>
            </a:pPr>
            <a:r>
              <a:rPr lang="en-US" sz="2200" dirty="0"/>
              <a:t>U.S.A. or USA</a:t>
            </a:r>
          </a:p>
          <a:p>
            <a:pPr lvl="1" algn="just"/>
            <a:r>
              <a:rPr lang="en-US" sz="2200" dirty="0" err="1"/>
              <a:t>uhhuh</a:t>
            </a:r>
            <a:r>
              <a:rPr lang="en-US" sz="2200" dirty="0"/>
              <a:t> or uh-huh</a:t>
            </a:r>
          </a:p>
          <a:p>
            <a:pPr lvl="1" algn="just"/>
            <a:r>
              <a:rPr lang="en-US" sz="2200" dirty="0"/>
              <a:t>Fed or fed</a:t>
            </a:r>
          </a:p>
          <a:p>
            <a:pPr lvl="1" algn="just"/>
            <a:r>
              <a:rPr lang="en-US" sz="2200" dirty="0"/>
              <a:t>am, is, be, are</a:t>
            </a:r>
          </a:p>
          <a:p>
            <a:pPr algn="just"/>
            <a:r>
              <a:rPr lang="en-US" dirty="0"/>
              <a:t>Reduces vocabulary size and improves text processing. </a:t>
            </a:r>
          </a:p>
          <a:p>
            <a:pPr algn="just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BC4D5-129B-90F3-614D-0AF347064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887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F07E-2706-FABF-082D-B5016A3C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Types of Word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92A01-7B64-27DC-5BEB-B1E8BD575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Case folding</a:t>
            </a:r>
          </a:p>
          <a:p>
            <a:r>
              <a:rPr lang="en-AU" dirty="0"/>
              <a:t>Synonym substitution</a:t>
            </a:r>
          </a:p>
          <a:p>
            <a:r>
              <a:rPr lang="en-AU" dirty="0"/>
              <a:t>Stemming</a:t>
            </a:r>
          </a:p>
          <a:p>
            <a:r>
              <a:rPr lang="en-AU" dirty="0"/>
              <a:t>Lemmatization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FADE9-9CC0-9B5C-D393-2561CF39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919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52E5-7156-D014-040F-CC7094CA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Case 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7FEF6-D3ED-D5E5-36B7-EDF167EB8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Case folding</a:t>
            </a:r>
            <a:r>
              <a:rPr lang="en-US" dirty="0"/>
              <a:t> in the simplest form of word normalization - mapping everything to lowercase.</a:t>
            </a:r>
          </a:p>
          <a:p>
            <a:pPr algn="just"/>
            <a:r>
              <a:rPr lang="en-US" dirty="0"/>
              <a:t>It is very helpful for generalization in many tasks, such as information retrieval or speech recognition.</a:t>
            </a:r>
          </a:p>
          <a:p>
            <a:pPr algn="just"/>
            <a:r>
              <a:rPr lang="en-US" dirty="0"/>
              <a:t>For sentiment analysis and other text classification tasks, information extraction, and machine translation, by contrast, the case can be quite helpful, and case folding is generally not done.</a:t>
            </a:r>
          </a:p>
          <a:p>
            <a:pPr algn="just"/>
            <a:r>
              <a:rPr lang="en-US" dirty="0"/>
              <a:t>Therefore, we apply case folding when the upper/lowercase letters do not have any effect on the further text processing.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79415-6745-C729-8ED8-B8CF378B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327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6A35D-20B5-7EB5-4186-EB004FA82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8AE6C-1470-2B8A-934D-A12CC5C0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Case 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8DB3B-03ED-0553-9A30-CD483CF13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001E8-BD35-DB19-3B8C-010DD0EEE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5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99F326-ECAC-96DC-979A-9C9D3BDF23EA}"/>
              </a:ext>
            </a:extLst>
          </p:cNvPr>
          <p:cNvSpPr/>
          <p:nvPr/>
        </p:nvSpPr>
        <p:spPr>
          <a:xfrm>
            <a:off x="1595120" y="2057400"/>
            <a:ext cx="9001759" cy="209949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tokens = ['House', 'Visitor', 'Center']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normalized_tokens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x.lower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for x in tokens]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normalized_tokens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85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3DAE8-675C-6E22-1646-4A531C6B9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FF25-1B45-2145-870C-9A3FCFF0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Case 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82BE0-C88D-A2A3-47F5-35EDABD79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E7B69-0BEB-4341-1107-64C2CEB7B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6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C615BC-D54A-C2F0-62F3-972D1D23F81F}"/>
              </a:ext>
            </a:extLst>
          </p:cNvPr>
          <p:cNvSpPr/>
          <p:nvPr/>
        </p:nvSpPr>
        <p:spPr>
          <a:xfrm>
            <a:off x="1595120" y="2057400"/>
            <a:ext cx="9001759" cy="209949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tokens = ['House', 'Visitor', 'Center']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normalized_tokens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x.lower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for x in tokens]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normalized_tokens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DB317B-816B-DCF4-0003-CD71455F5E87}"/>
              </a:ext>
            </a:extLst>
          </p:cNvPr>
          <p:cNvSpPr/>
          <p:nvPr/>
        </p:nvSpPr>
        <p:spPr>
          <a:xfrm>
            <a:off x="1595120" y="4522573"/>
            <a:ext cx="9001759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['house', 'visitor', 'center']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24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D808-A2AF-CB0A-9695-B4E11FA70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Synonym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47E8D-CFDD-2737-259A-D2E4D2C55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399"/>
            <a:ext cx="9872871" cy="4531553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Synonym substitution</a:t>
            </a:r>
            <a:r>
              <a:rPr lang="en-US" dirty="0"/>
              <a:t> is a technique in which we replace a word with one of its synonyms.</a:t>
            </a:r>
          </a:p>
          <a:p>
            <a:pPr algn="just"/>
            <a:r>
              <a:rPr lang="en-US" dirty="0"/>
              <a:t>There are cases where it is useful to replace words with their synonyms or abbreviations with their full forms.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A1DA5-1698-CA9A-D78B-1917EA34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7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03486F-2E7D-A4D8-3C1E-EB74B74715AE}"/>
              </a:ext>
            </a:extLst>
          </p:cNvPr>
          <p:cNvSpPr/>
          <p:nvPr/>
        </p:nvSpPr>
        <p:spPr>
          <a:xfrm>
            <a:off x="1442721" y="3995056"/>
            <a:ext cx="9469120" cy="11067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“We are studying NLP.” =&gt; “We are reading NLP.”</a:t>
            </a:r>
          </a:p>
          <a:p>
            <a:pPr algn="ctr"/>
            <a:r>
              <a:rPr lang="en-US" sz="2200" dirty="0"/>
              <a:t>“I’ll be there at 2pm” =&gt; “I will be there at 2 pm”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377684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0B8D3-CD11-9A19-9F13-3793D702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F0DF-5309-3EDB-12D9-2FE8B09B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Synonym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5D300-EBCB-D800-3ECE-E2AE713879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57399"/>
            <a:ext cx="9872871" cy="4531553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It makes text data more readable and understandable.</a:t>
            </a:r>
          </a:p>
          <a:p>
            <a:pPr algn="just"/>
            <a:r>
              <a:rPr lang="en-US" dirty="0"/>
              <a:t>It can improve the performance of NLP algorithms that rely on word or phrase-level analysis.</a:t>
            </a:r>
          </a:p>
          <a:p>
            <a:pPr algn="just"/>
            <a:r>
              <a:rPr lang="en-US" dirty="0"/>
              <a:t>It can lead to the loss of information, as the meaning of a sentence or text can change based on the context of words.</a:t>
            </a:r>
          </a:p>
          <a:p>
            <a:pPr algn="just"/>
            <a:r>
              <a:rPr lang="en-US" dirty="0"/>
              <a:t>There are scenarios in which synonym substitution of some sort may make sense, such as:</a:t>
            </a:r>
          </a:p>
          <a:p>
            <a:pPr lvl="1" algn="just">
              <a:spcBef>
                <a:spcPts val="1200"/>
              </a:spcBef>
            </a:pPr>
            <a:r>
              <a:rPr lang="en-US" sz="2200" dirty="0"/>
              <a:t>Search engines</a:t>
            </a:r>
          </a:p>
          <a:p>
            <a:pPr lvl="1" algn="just"/>
            <a:r>
              <a:rPr lang="en-US" sz="2200" dirty="0"/>
              <a:t>Data augmentation</a:t>
            </a:r>
          </a:p>
          <a:p>
            <a:pPr lvl="1" algn="just"/>
            <a:r>
              <a:rPr lang="en-US" sz="2200" dirty="0"/>
              <a:t>Scoring the robustness of your NLP</a:t>
            </a:r>
          </a:p>
          <a:p>
            <a:pPr lvl="1" algn="just"/>
            <a:r>
              <a:rPr lang="en-US" sz="2200" dirty="0"/>
              <a:t>Adversarial NLP</a:t>
            </a:r>
            <a:endParaRPr lang="en-AU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FFD52-9CE8-AE14-9EA8-03047391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7823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634E2-BC40-00B3-1A0F-05A607CC2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Synonym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42882-771C-29EF-160D-52F213F16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CA2ED-5EF1-991E-B613-52CC5E69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9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7CDFC4-50E3-8C2B-8528-CD745353A1E7}"/>
              </a:ext>
            </a:extLst>
          </p:cNvPr>
          <p:cNvSpPr/>
          <p:nvPr/>
        </p:nvSpPr>
        <p:spPr>
          <a:xfrm>
            <a:off x="855262" y="1612486"/>
            <a:ext cx="10448346" cy="32899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["I'll be there at 2pm.", "We are studying NLP."]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print("Original Text", indx+1, ": ", t)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synonyms = {"I'll": "I will", "2pm": "2 pm", "studying": "reading"}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for key, value in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synonyms.items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t =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t.replace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(key, value)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text[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= t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print("Normalized Text", indx+1, ": ", t)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290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7B8DB-DB01-90AF-B429-509033B72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4283-DF14-7406-D2AF-8144EA5CE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Synonym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75E9F-16BA-C554-51DA-9A5A6C75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E199F-4DCC-921D-D316-0F9D48EC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10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629476-DF42-3F2D-775D-A31FEF80AD13}"/>
              </a:ext>
            </a:extLst>
          </p:cNvPr>
          <p:cNvSpPr/>
          <p:nvPr/>
        </p:nvSpPr>
        <p:spPr>
          <a:xfrm>
            <a:off x="855262" y="1612486"/>
            <a:ext cx="10448346" cy="32899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["I'll be there at 2pm.", "We are studying NLP."]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print("Original Text", indx+1, ": ", t)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synonyms = {"I'll": "I will", "2pm": "2 pm", "studying": "reading"}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for key, value in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synonyms.items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t =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t.replace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(key, value)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text[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= t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print("Normalized Text", indx+1, ": ", t)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D39BBE-82ED-0EF3-B7F0-77F628AB5412}"/>
              </a:ext>
            </a:extLst>
          </p:cNvPr>
          <p:cNvSpPr/>
          <p:nvPr/>
        </p:nvSpPr>
        <p:spPr>
          <a:xfrm>
            <a:off x="2357121" y="5003993"/>
            <a:ext cx="7081520" cy="15492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Original Text 1 :  I'll be there at 2pm.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Original Text 2 :  We are studying NLP.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Normalized Text 1 :  I will be there at 2 pm.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Normalized Text 2 :  We are reading NLP.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281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DDCFE-6D24-D3E2-6B43-22553335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F33B-F69F-EF47-B1FC-0C0FFDBB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Synonym 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3BE72-3E5C-0313-946B-8EACAF4AA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04E9F-066B-8AD8-31D9-8CA0F1075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11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70869-2659-8749-A603-835EBA9092F8}"/>
              </a:ext>
            </a:extLst>
          </p:cNvPr>
          <p:cNvSpPr/>
          <p:nvPr/>
        </p:nvSpPr>
        <p:spPr>
          <a:xfrm>
            <a:off x="855262" y="1612486"/>
            <a:ext cx="10448346" cy="32899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["I'll be there at 2pm.", "We are studying NLP."]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print("Original Text", indx+1, ": ", t)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synonyms = {"I'll": "I will", "2pm": "2 pm", "studying": "reading"}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for key, value in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synonyms.items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t =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t.replace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(key, value)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text[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= t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t in enumerate(text):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print("Normalized Text", indx+1, ": ", t)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743F6-9295-9C94-DAEE-1702721E0A74}"/>
              </a:ext>
            </a:extLst>
          </p:cNvPr>
          <p:cNvSpPr/>
          <p:nvPr/>
        </p:nvSpPr>
        <p:spPr>
          <a:xfrm>
            <a:off x="2357121" y="5003993"/>
            <a:ext cx="7081520" cy="15492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Original Text 1 :  I'll be there at 2pm.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Original Text 2 :  We are studying NLP.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Normalized Text 1 :  I will be there at 2 pm.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Normalized Text 2 :  We are reading NLP.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DA4CE-F091-E13D-D984-3C2DEAD4AB16}"/>
              </a:ext>
            </a:extLst>
          </p:cNvPr>
          <p:cNvSpPr/>
          <p:nvPr/>
        </p:nvSpPr>
        <p:spPr>
          <a:xfrm>
            <a:off x="7650480" y="924559"/>
            <a:ext cx="3653128" cy="4963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Try WordNet synonyms (</a:t>
            </a:r>
            <a:r>
              <a:rPr lang="en-AU" dirty="0" err="1"/>
              <a:t>nltk</a:t>
            </a:r>
            <a:r>
              <a:rPr lang="en-A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3136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A9A0-0EAB-8713-96C7-410E7282E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3A1EA-C478-A389-39F4-3B9F294EA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AU" b="1" dirty="0"/>
              <a:t>Stemming</a:t>
            </a:r>
            <a:r>
              <a:rPr lang="en-AU" dirty="0"/>
              <a:t> is a process that removes </a:t>
            </a:r>
            <a:r>
              <a:rPr lang="en-US" dirty="0"/>
              <a:t>the inflectional part of words (prefixes and suffixes) by stripping them off and transforming them into their root or base form called </a:t>
            </a:r>
            <a:r>
              <a:rPr lang="en-US" b="1" dirty="0"/>
              <a:t>stem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For example, stemming would reduce the words “running,” “runner,” and “runs” to their stem “run.”</a:t>
            </a:r>
          </a:p>
          <a:p>
            <a:pPr algn="just"/>
            <a:r>
              <a:rPr lang="en-US" dirty="0"/>
              <a:t>A stem is not required to be a properly spelled word but merely a token or label representing several possible spellings of a word.</a:t>
            </a:r>
          </a:p>
          <a:p>
            <a:pPr algn="just"/>
            <a:r>
              <a:rPr lang="en-US" b="1" dirty="0"/>
              <a:t>Stems </a:t>
            </a:r>
            <a:r>
              <a:rPr lang="en-US" dirty="0"/>
              <a:t>— the central morpheme of the word, supplying the main meaning.</a:t>
            </a:r>
          </a:p>
          <a:p>
            <a:pPr algn="just"/>
            <a:r>
              <a:rPr lang="en-US" b="1" dirty="0"/>
              <a:t>Affixes</a:t>
            </a:r>
            <a:r>
              <a:rPr lang="en-US" dirty="0"/>
              <a:t> — adding “additional” meanings of various kinds. (prefixes and suffixes)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D4DCB-51BE-421A-D640-5E1D8624F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0553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D12D2-32CA-652A-4B53-FF10C0C3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376F1-6E59-7338-8620-44792F4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C8702-082F-3478-7722-B4B2D6BDC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Stemming helps improve the performance of information retrieval, text classification, and other NLP tasks.</a:t>
            </a:r>
          </a:p>
          <a:p>
            <a:pPr algn="just"/>
            <a:r>
              <a:rPr lang="en-US" dirty="0"/>
              <a:t>It does not consider the semantic meaning of the words while reducing them. The root word formed may have lost its semantic meaning.</a:t>
            </a:r>
          </a:p>
          <a:p>
            <a:pPr algn="just"/>
            <a:r>
              <a:rPr lang="en-US" dirty="0"/>
              <a:t>It is less commonly used in modern systems since it commits errors of both over-generalizing (mapping policy to police) and under-generalizing (not mapping European to Europe).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8502C-E36C-EC9D-40B1-084CB205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4085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CCA06-BB88-909E-4F86-F9F7C702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202B-4C8B-FD70-FA9D-C5A9BFF0B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C3061-415D-3760-2FF6-F3E0575DA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79266-98E8-796D-A642-5AA2243F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14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3828F4-A4DA-7FB9-567F-6300F3195CFA}"/>
              </a:ext>
            </a:extLst>
          </p:cNvPr>
          <p:cNvSpPr/>
          <p:nvPr/>
        </p:nvSpPr>
        <p:spPr>
          <a:xfrm>
            <a:off x="855262" y="1590714"/>
            <a:ext cx="10448346" cy="339150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nltk.stem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nltk.tokenize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punkt_tab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sentence = "The quick brown foxes were jumping over the lazy dogs."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words =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(sentence)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stemmer =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stemmed_words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stemmer.stem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(word) for word in words]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print("Original words:", words)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print("Stemmed words:",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stemmed_words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207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192C8-DAD5-7EB0-6DE3-1CC9281CC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A66EF-AE51-4AC3-0A2C-902530CB3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Stemming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A3422-8B3C-AAF6-2AF0-D0321B135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973DB-3DA2-204C-7C79-F0BD6A8F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15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22373A-D254-B173-23D9-55350C6B4953}"/>
              </a:ext>
            </a:extLst>
          </p:cNvPr>
          <p:cNvSpPr/>
          <p:nvPr/>
        </p:nvSpPr>
        <p:spPr>
          <a:xfrm>
            <a:off x="855262" y="1590714"/>
            <a:ext cx="10448346" cy="339150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nltk.stem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nltk.tokenize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punkt_tab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sentence = "The quick brown foxes were jumping over the lazy dogs."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words =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word_tokenize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(sentence)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stemmer =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PorterStemmer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stemmed_words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stemmer.stem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(word) for word in words]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print("Original words:", words)</a:t>
            </a: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print("Stemmed words:", </a:t>
            </a:r>
            <a:r>
              <a:rPr lang="en-US" sz="20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stemmed_words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BC3D0-FC3D-65BD-6021-B1BCB04EB82A}"/>
              </a:ext>
            </a:extLst>
          </p:cNvPr>
          <p:cNvSpPr/>
          <p:nvPr/>
        </p:nvSpPr>
        <p:spPr>
          <a:xfrm>
            <a:off x="855262" y="5036651"/>
            <a:ext cx="10448346" cy="15492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AU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Original words: ['The', 'quick', 'brown', 'foxes', 'were', 'jumping', 'over', 'the', 'lazy', 'dogs', '.’] </a:t>
            </a:r>
          </a:p>
          <a:p>
            <a:r>
              <a:rPr lang="en-AU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Stemmed words: ['the', 'quick', 'brown', 'fox', 'were', 'jump', 'over', 'the', '</a:t>
            </a:r>
            <a:r>
              <a:rPr lang="en-AU" sz="20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lazi</a:t>
            </a:r>
            <a:r>
              <a:rPr lang="en-AU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'dog', '.']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704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E4D98-EA24-F968-9837-D54D326E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C71EC-58DC-8CFC-BE17-002B56C1A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Lemmatization</a:t>
            </a:r>
            <a:r>
              <a:rPr lang="en-US" dirty="0"/>
              <a:t> is the task of determining that two words have the same root (</a:t>
            </a:r>
            <a:r>
              <a:rPr lang="en-US" b="1" dirty="0"/>
              <a:t>lemma</a:t>
            </a:r>
            <a:r>
              <a:rPr lang="en-US" dirty="0"/>
              <a:t>), despite their surface differences. </a:t>
            </a:r>
          </a:p>
          <a:p>
            <a:pPr algn="just"/>
            <a:r>
              <a:rPr lang="en-US" dirty="0"/>
              <a:t>The root or base word is known as </a:t>
            </a:r>
            <a:r>
              <a:rPr lang="en-US" b="1" dirty="0"/>
              <a:t>stem</a:t>
            </a:r>
            <a:r>
              <a:rPr lang="en-US" dirty="0"/>
              <a:t> during stemming while it is known as </a:t>
            </a:r>
            <a:r>
              <a:rPr lang="en-US" b="1" dirty="0"/>
              <a:t>lemma</a:t>
            </a:r>
            <a:r>
              <a:rPr lang="en-US" dirty="0"/>
              <a:t> during lemmatization.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C351B-3C45-0F0E-E016-57C8683EA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16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E6746-A403-1A32-35E8-27CAD758F6BC}"/>
              </a:ext>
            </a:extLst>
          </p:cNvPr>
          <p:cNvSpPr/>
          <p:nvPr/>
        </p:nvSpPr>
        <p:spPr>
          <a:xfrm>
            <a:off x="1447800" y="3909835"/>
            <a:ext cx="9568071" cy="12935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am, are, is =&gt;  </a:t>
            </a:r>
            <a:r>
              <a:rPr lang="en-US" sz="2200" b="1" dirty="0"/>
              <a:t>be</a:t>
            </a:r>
          </a:p>
          <a:p>
            <a:pPr algn="ctr"/>
            <a:r>
              <a:rPr lang="en-US" sz="2200" dirty="0"/>
              <a:t>car, cars, car's, cars’ =&gt; </a:t>
            </a:r>
            <a:r>
              <a:rPr lang="en-US" sz="2200" b="1" dirty="0"/>
              <a:t>car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sz="2200" i="1" dirty="0"/>
              <a:t>He is reading detective stories </a:t>
            </a:r>
            <a:r>
              <a:rPr lang="en-US" sz="2200" dirty="0">
                <a:sym typeface="Symbol" charset="2"/>
              </a:rPr>
              <a:t>=&gt;</a:t>
            </a:r>
            <a:r>
              <a:rPr lang="en-US" sz="2200" dirty="0"/>
              <a:t> </a:t>
            </a:r>
            <a:r>
              <a:rPr lang="en-US" sz="2200" i="1" dirty="0"/>
              <a:t>He </a:t>
            </a:r>
            <a:r>
              <a:rPr lang="en-US" sz="2200" b="1" i="1" dirty="0"/>
              <a:t>be</a:t>
            </a:r>
            <a:r>
              <a:rPr lang="en-US" sz="2200" i="1" dirty="0"/>
              <a:t> </a:t>
            </a:r>
            <a:r>
              <a:rPr lang="en-US" sz="2200" b="1" i="1" dirty="0"/>
              <a:t>read</a:t>
            </a:r>
            <a:r>
              <a:rPr lang="en-US" sz="2200" i="1" dirty="0"/>
              <a:t> detective </a:t>
            </a:r>
            <a:r>
              <a:rPr lang="en-US" sz="2200" b="1" i="1" dirty="0"/>
              <a:t>story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1150740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8B54-6DA4-E793-AE30-CD35188F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B1B89-1FC0-F275-D786-EB7B55983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 most sophisticated methods for lemmatization involve complete </a:t>
            </a:r>
            <a:r>
              <a:rPr lang="en-US" b="1" dirty="0"/>
              <a:t>morphological parsing</a:t>
            </a:r>
            <a:r>
              <a:rPr lang="en-US" dirty="0"/>
              <a:t> of the word. </a:t>
            </a:r>
          </a:p>
          <a:p>
            <a:pPr algn="just"/>
            <a:r>
              <a:rPr lang="en-US" b="1" dirty="0"/>
              <a:t>Morphology</a:t>
            </a:r>
            <a:r>
              <a:rPr lang="en-US" dirty="0"/>
              <a:t> is the study of the way words are built up from smaller meaning-bearing units called </a:t>
            </a:r>
            <a:r>
              <a:rPr lang="en-US" b="1" dirty="0"/>
              <a:t>morphemes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Two broad classes of morphemes can be distinguished: </a:t>
            </a:r>
            <a:r>
              <a:rPr lang="en-US" b="1" dirty="0"/>
              <a:t>stems</a:t>
            </a:r>
            <a:r>
              <a:rPr lang="en-US" dirty="0"/>
              <a:t> and </a:t>
            </a:r>
            <a:r>
              <a:rPr lang="en-US" b="1" dirty="0"/>
              <a:t>affixes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For example, the word “fox” consists of one morpheme (the morpheme “fox”) and the word “cats” consists of two: the morpheme “cat” and the morpheme “s”.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morphological parser</a:t>
            </a:r>
            <a:r>
              <a:rPr lang="en-US" dirty="0"/>
              <a:t> takes a word like “cats” and parses it into the two morphemes “cat” and “s”.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83690-6D7A-E68D-0188-1706912F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1946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C40D9-B59E-2873-BA2A-0249E80D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E38F3-AFB8-FD04-C581-C16A18A1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09F29-67DF-D0B2-6ACC-D7BEA5B6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Any NLP task that wants to “react” the same for multiple different spellings of the same basic root word can benefit from a </a:t>
            </a:r>
            <a:r>
              <a:rPr lang="en-US" dirty="0" err="1"/>
              <a:t>lemmatizer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Lemmatization can make your model more general, but it can also make your model less precise because it will treat all spelling variations of a given root word the same.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37CF2-1F0D-C0E5-D952-2FE0A5115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18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9A3846-D18B-5625-D7D7-D227BF434235}"/>
              </a:ext>
            </a:extLst>
          </p:cNvPr>
          <p:cNvSpPr/>
          <p:nvPr/>
        </p:nvSpPr>
        <p:spPr>
          <a:xfrm>
            <a:off x="1447800" y="4171092"/>
            <a:ext cx="9568071" cy="129353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chat, chatter, chatty, chatting =&gt;  chat (chatter?)</a:t>
            </a:r>
          </a:p>
          <a:p>
            <a:pPr algn="ctr"/>
            <a:r>
              <a:rPr lang="en-US" sz="2200" dirty="0"/>
              <a:t>bank, banked, banking =&gt; bank (river bank?)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428828-99AA-212A-CDC2-D67549AAB438}"/>
              </a:ext>
            </a:extLst>
          </p:cNvPr>
          <p:cNvSpPr/>
          <p:nvPr/>
        </p:nvSpPr>
        <p:spPr>
          <a:xfrm>
            <a:off x="8760351" y="5373504"/>
            <a:ext cx="2560320" cy="3651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200" dirty="0"/>
              <a:t>possible mapping</a:t>
            </a:r>
          </a:p>
        </p:txBody>
      </p:sp>
    </p:spTree>
    <p:extLst>
      <p:ext uri="{BB962C8B-B14F-4D97-AF65-F5344CB8AC3E}">
        <p14:creationId xmlns:p14="http://schemas.microsoft.com/office/powerpoint/2010/main" val="1626479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FA5A-8C8C-AC5E-A693-4760C8B19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42F7-9771-A34F-063C-3F96075C3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2DCAD-2346-8133-DE98-DA5ED7DD9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2CC8F-84FE-68E7-D9AA-2F48EB9D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19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0F947-3D81-C970-1CBE-8630D249834E}"/>
              </a:ext>
            </a:extLst>
          </p:cNvPr>
          <p:cNvSpPr/>
          <p:nvPr/>
        </p:nvSpPr>
        <p:spPr>
          <a:xfrm>
            <a:off x="1123126" y="1744514"/>
            <a:ext cx="9892746" cy="23992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spacy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spacy.load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en_core_web_sm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("is banker better good goods best") # tokens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token in doc: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token.text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"=&gt;",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token.lemma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41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0F379-E3F1-5305-AF22-7E76E5BD6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E236-F75E-12F5-CFA4-419AF5F12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681A6-F53A-E4D0-E617-A4E0EE478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83EFA-4297-A83F-74B8-8979A05F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20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46A73C-0A1E-48E3-347B-018FDA7E0234}"/>
              </a:ext>
            </a:extLst>
          </p:cNvPr>
          <p:cNvSpPr/>
          <p:nvPr/>
        </p:nvSpPr>
        <p:spPr>
          <a:xfrm>
            <a:off x="1123126" y="1744514"/>
            <a:ext cx="9892746" cy="23992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spacy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spacy.load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en_core_web_sm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("is banker better good goods best") # tokens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token in doc: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token.text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"=&gt;",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token.lemma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72F00-C360-9D5D-B46C-B4E6039B85FB}"/>
              </a:ext>
            </a:extLst>
          </p:cNvPr>
          <p:cNvSpPr/>
          <p:nvPr/>
        </p:nvSpPr>
        <p:spPr>
          <a:xfrm>
            <a:off x="1143000" y="4263469"/>
            <a:ext cx="9892747" cy="22570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is =&gt; be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banker =&gt; banker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better =&gt; well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good =&gt; good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goods =&gt; good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best =&gt; well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676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6BF49-F214-4523-C748-926BF49C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B60F5-9FD6-FAB2-0594-9A2725BAA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Lemmatization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740E-C9AF-FFED-85B8-F72E81890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30279-929C-031D-1B61-9A1F2C271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21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A84D1-F086-6635-FA28-F2A959F2F37A}"/>
              </a:ext>
            </a:extLst>
          </p:cNvPr>
          <p:cNvSpPr/>
          <p:nvPr/>
        </p:nvSpPr>
        <p:spPr>
          <a:xfrm>
            <a:off x="1123126" y="1744514"/>
            <a:ext cx="9892746" cy="239921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spacy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spacy.load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en_core_web_sm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doc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("is banker better good goods best") # tokens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 token in doc: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token.text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"=&gt;",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token.lemma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1AE488-898B-BCB3-9457-EA15E784F454}"/>
              </a:ext>
            </a:extLst>
          </p:cNvPr>
          <p:cNvSpPr/>
          <p:nvPr/>
        </p:nvSpPr>
        <p:spPr>
          <a:xfrm>
            <a:off x="1143000" y="4263469"/>
            <a:ext cx="9892747" cy="22570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is =&gt; be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banker =&gt; banker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better =&gt; well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good =&gt; good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goods =&gt; good</a:t>
            </a:r>
          </a:p>
          <a:p>
            <a:r>
              <a:rPr lang="en-US" sz="20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best =&gt; well</a:t>
            </a:r>
            <a:endParaRPr lang="en-AU" sz="20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E80F9D-CDBD-44C7-BB38-EBAA58E46256}"/>
              </a:ext>
            </a:extLst>
          </p:cNvPr>
          <p:cNvSpPr/>
          <p:nvPr/>
        </p:nvSpPr>
        <p:spPr>
          <a:xfrm>
            <a:off x="6482080" y="1037734"/>
            <a:ext cx="4533791" cy="4963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200" dirty="0"/>
              <a:t>Try </a:t>
            </a:r>
            <a:r>
              <a:rPr lang="en-AU" sz="2200" dirty="0" err="1"/>
              <a:t>WordNetLemmatizer</a:t>
            </a:r>
            <a:r>
              <a:rPr lang="en-AU" sz="2200" dirty="0"/>
              <a:t> (</a:t>
            </a:r>
            <a:r>
              <a:rPr lang="en-AU" sz="2200" dirty="0" err="1"/>
              <a:t>nltk</a:t>
            </a:r>
            <a:r>
              <a:rPr lang="en-AU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7260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3F0-5078-A15F-D7EA-0AF17731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Punctuation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553D1-A09D-1A30-5E45-2AE030D85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Punctuation removal</a:t>
            </a:r>
            <a:r>
              <a:rPr lang="en-US" dirty="0"/>
              <a:t> is the process of removing special characters and punctuation marks from the text. </a:t>
            </a:r>
          </a:p>
          <a:p>
            <a:pPr algn="just"/>
            <a:r>
              <a:rPr lang="en-US" dirty="0"/>
              <a:t>This technique is useful when working with text data containing many punctuation marks, which can make the text harder to process.</a:t>
            </a:r>
          </a:p>
          <a:p>
            <a:pPr algn="just"/>
            <a:r>
              <a:rPr lang="en-US" dirty="0"/>
              <a:t>It removes unnecessary characters, making the text cleaner and easier to process. May improve the performance of NLP algorithms.</a:t>
            </a:r>
          </a:p>
          <a:p>
            <a:pPr algn="just"/>
            <a:r>
              <a:rPr lang="en-US" dirty="0"/>
              <a:t>It can lead to loss of information, as punctuation marks can indicate sentiment or emphasis.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05B58-5EBC-2176-599C-0830CE656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22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E57C93-AF42-F18A-582B-4B5AD8A5D752}"/>
              </a:ext>
            </a:extLst>
          </p:cNvPr>
          <p:cNvSpPr/>
          <p:nvPr/>
        </p:nvSpPr>
        <p:spPr>
          <a:xfrm>
            <a:off x="2644993" y="5263392"/>
            <a:ext cx="6868884" cy="11429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dirty="0"/>
              <a:t>Input: “ Good Morning! How are you? ”</a:t>
            </a:r>
          </a:p>
          <a:p>
            <a:pPr algn="ctr"/>
            <a:r>
              <a:rPr lang="en-US" sz="2200" dirty="0"/>
              <a:t>Output: “Good Morning How are you”</a:t>
            </a:r>
          </a:p>
        </p:txBody>
      </p:sp>
    </p:spTree>
    <p:extLst>
      <p:ext uri="{BB962C8B-B14F-4D97-AF65-F5344CB8AC3E}">
        <p14:creationId xmlns:p14="http://schemas.microsoft.com/office/powerpoint/2010/main" val="3366496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0F3C4-26CF-8A25-5F74-E77BA41C1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0D18A-CC9F-A1B2-137D-BD6EEFDC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Punctuation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5F18F-58E4-CE19-720F-D8FF4AAEB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BB353-FE6D-FE17-3B4E-17B9F259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23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840BBA-AF1F-4023-7595-DFDBD8139C09}"/>
              </a:ext>
            </a:extLst>
          </p:cNvPr>
          <p:cNvSpPr/>
          <p:nvPr/>
        </p:nvSpPr>
        <p:spPr>
          <a:xfrm>
            <a:off x="552750" y="2002972"/>
            <a:ext cx="11053368" cy="27199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string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 Good Morning! How are you? "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string.punctuation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text_remove_mapping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text.maketrans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("", "",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string.punctuation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text.translate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text_remove_mapping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text.strip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774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31A7B-6BE9-7D78-DE5E-0A0D79491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65061-C7E5-A1F7-2D8C-2607256BF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Punctuation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F7F8A-AB44-AE7A-7DDE-5430EF0E1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79A4A-6CF2-A39A-4004-766D3B2D7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24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C4205E-E747-F69B-DAB2-BD4E02E50A35}"/>
              </a:ext>
            </a:extLst>
          </p:cNvPr>
          <p:cNvSpPr/>
          <p:nvPr/>
        </p:nvSpPr>
        <p:spPr>
          <a:xfrm>
            <a:off x="552750" y="2002972"/>
            <a:ext cx="11053368" cy="27199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string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 Good Morning! How are you? "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string.punctuation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text_remove_mapping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text.maketrans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("", "",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string.punctuation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text.translate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text_remove_mapping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text.strip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67A3F-803F-CB5A-F431-2556912A25A3}"/>
              </a:ext>
            </a:extLst>
          </p:cNvPr>
          <p:cNvSpPr/>
          <p:nvPr/>
        </p:nvSpPr>
        <p:spPr>
          <a:xfrm>
            <a:off x="1829511" y="4855028"/>
            <a:ext cx="8499846" cy="1447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!"#$%&amp;'()*+,-./:;&lt;=&gt;?@[\]^_`{|}~</a:t>
            </a:r>
          </a:p>
          <a:p>
            <a:r>
              <a:rPr lang="en-US" sz="2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Good Morning How are you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5800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AB91-3C4C-BE95-B2A4-1F4B0F77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F67B6-BA96-212C-78AC-2DC5DF0B9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Punctuation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D995-3D40-E563-1AF6-0B242F00A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30A23-9267-58D1-84B4-BEA1AB2E2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25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8F3EAA-B18A-AAAF-4E02-5189F268FEFB}"/>
              </a:ext>
            </a:extLst>
          </p:cNvPr>
          <p:cNvSpPr/>
          <p:nvPr/>
        </p:nvSpPr>
        <p:spPr>
          <a:xfrm>
            <a:off x="552750" y="2002972"/>
            <a:ext cx="11053368" cy="27199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string</a:t>
            </a:r>
          </a:p>
          <a:p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 Good Morning! How are you? "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string.punctuation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text_remove_mapping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text.maketrans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("", "",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string.punctuation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text.translate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text_remove_mapping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text.strip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3C360-945C-755E-40C5-9A3B585B6500}"/>
              </a:ext>
            </a:extLst>
          </p:cNvPr>
          <p:cNvSpPr/>
          <p:nvPr/>
        </p:nvSpPr>
        <p:spPr>
          <a:xfrm>
            <a:off x="1829511" y="4855028"/>
            <a:ext cx="8499846" cy="14478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!"#$%&amp;'()*+,-./:;&lt;=&gt;?@[\]^_`{|}~</a:t>
            </a:r>
          </a:p>
          <a:p>
            <a:r>
              <a:rPr lang="en-US" sz="2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Good Morning How are you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54BF33-F261-3BF4-E57B-3692C5953D50}"/>
              </a:ext>
            </a:extLst>
          </p:cNvPr>
          <p:cNvSpPr/>
          <p:nvPr/>
        </p:nvSpPr>
        <p:spPr>
          <a:xfrm>
            <a:off x="6482080" y="1037734"/>
            <a:ext cx="4533791" cy="4963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200" dirty="0"/>
              <a:t>Options: </a:t>
            </a:r>
            <a:r>
              <a:rPr lang="en-AU" sz="2200" dirty="0" err="1"/>
              <a:t>re.sub</a:t>
            </a:r>
            <a:r>
              <a:rPr lang="en-AU" sz="22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392014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D39F6-13CC-EEE6-F8CB-1AFC42DA3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Stop Words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A06BC-C354-ADAC-BEBE-9CF32B135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/>
              <a:t>Stop words</a:t>
            </a:r>
            <a:r>
              <a:rPr lang="en-US" dirty="0"/>
              <a:t> are commonly used words that have very little meaning or do not have significant meaning on their own, such as “a,” “an,” “the,” or “in.”</a:t>
            </a:r>
          </a:p>
          <a:p>
            <a:pPr algn="just"/>
            <a:r>
              <a:rPr lang="en-US" dirty="0"/>
              <a:t>Stop words are typically excluded from NLP applications because mostly, they do not contribute much to the meaning or context of the text.</a:t>
            </a:r>
          </a:p>
          <a:p>
            <a:pPr algn="just"/>
            <a:r>
              <a:rPr lang="en-US" dirty="0"/>
              <a:t>In most text classification applications, using a stop word list doesn’t improve performance, and so it is more common to make use of the entire vocabulary and not use a stop word list.</a:t>
            </a:r>
          </a:p>
          <a:p>
            <a:pPr algn="just"/>
            <a:r>
              <a:rPr lang="en-US" dirty="0"/>
              <a:t>Some common </a:t>
            </a:r>
            <a:r>
              <a:rPr lang="en-US" dirty="0" err="1"/>
              <a:t>stopwords</a:t>
            </a:r>
            <a:r>
              <a:rPr lang="en-US" dirty="0"/>
              <a:t> in English: </a:t>
            </a:r>
          </a:p>
          <a:p>
            <a:pPr lvl="1" algn="just"/>
            <a:r>
              <a:rPr lang="en-US" sz="2200" dirty="0"/>
              <a:t>articles (a, an, the); conjunctions (and, but, or); prepositions (in, on, at); pronouns (he, she, it, they); auxiliary verbs (is, are, was, were)</a:t>
            </a:r>
            <a:endParaRPr lang="en-AU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0B9FB-F067-819D-AF4C-2A975FED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5226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7589-CD3A-58D8-BF44-2C761943B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39AD6-6E3D-32BA-1571-79D794B24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Stop Words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0E7D2-C7EB-569D-ED95-6DB5779DB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6A5C0-A9F0-4C68-9450-DAFC4A48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27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05D642-92EC-283F-6D5C-D51B883CE0FD}"/>
              </a:ext>
            </a:extLst>
          </p:cNvPr>
          <p:cNvSpPr/>
          <p:nvPr/>
        </p:nvSpPr>
        <p:spPr>
          <a:xfrm>
            <a:off x="337462" y="1751045"/>
            <a:ext cx="11514717" cy="340878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nltk.corpus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"This is an example sentence with the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set(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stopwords.words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words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text.split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filtered_words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[word for word in words if word not in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 ".join(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filtered_words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print(text)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8500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C2B6-CF73-90A7-4BE5-400C0FF73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5E98-0D46-2536-E900-5C366DE37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Stop Words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27AD8-AA04-7919-B5A9-5643DD1FA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85F3A-C576-576A-EA00-F4BBB5BFA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28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8D7FE-D9B9-5265-81FC-81417A6A2703}"/>
              </a:ext>
            </a:extLst>
          </p:cNvPr>
          <p:cNvSpPr/>
          <p:nvPr/>
        </p:nvSpPr>
        <p:spPr>
          <a:xfrm>
            <a:off x="337462" y="1751045"/>
            <a:ext cx="11514717" cy="340878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nltk.corpus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"This is an example sentence with the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set(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stopwords.words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words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text.split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filtered_words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[word for word in words if word not in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 ".join(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filtered_words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print(text)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5A8715-81A9-EDA6-4FF4-87824A3FE853}"/>
              </a:ext>
            </a:extLst>
          </p:cNvPr>
          <p:cNvSpPr/>
          <p:nvPr/>
        </p:nvSpPr>
        <p:spPr>
          <a:xfrm>
            <a:off x="1829511" y="5312228"/>
            <a:ext cx="8499846" cy="9361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This example sentence </a:t>
            </a:r>
            <a:r>
              <a:rPr lang="en-US" sz="22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stopwords</a:t>
            </a:r>
            <a:r>
              <a:rPr lang="en-US" sz="2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.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3014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62AE-B2AD-66CF-A490-8AD335060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F11F-2A3C-0B76-1E17-135600637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Stop Words Removal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FDEC2-5642-F965-EF55-3E25C5948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853F5-0EAA-7A3A-3A99-ABA4F9B0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29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7DAD4F-C69C-4C28-A697-1BD9A8E62F42}"/>
              </a:ext>
            </a:extLst>
          </p:cNvPr>
          <p:cNvSpPr/>
          <p:nvPr/>
        </p:nvSpPr>
        <p:spPr>
          <a:xfrm>
            <a:off x="337462" y="1751045"/>
            <a:ext cx="11514717" cy="340878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nltk.corpus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nltk.download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') </a:t>
            </a:r>
          </a:p>
          <a:p>
            <a:endParaRPr lang="en-US" sz="600" b="0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"This is an example sentence with the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."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set(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stopwords.words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english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"))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words =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text.split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filtered_words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[word for word in words if word not in 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 = " ".join(</a:t>
            </a:r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filtered_words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print(text)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85B0E-17DD-AAC2-C7B5-586029975C2D}"/>
              </a:ext>
            </a:extLst>
          </p:cNvPr>
          <p:cNvSpPr/>
          <p:nvPr/>
        </p:nvSpPr>
        <p:spPr>
          <a:xfrm>
            <a:off x="1829511" y="5312228"/>
            <a:ext cx="8499846" cy="93617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2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AU" sz="2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This example sentence </a:t>
            </a:r>
            <a:r>
              <a:rPr lang="en-US" sz="2200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stopwords</a:t>
            </a:r>
            <a:r>
              <a:rPr lang="en-US" sz="22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.</a:t>
            </a:r>
            <a:endParaRPr lang="en-AU" sz="2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24589B-1149-EAED-ABE8-BED84A76E34C}"/>
              </a:ext>
            </a:extLst>
          </p:cNvPr>
          <p:cNvSpPr/>
          <p:nvPr/>
        </p:nvSpPr>
        <p:spPr>
          <a:xfrm>
            <a:off x="6482080" y="1037734"/>
            <a:ext cx="4533791" cy="4963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200" dirty="0"/>
              <a:t>Options: </a:t>
            </a:r>
            <a:r>
              <a:rPr lang="en-AU" sz="2200" dirty="0" err="1"/>
              <a:t>spaCy</a:t>
            </a:r>
            <a:r>
              <a:rPr lang="en-AU" sz="2200" dirty="0"/>
              <a:t>, </a:t>
            </a:r>
            <a:r>
              <a:rPr lang="en-AU" sz="2200" dirty="0" err="1"/>
              <a:t>gensim</a:t>
            </a:r>
            <a:r>
              <a:rPr lang="en-AU" sz="2200" dirty="0"/>
              <a:t>, </a:t>
            </a:r>
            <a:r>
              <a:rPr lang="en-AU" sz="2200" dirty="0" err="1"/>
              <a:t>TextBlob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9179202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9DCF-68DC-3E76-3DB9-FA7BF81B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43191-C707-FA38-025F-4001B977F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Daniel </a:t>
            </a:r>
            <a:r>
              <a:rPr lang="en-US" dirty="0" err="1"/>
              <a:t>Jurafsky</a:t>
            </a:r>
            <a:r>
              <a:rPr lang="en-US" dirty="0"/>
              <a:t> and James H. Martin. Speech and Language Processing, 3rd edition, 2024.</a:t>
            </a:r>
            <a:endParaRPr lang="en-AU" u="sng" dirty="0"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/>
              <a:t>Hobson Lane and Maria </a:t>
            </a:r>
            <a:r>
              <a:rPr lang="en-US" dirty="0" err="1"/>
              <a:t>Dyshel</a:t>
            </a:r>
            <a:r>
              <a:rPr lang="en-US" dirty="0"/>
              <a:t>. Natural Language Processing in Action, </a:t>
            </a:r>
            <a:r>
              <a:rPr lang="en-US"/>
              <a:t>2nd Edition, 2025.</a:t>
            </a:r>
            <a:endParaRPr lang="en-AU" dirty="0"/>
          </a:p>
          <a:p>
            <a:r>
              <a:rPr lang="en-AU" dirty="0"/>
              <a:t>https://www.scaler.com/topics/nlp/what-is-text-normalization-in-nlp/</a:t>
            </a:r>
          </a:p>
          <a:p>
            <a:r>
              <a:rPr lang="en-AU" dirty="0"/>
              <a:t>https://maelfabien.github.io/machinelearning/NLP_8/</a:t>
            </a:r>
          </a:p>
          <a:p>
            <a:r>
              <a:rPr lang="en-AU" dirty="0"/>
              <a:t>https://spotintelligence.com/2023/01/25/text-normalization-techniques-nlp/</a:t>
            </a:r>
          </a:p>
          <a:p>
            <a:r>
              <a:rPr lang="en-AU" dirty="0"/>
              <a:t>https://saturncloud.io/glossary/stemming/</a:t>
            </a:r>
          </a:p>
          <a:p>
            <a:r>
              <a:rPr lang="en-AU" dirty="0"/>
              <a:t>https://spotintelligence.com/2022/12/10/stop-words-removal/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AEDBE-EE43-D3EE-64D6-386C27417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21BBE-7842-470C-94BF-4E4E50831BF5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7609750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1323</TotalTime>
  <Words>2569</Words>
  <Application>Microsoft Office PowerPoint</Application>
  <PresentationFormat>Widescreen</PresentationFormat>
  <Paragraphs>311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Corbel</vt:lpstr>
      <vt:lpstr>Courier New</vt:lpstr>
      <vt:lpstr>Google Sans</vt:lpstr>
      <vt:lpstr>Rockwell</vt:lpstr>
      <vt:lpstr>Symbol</vt:lpstr>
      <vt:lpstr>Tw Cen MT</vt:lpstr>
      <vt:lpstr>Basis</vt:lpstr>
      <vt:lpstr>Text normalization 2: word normalization &amp; others</vt:lpstr>
      <vt:lpstr>Word Normalization</vt:lpstr>
      <vt:lpstr>Types of Word Normalization</vt:lpstr>
      <vt:lpstr>Case Folding</vt:lpstr>
      <vt:lpstr>Case Folding</vt:lpstr>
      <vt:lpstr>Case Folding</vt:lpstr>
      <vt:lpstr>Synonym Substitution</vt:lpstr>
      <vt:lpstr>Synonym Substitution</vt:lpstr>
      <vt:lpstr>Synonym Substitution</vt:lpstr>
      <vt:lpstr>Synonym Substitution</vt:lpstr>
      <vt:lpstr>Synonym Substitution</vt:lpstr>
      <vt:lpstr>Stemming</vt:lpstr>
      <vt:lpstr>Stemming</vt:lpstr>
      <vt:lpstr>Stemming</vt:lpstr>
      <vt:lpstr>Stemming</vt:lpstr>
      <vt:lpstr>Lemmatization</vt:lpstr>
      <vt:lpstr>Lemmatization</vt:lpstr>
      <vt:lpstr>Lemmatization</vt:lpstr>
      <vt:lpstr>Lemmatization</vt:lpstr>
      <vt:lpstr>Lemmatization</vt:lpstr>
      <vt:lpstr>Lemmatization</vt:lpstr>
      <vt:lpstr>Punctuation Removal</vt:lpstr>
      <vt:lpstr>Punctuation Removal</vt:lpstr>
      <vt:lpstr>Punctuation Removal</vt:lpstr>
      <vt:lpstr>Punctuation Removal</vt:lpstr>
      <vt:lpstr>Stop Words Removal</vt:lpstr>
      <vt:lpstr>Stop Words Removal</vt:lpstr>
      <vt:lpstr>Stop Words Removal</vt:lpstr>
      <vt:lpstr>Stop Words Removal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 Salam</dc:creator>
  <cp:lastModifiedBy>Abdus Salam</cp:lastModifiedBy>
  <cp:revision>1</cp:revision>
  <dcterms:created xsi:type="dcterms:W3CDTF">2025-03-08T08:28:56Z</dcterms:created>
  <dcterms:modified xsi:type="dcterms:W3CDTF">2025-03-17T16:38:21Z</dcterms:modified>
</cp:coreProperties>
</file>