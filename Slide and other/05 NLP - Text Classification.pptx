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80"/>
  </p:notesMasterIdLst>
  <p:sldIdLst>
    <p:sldId id="256" r:id="rId2"/>
    <p:sldId id="284" r:id="rId3"/>
    <p:sldId id="294" r:id="rId4"/>
    <p:sldId id="273" r:id="rId5"/>
    <p:sldId id="295" r:id="rId6"/>
    <p:sldId id="274" r:id="rId7"/>
    <p:sldId id="275" r:id="rId8"/>
    <p:sldId id="277" r:id="rId9"/>
    <p:sldId id="276" r:id="rId10"/>
    <p:sldId id="279" r:id="rId11"/>
    <p:sldId id="280" r:id="rId12"/>
    <p:sldId id="281" r:id="rId13"/>
    <p:sldId id="282" r:id="rId14"/>
    <p:sldId id="283" r:id="rId15"/>
    <p:sldId id="296" r:id="rId16"/>
    <p:sldId id="300" r:id="rId17"/>
    <p:sldId id="299" r:id="rId18"/>
    <p:sldId id="303" r:id="rId19"/>
    <p:sldId id="302" r:id="rId20"/>
    <p:sldId id="297" r:id="rId21"/>
    <p:sldId id="305" r:id="rId22"/>
    <p:sldId id="307" r:id="rId23"/>
    <p:sldId id="306" r:id="rId24"/>
    <p:sldId id="285" r:id="rId25"/>
    <p:sldId id="309" r:id="rId26"/>
    <p:sldId id="310" r:id="rId27"/>
    <p:sldId id="308" r:id="rId28"/>
    <p:sldId id="286" r:id="rId29"/>
    <p:sldId id="311" r:id="rId30"/>
    <p:sldId id="312" r:id="rId31"/>
    <p:sldId id="287" r:id="rId32"/>
    <p:sldId id="314" r:id="rId33"/>
    <p:sldId id="313" r:id="rId34"/>
    <p:sldId id="315" r:id="rId35"/>
    <p:sldId id="288" r:id="rId36"/>
    <p:sldId id="329" r:id="rId37"/>
    <p:sldId id="330" r:id="rId38"/>
    <p:sldId id="331" r:id="rId39"/>
    <p:sldId id="332" r:id="rId40"/>
    <p:sldId id="289" r:id="rId41"/>
    <p:sldId id="333" r:id="rId42"/>
    <p:sldId id="290" r:id="rId43"/>
    <p:sldId id="334" r:id="rId44"/>
    <p:sldId id="316" r:id="rId45"/>
    <p:sldId id="318" r:id="rId46"/>
    <p:sldId id="291" r:id="rId47"/>
    <p:sldId id="321" r:id="rId48"/>
    <p:sldId id="320" r:id="rId49"/>
    <p:sldId id="322" r:id="rId50"/>
    <p:sldId id="335" r:id="rId51"/>
    <p:sldId id="323" r:id="rId52"/>
    <p:sldId id="324" r:id="rId53"/>
    <p:sldId id="325" r:id="rId54"/>
    <p:sldId id="319" r:id="rId55"/>
    <p:sldId id="326" r:id="rId56"/>
    <p:sldId id="340" r:id="rId57"/>
    <p:sldId id="327" r:id="rId58"/>
    <p:sldId id="339" r:id="rId59"/>
    <p:sldId id="337" r:id="rId60"/>
    <p:sldId id="338" r:id="rId61"/>
    <p:sldId id="336" r:id="rId62"/>
    <p:sldId id="328" r:id="rId63"/>
    <p:sldId id="342" r:id="rId64"/>
    <p:sldId id="293" r:id="rId65"/>
    <p:sldId id="343" r:id="rId66"/>
    <p:sldId id="344" r:id="rId67"/>
    <p:sldId id="345" r:id="rId68"/>
    <p:sldId id="346" r:id="rId69"/>
    <p:sldId id="347" r:id="rId70"/>
    <p:sldId id="348" r:id="rId71"/>
    <p:sldId id="349" r:id="rId72"/>
    <p:sldId id="350" r:id="rId73"/>
    <p:sldId id="351" r:id="rId74"/>
    <p:sldId id="352" r:id="rId75"/>
    <p:sldId id="353" r:id="rId76"/>
    <p:sldId id="354" r:id="rId77"/>
    <p:sldId id="355" r:id="rId78"/>
    <p:sldId id="272"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63" d="100"/>
          <a:sy n="63" d="100"/>
        </p:scale>
        <p:origin x="780" y="5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s Salam" userId="0e2b1981-3d04-4857-a4cb-b2b53ead0854" providerId="ADAL" clId="{FEB12DFE-80F1-41B8-B54B-D0D033C74314}"/>
    <pc:docChg chg="undo redo custSel addSld delSld modSld sldOrd">
      <pc:chgData name="Abdus Salam" userId="0e2b1981-3d04-4857-a4cb-b2b53ead0854" providerId="ADAL" clId="{FEB12DFE-80F1-41B8-B54B-D0D033C74314}" dt="2025-04-09T17:55:45.269" v="5190" actId="1076"/>
      <pc:docMkLst>
        <pc:docMk/>
      </pc:docMkLst>
      <pc:sldChg chg="modSp mod">
        <pc:chgData name="Abdus Salam" userId="0e2b1981-3d04-4857-a4cb-b2b53ead0854" providerId="ADAL" clId="{FEB12DFE-80F1-41B8-B54B-D0D033C74314}" dt="2025-03-17T17:37:19.925" v="13" actId="20577"/>
        <pc:sldMkLst>
          <pc:docMk/>
          <pc:sldMk cId="1470503968" sldId="256"/>
        </pc:sldMkLst>
        <pc:spChg chg="mod">
          <ac:chgData name="Abdus Salam" userId="0e2b1981-3d04-4857-a4cb-b2b53ead0854" providerId="ADAL" clId="{FEB12DFE-80F1-41B8-B54B-D0D033C74314}" dt="2025-03-17T17:37:19.925" v="13" actId="20577"/>
          <ac:spMkLst>
            <pc:docMk/>
            <pc:sldMk cId="1470503968" sldId="256"/>
            <ac:spMk id="2" creationId="{64429CC2-3BB3-4DC9-24A3-84A608D544C1}"/>
          </ac:spMkLst>
        </pc:spChg>
      </pc:sldChg>
      <pc:sldChg chg="del">
        <pc:chgData name="Abdus Salam" userId="0e2b1981-3d04-4857-a4cb-b2b53ead0854" providerId="ADAL" clId="{FEB12DFE-80F1-41B8-B54B-D0D033C74314}" dt="2025-03-17T17:37:27.268" v="14" actId="47"/>
        <pc:sldMkLst>
          <pc:docMk/>
          <pc:sldMk cId="419887390" sldId="257"/>
        </pc:sldMkLst>
      </pc:sldChg>
      <pc:sldChg chg="del">
        <pc:chgData name="Abdus Salam" userId="0e2b1981-3d04-4857-a4cb-b2b53ead0854" providerId="ADAL" clId="{FEB12DFE-80F1-41B8-B54B-D0D033C74314}" dt="2025-03-17T17:37:27.268" v="14" actId="47"/>
        <pc:sldMkLst>
          <pc:docMk/>
          <pc:sldMk cId="1259194799" sldId="258"/>
        </pc:sldMkLst>
      </pc:sldChg>
      <pc:sldChg chg="del">
        <pc:chgData name="Abdus Salam" userId="0e2b1981-3d04-4857-a4cb-b2b53ead0854" providerId="ADAL" clId="{FEB12DFE-80F1-41B8-B54B-D0D033C74314}" dt="2025-03-17T17:37:27.268" v="14" actId="47"/>
        <pc:sldMkLst>
          <pc:docMk/>
          <pc:sldMk cId="484327693" sldId="259"/>
        </pc:sldMkLst>
      </pc:sldChg>
      <pc:sldChg chg="del">
        <pc:chgData name="Abdus Salam" userId="0e2b1981-3d04-4857-a4cb-b2b53ead0854" providerId="ADAL" clId="{FEB12DFE-80F1-41B8-B54B-D0D033C74314}" dt="2025-03-17T17:37:27.268" v="14" actId="47"/>
        <pc:sldMkLst>
          <pc:docMk/>
          <pc:sldMk cId="3962851701" sldId="260"/>
        </pc:sldMkLst>
      </pc:sldChg>
      <pc:sldChg chg="del">
        <pc:chgData name="Abdus Salam" userId="0e2b1981-3d04-4857-a4cb-b2b53ead0854" providerId="ADAL" clId="{FEB12DFE-80F1-41B8-B54B-D0D033C74314}" dt="2025-03-17T17:37:27.268" v="14" actId="47"/>
        <pc:sldMkLst>
          <pc:docMk/>
          <pc:sldMk cId="3776848493" sldId="261"/>
        </pc:sldMkLst>
      </pc:sldChg>
      <pc:sldChg chg="del">
        <pc:chgData name="Abdus Salam" userId="0e2b1981-3d04-4857-a4cb-b2b53ead0854" providerId="ADAL" clId="{FEB12DFE-80F1-41B8-B54B-D0D033C74314}" dt="2025-03-17T17:37:27.268" v="14" actId="47"/>
        <pc:sldMkLst>
          <pc:docMk/>
          <pc:sldMk cId="1509290446" sldId="262"/>
        </pc:sldMkLst>
      </pc:sldChg>
      <pc:sldChg chg="del">
        <pc:chgData name="Abdus Salam" userId="0e2b1981-3d04-4857-a4cb-b2b53ead0854" providerId="ADAL" clId="{FEB12DFE-80F1-41B8-B54B-D0D033C74314}" dt="2025-03-17T17:37:27.268" v="14" actId="47"/>
        <pc:sldMkLst>
          <pc:docMk/>
          <pc:sldMk cId="2090553887" sldId="264"/>
        </pc:sldMkLst>
      </pc:sldChg>
      <pc:sldChg chg="del">
        <pc:chgData name="Abdus Salam" userId="0e2b1981-3d04-4857-a4cb-b2b53ead0854" providerId="ADAL" clId="{FEB12DFE-80F1-41B8-B54B-D0D033C74314}" dt="2025-03-17T17:37:27.268" v="14" actId="47"/>
        <pc:sldMkLst>
          <pc:docMk/>
          <pc:sldMk cId="1927823659" sldId="265"/>
        </pc:sldMkLst>
      </pc:sldChg>
      <pc:sldChg chg="del">
        <pc:chgData name="Abdus Salam" userId="0e2b1981-3d04-4857-a4cb-b2b53ead0854" providerId="ADAL" clId="{FEB12DFE-80F1-41B8-B54B-D0D033C74314}" dt="2025-03-17T17:37:27.268" v="14" actId="47"/>
        <pc:sldMkLst>
          <pc:docMk/>
          <pc:sldMk cId="777207057" sldId="266"/>
        </pc:sldMkLst>
      </pc:sldChg>
      <pc:sldChg chg="del">
        <pc:chgData name="Abdus Salam" userId="0e2b1981-3d04-4857-a4cb-b2b53ead0854" providerId="ADAL" clId="{FEB12DFE-80F1-41B8-B54B-D0D033C74314}" dt="2025-03-17T17:37:27.268" v="14" actId="47"/>
        <pc:sldMkLst>
          <pc:docMk/>
          <pc:sldMk cId="3634085713" sldId="267"/>
        </pc:sldMkLst>
      </pc:sldChg>
      <pc:sldChg chg="del">
        <pc:chgData name="Abdus Salam" userId="0e2b1981-3d04-4857-a4cb-b2b53ead0854" providerId="ADAL" clId="{FEB12DFE-80F1-41B8-B54B-D0D033C74314}" dt="2025-03-17T17:37:27.268" v="14" actId="47"/>
        <pc:sldMkLst>
          <pc:docMk/>
          <pc:sldMk cId="1150740004" sldId="268"/>
        </pc:sldMkLst>
      </pc:sldChg>
      <pc:sldChg chg="del">
        <pc:chgData name="Abdus Salam" userId="0e2b1981-3d04-4857-a4cb-b2b53ead0854" providerId="ADAL" clId="{FEB12DFE-80F1-41B8-B54B-D0D033C74314}" dt="2025-03-17T17:37:27.268" v="14" actId="47"/>
        <pc:sldMkLst>
          <pc:docMk/>
          <pc:sldMk cId="901946450" sldId="269"/>
        </pc:sldMkLst>
      </pc:sldChg>
      <pc:sldChg chg="del">
        <pc:chgData name="Abdus Salam" userId="0e2b1981-3d04-4857-a4cb-b2b53ead0854" providerId="ADAL" clId="{FEB12DFE-80F1-41B8-B54B-D0D033C74314}" dt="2025-03-17T17:37:27.268" v="14" actId="47"/>
        <pc:sldMkLst>
          <pc:docMk/>
          <pc:sldMk cId="1626479244" sldId="270"/>
        </pc:sldMkLst>
      </pc:sldChg>
      <pc:sldChg chg="del">
        <pc:chgData name="Abdus Salam" userId="0e2b1981-3d04-4857-a4cb-b2b53ead0854" providerId="ADAL" clId="{FEB12DFE-80F1-41B8-B54B-D0D033C74314}" dt="2025-03-17T17:37:27.268" v="14" actId="47"/>
        <pc:sldMkLst>
          <pc:docMk/>
          <pc:sldMk cId="222441577" sldId="271"/>
        </pc:sldMkLst>
      </pc:sldChg>
      <pc:sldChg chg="modSp mod">
        <pc:chgData name="Abdus Salam" userId="0e2b1981-3d04-4857-a4cb-b2b53ead0854" providerId="ADAL" clId="{FEB12DFE-80F1-41B8-B54B-D0D033C74314}" dt="2025-03-17T19:09:32.577" v="842"/>
        <pc:sldMkLst>
          <pc:docMk/>
          <pc:sldMk cId="1427609750" sldId="272"/>
        </pc:sldMkLst>
        <pc:spChg chg="mod">
          <ac:chgData name="Abdus Salam" userId="0e2b1981-3d04-4857-a4cb-b2b53ead0854" providerId="ADAL" clId="{FEB12DFE-80F1-41B8-B54B-D0D033C74314}" dt="2025-03-17T19:09:32.577" v="842"/>
          <ac:spMkLst>
            <pc:docMk/>
            <pc:sldMk cId="1427609750" sldId="272"/>
            <ac:spMk id="3" creationId="{07743191-C707-FA38-025F-4001B977F795}"/>
          </ac:spMkLst>
        </pc:spChg>
      </pc:sldChg>
      <pc:sldChg chg="del">
        <pc:chgData name="Abdus Salam" userId="0e2b1981-3d04-4857-a4cb-b2b53ead0854" providerId="ADAL" clId="{FEB12DFE-80F1-41B8-B54B-D0D033C74314}" dt="2025-03-17T17:37:27.268" v="14" actId="47"/>
        <pc:sldMkLst>
          <pc:docMk/>
          <pc:sldMk cId="3366496540" sldId="273"/>
        </pc:sldMkLst>
      </pc:sldChg>
      <pc:sldChg chg="addSp modSp new mod">
        <pc:chgData name="Abdus Salam" userId="0e2b1981-3d04-4857-a4cb-b2b53ead0854" providerId="ADAL" clId="{FEB12DFE-80F1-41B8-B54B-D0D033C74314}" dt="2025-03-23T06:52:41.177" v="2050" actId="1076"/>
        <pc:sldMkLst>
          <pc:docMk/>
          <pc:sldMk cId="4235087631" sldId="273"/>
        </pc:sldMkLst>
        <pc:spChg chg="mod">
          <ac:chgData name="Abdus Salam" userId="0e2b1981-3d04-4857-a4cb-b2b53ead0854" providerId="ADAL" clId="{FEB12DFE-80F1-41B8-B54B-D0D033C74314}" dt="2025-03-23T06:51:29.159" v="2023" actId="20577"/>
          <ac:spMkLst>
            <pc:docMk/>
            <pc:sldMk cId="4235087631" sldId="273"/>
            <ac:spMk id="2" creationId="{798BEB0E-C643-1E29-9A42-1545124F28F1}"/>
          </ac:spMkLst>
        </pc:spChg>
        <pc:spChg chg="mod">
          <ac:chgData name="Abdus Salam" userId="0e2b1981-3d04-4857-a4cb-b2b53ead0854" providerId="ADAL" clId="{FEB12DFE-80F1-41B8-B54B-D0D033C74314}" dt="2025-03-23T06:48:31.496" v="1991" actId="6549"/>
          <ac:spMkLst>
            <pc:docMk/>
            <pc:sldMk cId="4235087631" sldId="273"/>
            <ac:spMk id="3" creationId="{6C12BFDD-5B39-140E-5DAE-4A04373D569B}"/>
          </ac:spMkLst>
        </pc:spChg>
        <pc:spChg chg="add mod">
          <ac:chgData name="Abdus Salam" userId="0e2b1981-3d04-4857-a4cb-b2b53ead0854" providerId="ADAL" clId="{FEB12DFE-80F1-41B8-B54B-D0D033C74314}" dt="2025-03-23T06:52:41.177" v="2050" actId="1076"/>
          <ac:spMkLst>
            <pc:docMk/>
            <pc:sldMk cId="4235087631" sldId="273"/>
            <ac:spMk id="7" creationId="{7250DFEB-9AAC-58D4-0F7E-02A82FFC8F5C}"/>
          </ac:spMkLst>
        </pc:spChg>
        <pc:graphicFrameChg chg="add mod modGraphic">
          <ac:chgData name="Abdus Salam" userId="0e2b1981-3d04-4857-a4cb-b2b53ead0854" providerId="ADAL" clId="{FEB12DFE-80F1-41B8-B54B-D0D033C74314}" dt="2025-03-23T06:49:10.805" v="2000" actId="1035"/>
          <ac:graphicFrameMkLst>
            <pc:docMk/>
            <pc:sldMk cId="4235087631" sldId="273"/>
            <ac:graphicFrameMk id="6" creationId="{7AA35874-27A1-42E2-2E82-FFD1FFC5AD74}"/>
          </ac:graphicFrameMkLst>
        </pc:graphicFrameChg>
        <pc:picChg chg="add mod">
          <ac:chgData name="Abdus Salam" userId="0e2b1981-3d04-4857-a4cb-b2b53ead0854" providerId="ADAL" clId="{FEB12DFE-80F1-41B8-B54B-D0D033C74314}" dt="2025-03-23T06:49:12.863" v="2006" actId="1036"/>
          <ac:picMkLst>
            <pc:docMk/>
            <pc:sldMk cId="4235087631" sldId="273"/>
            <ac:picMk id="5" creationId="{4387CFD9-1B43-6CBB-FD84-B990AC5B8F46}"/>
          </ac:picMkLst>
        </pc:picChg>
      </pc:sldChg>
      <pc:sldChg chg="addSp delSp modSp new mod">
        <pc:chgData name="Abdus Salam" userId="0e2b1981-3d04-4857-a4cb-b2b53ead0854" providerId="ADAL" clId="{FEB12DFE-80F1-41B8-B54B-D0D033C74314}" dt="2025-03-17T18:22:29.591" v="288" actId="20577"/>
        <pc:sldMkLst>
          <pc:docMk/>
          <pc:sldMk cId="1179774268" sldId="274"/>
        </pc:sldMkLst>
        <pc:spChg chg="mod">
          <ac:chgData name="Abdus Salam" userId="0e2b1981-3d04-4857-a4cb-b2b53ead0854" providerId="ADAL" clId="{FEB12DFE-80F1-41B8-B54B-D0D033C74314}" dt="2025-03-17T18:22:29.591" v="288" actId="20577"/>
          <ac:spMkLst>
            <pc:docMk/>
            <pc:sldMk cId="1179774268" sldId="274"/>
            <ac:spMk id="2" creationId="{D23C3384-6BCC-8CE7-2CB0-30AC63BBEAFC}"/>
          </ac:spMkLst>
        </pc:spChg>
        <pc:spChg chg="add mod">
          <ac:chgData name="Abdus Salam" userId="0e2b1981-3d04-4857-a4cb-b2b53ead0854" providerId="ADAL" clId="{FEB12DFE-80F1-41B8-B54B-D0D033C74314}" dt="2025-03-17T18:21:27.649" v="271" actId="1076"/>
          <ac:spMkLst>
            <pc:docMk/>
            <pc:sldMk cId="1179774268" sldId="274"/>
            <ac:spMk id="7" creationId="{19AE24E0-E9E3-3A98-0F95-6820144529EA}"/>
          </ac:spMkLst>
        </pc:spChg>
        <pc:picChg chg="add mod">
          <ac:chgData name="Abdus Salam" userId="0e2b1981-3d04-4857-a4cb-b2b53ead0854" providerId="ADAL" clId="{FEB12DFE-80F1-41B8-B54B-D0D033C74314}" dt="2025-03-17T18:22:03.515" v="273" actId="14100"/>
          <ac:picMkLst>
            <pc:docMk/>
            <pc:sldMk cId="1179774268" sldId="274"/>
            <ac:picMk id="5" creationId="{07C64328-1C12-EF62-FC59-D70E63F9EC02}"/>
          </ac:picMkLst>
        </pc:picChg>
      </pc:sldChg>
      <pc:sldChg chg="del">
        <pc:chgData name="Abdus Salam" userId="0e2b1981-3d04-4857-a4cb-b2b53ead0854" providerId="ADAL" clId="{FEB12DFE-80F1-41B8-B54B-D0D033C74314}" dt="2025-03-17T17:37:27.268" v="14" actId="47"/>
        <pc:sldMkLst>
          <pc:docMk/>
          <pc:sldMk cId="2955226115" sldId="274"/>
        </pc:sldMkLst>
      </pc:sldChg>
      <pc:sldChg chg="addSp delSp modSp new mod">
        <pc:chgData name="Abdus Salam" userId="0e2b1981-3d04-4857-a4cb-b2b53ead0854" providerId="ADAL" clId="{FEB12DFE-80F1-41B8-B54B-D0D033C74314}" dt="2025-03-25T04:44:27.437" v="2440" actId="20577"/>
        <pc:sldMkLst>
          <pc:docMk/>
          <pc:sldMk cId="3746050521" sldId="275"/>
        </pc:sldMkLst>
        <pc:spChg chg="mod">
          <ac:chgData name="Abdus Salam" userId="0e2b1981-3d04-4857-a4cb-b2b53ead0854" providerId="ADAL" clId="{FEB12DFE-80F1-41B8-B54B-D0D033C74314}" dt="2025-03-17T18:22:44.800" v="310" actId="20577"/>
          <ac:spMkLst>
            <pc:docMk/>
            <pc:sldMk cId="3746050521" sldId="275"/>
            <ac:spMk id="2" creationId="{7B28B192-4DD6-CCFA-4178-B3562E82BA0B}"/>
          </ac:spMkLst>
        </pc:spChg>
        <pc:spChg chg="add del mod">
          <ac:chgData name="Abdus Salam" userId="0e2b1981-3d04-4857-a4cb-b2b53ead0854" providerId="ADAL" clId="{FEB12DFE-80F1-41B8-B54B-D0D033C74314}" dt="2025-03-17T18:33:33.120" v="327" actId="1076"/>
          <ac:spMkLst>
            <pc:docMk/>
            <pc:sldMk cId="3746050521" sldId="275"/>
            <ac:spMk id="3" creationId="{C23F2637-43B8-CBB2-43E6-1B32BEEF76F8}"/>
          </ac:spMkLst>
        </pc:spChg>
        <pc:spChg chg="add mod">
          <ac:chgData name="Abdus Salam" userId="0e2b1981-3d04-4857-a4cb-b2b53ead0854" providerId="ADAL" clId="{FEB12DFE-80F1-41B8-B54B-D0D033C74314}" dt="2025-03-25T04:42:56.215" v="2424" actId="14100"/>
          <ac:spMkLst>
            <pc:docMk/>
            <pc:sldMk cId="3746050521" sldId="275"/>
            <ac:spMk id="5" creationId="{9E4E8D3B-2F61-1D48-8742-E1D408D6ED15}"/>
          </ac:spMkLst>
        </pc:spChg>
        <pc:spChg chg="add mod">
          <ac:chgData name="Abdus Salam" userId="0e2b1981-3d04-4857-a4cb-b2b53ead0854" providerId="ADAL" clId="{FEB12DFE-80F1-41B8-B54B-D0D033C74314}" dt="2025-03-25T04:43:56.095" v="2434" actId="1076"/>
          <ac:spMkLst>
            <pc:docMk/>
            <pc:sldMk cId="3746050521" sldId="275"/>
            <ac:spMk id="6" creationId="{B95D7AA4-1004-0136-8309-0E5CA07F78C1}"/>
          </ac:spMkLst>
        </pc:spChg>
        <pc:spChg chg="add mod">
          <ac:chgData name="Abdus Salam" userId="0e2b1981-3d04-4857-a4cb-b2b53ead0854" providerId="ADAL" clId="{FEB12DFE-80F1-41B8-B54B-D0D033C74314}" dt="2025-03-25T04:44:27.437" v="2440" actId="20577"/>
          <ac:spMkLst>
            <pc:docMk/>
            <pc:sldMk cId="3746050521" sldId="275"/>
            <ac:spMk id="7" creationId="{824A6078-A53B-4B75-595D-AC28E29805EA}"/>
          </ac:spMkLst>
        </pc:spChg>
        <pc:picChg chg="add mod">
          <ac:chgData name="Abdus Salam" userId="0e2b1981-3d04-4857-a4cb-b2b53ead0854" providerId="ADAL" clId="{FEB12DFE-80F1-41B8-B54B-D0D033C74314}" dt="2025-03-17T18:28:18.922" v="324" actId="1076"/>
          <ac:picMkLst>
            <pc:docMk/>
            <pc:sldMk cId="3746050521" sldId="275"/>
            <ac:picMk id="1030" creationId="{DF5E1EE2-B819-A8F5-84EB-E1CAC061F0DB}"/>
          </ac:picMkLst>
        </pc:picChg>
        <pc:picChg chg="add mod">
          <ac:chgData name="Abdus Salam" userId="0e2b1981-3d04-4857-a4cb-b2b53ead0854" providerId="ADAL" clId="{FEB12DFE-80F1-41B8-B54B-D0D033C74314}" dt="2025-03-17T18:28:14.921" v="323" actId="1076"/>
          <ac:picMkLst>
            <pc:docMk/>
            <pc:sldMk cId="3746050521" sldId="275"/>
            <ac:picMk id="1032" creationId="{52FC51D9-EF0E-A7DA-43D6-B1C5611A5949}"/>
          </ac:picMkLst>
        </pc:picChg>
        <pc:picChg chg="add mod">
          <ac:chgData name="Abdus Salam" userId="0e2b1981-3d04-4857-a4cb-b2b53ead0854" providerId="ADAL" clId="{FEB12DFE-80F1-41B8-B54B-D0D033C74314}" dt="2025-03-17T18:33:49.760" v="329" actId="1076"/>
          <ac:picMkLst>
            <pc:docMk/>
            <pc:sldMk cId="3746050521" sldId="275"/>
            <ac:picMk id="1034" creationId="{AB682F95-38FF-08F3-BA49-77B5B56AE668}"/>
          </ac:picMkLst>
        </pc:picChg>
      </pc:sldChg>
      <pc:sldChg chg="addSp delSp modSp new mod">
        <pc:chgData name="Abdus Salam" userId="0e2b1981-3d04-4857-a4cb-b2b53ead0854" providerId="ADAL" clId="{FEB12DFE-80F1-41B8-B54B-D0D033C74314}" dt="2025-03-17T18:50:27.945" v="555" actId="207"/>
        <pc:sldMkLst>
          <pc:docMk/>
          <pc:sldMk cId="656963005" sldId="276"/>
        </pc:sldMkLst>
        <pc:spChg chg="mod">
          <ac:chgData name="Abdus Salam" userId="0e2b1981-3d04-4857-a4cb-b2b53ead0854" providerId="ADAL" clId="{FEB12DFE-80F1-41B8-B54B-D0D033C74314}" dt="2025-03-17T18:39:03.895" v="348" actId="20577"/>
          <ac:spMkLst>
            <pc:docMk/>
            <pc:sldMk cId="656963005" sldId="276"/>
            <ac:spMk id="2" creationId="{AC465DB8-9CF9-E5D6-293C-4497BE0B08C0}"/>
          </ac:spMkLst>
        </pc:spChg>
        <pc:spChg chg="mod">
          <ac:chgData name="Abdus Salam" userId="0e2b1981-3d04-4857-a4cb-b2b53ead0854" providerId="ADAL" clId="{FEB12DFE-80F1-41B8-B54B-D0D033C74314}" dt="2025-03-17T18:44:45.502" v="454" actId="20577"/>
          <ac:spMkLst>
            <pc:docMk/>
            <pc:sldMk cId="656963005" sldId="276"/>
            <ac:spMk id="3" creationId="{1DEFE5F5-3A5D-18A8-379E-C5593DF0091E}"/>
          </ac:spMkLst>
        </pc:spChg>
        <pc:graphicFrameChg chg="add mod modGraphic">
          <ac:chgData name="Abdus Salam" userId="0e2b1981-3d04-4857-a4cb-b2b53ead0854" providerId="ADAL" clId="{FEB12DFE-80F1-41B8-B54B-D0D033C74314}" dt="2025-03-17T18:50:27.945" v="555" actId="207"/>
          <ac:graphicFrameMkLst>
            <pc:docMk/>
            <pc:sldMk cId="656963005" sldId="276"/>
            <ac:graphicFrameMk id="6" creationId="{720EFE4A-53E3-E7F5-1D02-849493F6B822}"/>
          </ac:graphicFrameMkLst>
        </pc:graphicFrameChg>
      </pc:sldChg>
      <pc:sldChg chg="del">
        <pc:chgData name="Abdus Salam" userId="0e2b1981-3d04-4857-a4cb-b2b53ead0854" providerId="ADAL" clId="{FEB12DFE-80F1-41B8-B54B-D0D033C74314}" dt="2025-03-17T17:37:27.268" v="14" actId="47"/>
        <pc:sldMkLst>
          <pc:docMk/>
          <pc:sldMk cId="2695850036" sldId="276"/>
        </pc:sldMkLst>
      </pc:sldChg>
      <pc:sldChg chg="addSp modSp new mod modAnim">
        <pc:chgData name="Abdus Salam" userId="0e2b1981-3d04-4857-a4cb-b2b53ead0854" providerId="ADAL" clId="{FEB12DFE-80F1-41B8-B54B-D0D033C74314}" dt="2025-03-17T18:41:51.478" v="437" actId="20577"/>
        <pc:sldMkLst>
          <pc:docMk/>
          <pc:sldMk cId="1516397815" sldId="277"/>
        </pc:sldMkLst>
        <pc:spChg chg="mod">
          <ac:chgData name="Abdus Salam" userId="0e2b1981-3d04-4857-a4cb-b2b53ead0854" providerId="ADAL" clId="{FEB12DFE-80F1-41B8-B54B-D0D033C74314}" dt="2025-03-17T18:41:51.478" v="437" actId="20577"/>
          <ac:spMkLst>
            <pc:docMk/>
            <pc:sldMk cId="1516397815" sldId="277"/>
            <ac:spMk id="2" creationId="{0E7B7A09-B287-093E-9DDA-7F6469D4FC08}"/>
          </ac:spMkLst>
        </pc:spChg>
        <pc:spChg chg="add mod">
          <ac:chgData name="Abdus Salam" userId="0e2b1981-3d04-4857-a4cb-b2b53ead0854" providerId="ADAL" clId="{FEB12DFE-80F1-41B8-B54B-D0D033C74314}" dt="2025-03-17T18:40:44.014" v="412" actId="1035"/>
          <ac:spMkLst>
            <pc:docMk/>
            <pc:sldMk cId="1516397815" sldId="277"/>
            <ac:spMk id="5" creationId="{4E3F7C0E-BA88-38EB-3AC4-6B3612D6C77F}"/>
          </ac:spMkLst>
        </pc:spChg>
        <pc:spChg chg="add mod">
          <ac:chgData name="Abdus Salam" userId="0e2b1981-3d04-4857-a4cb-b2b53ead0854" providerId="ADAL" clId="{FEB12DFE-80F1-41B8-B54B-D0D033C74314}" dt="2025-03-17T18:40:52.747" v="413" actId="14100"/>
          <ac:spMkLst>
            <pc:docMk/>
            <pc:sldMk cId="1516397815" sldId="277"/>
            <ac:spMk id="6" creationId="{707313FA-FC51-C058-A35F-BD0C4DAAC833}"/>
          </ac:spMkLst>
        </pc:spChg>
        <pc:spChg chg="add mod">
          <ac:chgData name="Abdus Salam" userId="0e2b1981-3d04-4857-a4cb-b2b53ead0854" providerId="ADAL" clId="{FEB12DFE-80F1-41B8-B54B-D0D033C74314}" dt="2025-03-17T18:40:44.014" v="412" actId="1035"/>
          <ac:spMkLst>
            <pc:docMk/>
            <pc:sldMk cId="1516397815" sldId="277"/>
            <ac:spMk id="7" creationId="{74A5B9CA-1025-965A-FC76-7C8635229AEB}"/>
          </ac:spMkLst>
        </pc:spChg>
        <pc:spChg chg="add mod">
          <ac:chgData name="Abdus Salam" userId="0e2b1981-3d04-4857-a4cb-b2b53ead0854" providerId="ADAL" clId="{FEB12DFE-80F1-41B8-B54B-D0D033C74314}" dt="2025-03-17T18:40:44.014" v="412" actId="1035"/>
          <ac:spMkLst>
            <pc:docMk/>
            <pc:sldMk cId="1516397815" sldId="277"/>
            <ac:spMk id="8" creationId="{634BF77C-33A7-3308-EA62-15CC02D25618}"/>
          </ac:spMkLst>
        </pc:spChg>
        <pc:spChg chg="add mod">
          <ac:chgData name="Abdus Salam" userId="0e2b1981-3d04-4857-a4cb-b2b53ead0854" providerId="ADAL" clId="{FEB12DFE-80F1-41B8-B54B-D0D033C74314}" dt="2025-03-17T18:41:06.985" v="415" actId="1076"/>
          <ac:spMkLst>
            <pc:docMk/>
            <pc:sldMk cId="1516397815" sldId="277"/>
            <ac:spMk id="9" creationId="{B9B27F24-83FA-B55E-4928-F35688795AD4}"/>
          </ac:spMkLst>
        </pc:spChg>
        <pc:picChg chg="add mod">
          <ac:chgData name="Abdus Salam" userId="0e2b1981-3d04-4857-a4cb-b2b53ead0854" providerId="ADAL" clId="{FEB12DFE-80F1-41B8-B54B-D0D033C74314}" dt="2025-03-17T18:40:58.112" v="414" actId="14100"/>
          <ac:picMkLst>
            <pc:docMk/>
            <pc:sldMk cId="1516397815" sldId="277"/>
            <ac:picMk id="10" creationId="{033AB078-1229-2CEE-FE9B-F7C80E1F114E}"/>
          </ac:picMkLst>
        </pc:picChg>
      </pc:sldChg>
      <pc:sldChg chg="del">
        <pc:chgData name="Abdus Salam" userId="0e2b1981-3d04-4857-a4cb-b2b53ead0854" providerId="ADAL" clId="{FEB12DFE-80F1-41B8-B54B-D0D033C74314}" dt="2025-03-17T17:37:27.268" v="14" actId="47"/>
        <pc:sldMkLst>
          <pc:docMk/>
          <pc:sldMk cId="4238224548" sldId="277"/>
        </pc:sldMkLst>
      </pc:sldChg>
      <pc:sldChg chg="modSp add del mod">
        <pc:chgData name="Abdus Salam" userId="0e2b1981-3d04-4857-a4cb-b2b53ead0854" providerId="ADAL" clId="{FEB12DFE-80F1-41B8-B54B-D0D033C74314}" dt="2025-03-23T06:54:11.033" v="2053" actId="47"/>
        <pc:sldMkLst>
          <pc:docMk/>
          <pc:sldMk cId="3547331077" sldId="278"/>
        </pc:sldMkLst>
      </pc:sldChg>
      <pc:sldChg chg="del">
        <pc:chgData name="Abdus Salam" userId="0e2b1981-3d04-4857-a4cb-b2b53ead0854" providerId="ADAL" clId="{FEB12DFE-80F1-41B8-B54B-D0D033C74314}" dt="2025-03-17T17:37:27.268" v="14" actId="47"/>
        <pc:sldMkLst>
          <pc:docMk/>
          <pc:sldMk cId="4276281849" sldId="278"/>
        </pc:sldMkLst>
      </pc:sldChg>
      <pc:sldChg chg="del">
        <pc:chgData name="Abdus Salam" userId="0e2b1981-3d04-4857-a4cb-b2b53ead0854" providerId="ADAL" clId="{FEB12DFE-80F1-41B8-B54B-D0D033C74314}" dt="2025-03-17T17:37:27.268" v="14" actId="47"/>
        <pc:sldMkLst>
          <pc:docMk/>
          <pc:sldMk cId="1253136019" sldId="279"/>
        </pc:sldMkLst>
      </pc:sldChg>
      <pc:sldChg chg="modSp new mod">
        <pc:chgData name="Abdus Salam" userId="0e2b1981-3d04-4857-a4cb-b2b53ead0854" providerId="ADAL" clId="{FEB12DFE-80F1-41B8-B54B-D0D033C74314}" dt="2025-03-25T04:45:48.413" v="2460" actId="20577"/>
        <pc:sldMkLst>
          <pc:docMk/>
          <pc:sldMk cId="3711489511" sldId="279"/>
        </pc:sldMkLst>
        <pc:spChg chg="mod">
          <ac:chgData name="Abdus Salam" userId="0e2b1981-3d04-4857-a4cb-b2b53ead0854" providerId="ADAL" clId="{FEB12DFE-80F1-41B8-B54B-D0D033C74314}" dt="2025-03-23T06:57:39.267" v="2071" actId="20577"/>
          <ac:spMkLst>
            <pc:docMk/>
            <pc:sldMk cId="3711489511" sldId="279"/>
            <ac:spMk id="2" creationId="{D2AB2510-83BF-CF32-4405-998AE76560CD}"/>
          </ac:spMkLst>
        </pc:spChg>
        <pc:spChg chg="mod">
          <ac:chgData name="Abdus Salam" userId="0e2b1981-3d04-4857-a4cb-b2b53ead0854" providerId="ADAL" clId="{FEB12DFE-80F1-41B8-B54B-D0D033C74314}" dt="2025-03-25T04:45:48.413" v="2460" actId="20577"/>
          <ac:spMkLst>
            <pc:docMk/>
            <pc:sldMk cId="3711489511" sldId="279"/>
            <ac:spMk id="3" creationId="{082D1467-E9CD-781E-CC09-FEA7D387CE66}"/>
          </ac:spMkLst>
        </pc:spChg>
      </pc:sldChg>
      <pc:sldChg chg="modSp new mod">
        <pc:chgData name="Abdus Salam" userId="0e2b1981-3d04-4857-a4cb-b2b53ead0854" providerId="ADAL" clId="{FEB12DFE-80F1-41B8-B54B-D0D033C74314}" dt="2025-03-17T18:58:16.443" v="669"/>
        <pc:sldMkLst>
          <pc:docMk/>
          <pc:sldMk cId="2072259944" sldId="280"/>
        </pc:sldMkLst>
        <pc:spChg chg="mod">
          <ac:chgData name="Abdus Salam" userId="0e2b1981-3d04-4857-a4cb-b2b53ead0854" providerId="ADAL" clId="{FEB12DFE-80F1-41B8-B54B-D0D033C74314}" dt="2025-03-17T18:56:20.759" v="646" actId="20577"/>
          <ac:spMkLst>
            <pc:docMk/>
            <pc:sldMk cId="2072259944" sldId="280"/>
            <ac:spMk id="2" creationId="{510825D9-5F90-38EA-2178-5393514B36B4}"/>
          </ac:spMkLst>
        </pc:spChg>
        <pc:spChg chg="mod">
          <ac:chgData name="Abdus Salam" userId="0e2b1981-3d04-4857-a4cb-b2b53ead0854" providerId="ADAL" clId="{FEB12DFE-80F1-41B8-B54B-D0D033C74314}" dt="2025-03-17T18:58:16.443" v="669"/>
          <ac:spMkLst>
            <pc:docMk/>
            <pc:sldMk cId="2072259944" sldId="280"/>
            <ac:spMk id="3" creationId="{7E436435-68FE-1A8A-2605-33E6646450EB}"/>
          </ac:spMkLst>
        </pc:spChg>
      </pc:sldChg>
      <pc:sldChg chg="del">
        <pc:chgData name="Abdus Salam" userId="0e2b1981-3d04-4857-a4cb-b2b53ead0854" providerId="ADAL" clId="{FEB12DFE-80F1-41B8-B54B-D0D033C74314}" dt="2025-03-17T17:37:27.268" v="14" actId="47"/>
        <pc:sldMkLst>
          <pc:docMk/>
          <pc:sldMk cId="3163704595" sldId="280"/>
        </pc:sldMkLst>
      </pc:sldChg>
      <pc:sldChg chg="del">
        <pc:chgData name="Abdus Salam" userId="0e2b1981-3d04-4857-a4cb-b2b53ead0854" providerId="ADAL" clId="{FEB12DFE-80F1-41B8-B54B-D0D033C74314}" dt="2025-03-17T17:37:27.268" v="14" actId="47"/>
        <pc:sldMkLst>
          <pc:docMk/>
          <pc:sldMk cId="1553676995" sldId="281"/>
        </pc:sldMkLst>
      </pc:sldChg>
      <pc:sldChg chg="addSp modSp new mod">
        <pc:chgData name="Abdus Salam" userId="0e2b1981-3d04-4857-a4cb-b2b53ead0854" providerId="ADAL" clId="{FEB12DFE-80F1-41B8-B54B-D0D033C74314}" dt="2025-03-23T07:04:24.702" v="2108" actId="113"/>
        <pc:sldMkLst>
          <pc:docMk/>
          <pc:sldMk cId="4085733999" sldId="281"/>
        </pc:sldMkLst>
        <pc:spChg chg="mod">
          <ac:chgData name="Abdus Salam" userId="0e2b1981-3d04-4857-a4cb-b2b53ead0854" providerId="ADAL" clId="{FEB12DFE-80F1-41B8-B54B-D0D033C74314}" dt="2025-03-17T18:58:46.927" v="695" actId="20577"/>
          <ac:spMkLst>
            <pc:docMk/>
            <pc:sldMk cId="4085733999" sldId="281"/>
            <ac:spMk id="2" creationId="{01799179-D6CA-B84F-CFD3-2A0C9AA7A968}"/>
          </ac:spMkLst>
        </pc:spChg>
        <pc:spChg chg="mod">
          <ac:chgData name="Abdus Salam" userId="0e2b1981-3d04-4857-a4cb-b2b53ead0854" providerId="ADAL" clId="{FEB12DFE-80F1-41B8-B54B-D0D033C74314}" dt="2025-03-23T07:04:24.702" v="2108" actId="113"/>
          <ac:spMkLst>
            <pc:docMk/>
            <pc:sldMk cId="4085733999" sldId="281"/>
            <ac:spMk id="3" creationId="{8BD2275C-537D-B920-DDB0-80EB8446D387}"/>
          </ac:spMkLst>
        </pc:spChg>
        <pc:spChg chg="add mod">
          <ac:chgData name="Abdus Salam" userId="0e2b1981-3d04-4857-a4cb-b2b53ead0854" providerId="ADAL" clId="{FEB12DFE-80F1-41B8-B54B-D0D033C74314}" dt="2025-03-23T07:00:06.364" v="2103" actId="6549"/>
          <ac:spMkLst>
            <pc:docMk/>
            <pc:sldMk cId="4085733999" sldId="281"/>
            <ac:spMk id="5" creationId="{0DCC62C0-7E6D-3E55-5FE8-F14B4B3A68B9}"/>
          </ac:spMkLst>
        </pc:spChg>
      </pc:sldChg>
      <pc:sldChg chg="addSp delSp modSp new mod modNotesTx">
        <pc:chgData name="Abdus Salam" userId="0e2b1981-3d04-4857-a4cb-b2b53ead0854" providerId="ADAL" clId="{FEB12DFE-80F1-41B8-B54B-D0D033C74314}" dt="2025-03-22T07:13:01.339" v="1081"/>
        <pc:sldMkLst>
          <pc:docMk/>
          <pc:sldMk cId="1528738088" sldId="282"/>
        </pc:sldMkLst>
        <pc:spChg chg="mod">
          <ac:chgData name="Abdus Salam" userId="0e2b1981-3d04-4857-a4cb-b2b53ead0854" providerId="ADAL" clId="{FEB12DFE-80F1-41B8-B54B-D0D033C74314}" dt="2025-03-22T07:00:16.311" v="862" actId="20577"/>
          <ac:spMkLst>
            <pc:docMk/>
            <pc:sldMk cId="1528738088" sldId="282"/>
            <ac:spMk id="2" creationId="{D9DAEF97-216B-51F6-65B6-F368FD7890DF}"/>
          </ac:spMkLst>
        </pc:spChg>
        <pc:spChg chg="add mod">
          <ac:chgData name="Abdus Salam" userId="0e2b1981-3d04-4857-a4cb-b2b53ead0854" providerId="ADAL" clId="{FEB12DFE-80F1-41B8-B54B-D0D033C74314}" dt="2025-03-22T07:08:55.303" v="1080" actId="113"/>
          <ac:spMkLst>
            <pc:docMk/>
            <pc:sldMk cId="1528738088" sldId="282"/>
            <ac:spMk id="9" creationId="{79F4BDE5-E15B-16AA-6084-8797ACC47D18}"/>
          </ac:spMkLst>
        </pc:spChg>
        <pc:picChg chg="add mod">
          <ac:chgData name="Abdus Salam" userId="0e2b1981-3d04-4857-a4cb-b2b53ead0854" providerId="ADAL" clId="{FEB12DFE-80F1-41B8-B54B-D0D033C74314}" dt="2025-03-22T07:08:47.160" v="1079" actId="1036"/>
          <ac:picMkLst>
            <pc:docMk/>
            <pc:sldMk cId="1528738088" sldId="282"/>
            <ac:picMk id="8" creationId="{DC5AFD0D-6365-E582-6CC2-23E0DA2E8338}"/>
          </ac:picMkLst>
        </pc:picChg>
      </pc:sldChg>
      <pc:sldChg chg="del">
        <pc:chgData name="Abdus Salam" userId="0e2b1981-3d04-4857-a4cb-b2b53ead0854" providerId="ADAL" clId="{FEB12DFE-80F1-41B8-B54B-D0D033C74314}" dt="2025-03-17T17:37:27.268" v="14" actId="47"/>
        <pc:sldMkLst>
          <pc:docMk/>
          <pc:sldMk cId="2697260235" sldId="282"/>
        </pc:sldMkLst>
      </pc:sldChg>
      <pc:sldChg chg="addSp delSp modSp new mod">
        <pc:chgData name="Abdus Salam" userId="0e2b1981-3d04-4857-a4cb-b2b53ead0854" providerId="ADAL" clId="{FEB12DFE-80F1-41B8-B54B-D0D033C74314}" dt="2025-03-23T07:08:47.322" v="2122" actId="478"/>
        <pc:sldMkLst>
          <pc:docMk/>
          <pc:sldMk cId="1903943199" sldId="283"/>
        </pc:sldMkLst>
        <pc:spChg chg="mod">
          <ac:chgData name="Abdus Salam" userId="0e2b1981-3d04-4857-a4cb-b2b53ead0854" providerId="ADAL" clId="{FEB12DFE-80F1-41B8-B54B-D0D033C74314}" dt="2025-03-22T07:03:30.534" v="893"/>
          <ac:spMkLst>
            <pc:docMk/>
            <pc:sldMk cId="1903943199" sldId="283"/>
            <ac:spMk id="2" creationId="{1843A262-476D-3C7A-6808-FE9783D7271D}"/>
          </ac:spMkLst>
        </pc:spChg>
        <pc:spChg chg="mod">
          <ac:chgData name="Abdus Salam" userId="0e2b1981-3d04-4857-a4cb-b2b53ead0854" providerId="ADAL" clId="{FEB12DFE-80F1-41B8-B54B-D0D033C74314}" dt="2025-03-23T07:06:52.105" v="2115" actId="20577"/>
          <ac:spMkLst>
            <pc:docMk/>
            <pc:sldMk cId="1903943199" sldId="283"/>
            <ac:spMk id="3" creationId="{8DFABF89-94AD-1E6F-4047-D7FDBE7E1278}"/>
          </ac:spMkLst>
        </pc:spChg>
        <pc:picChg chg="add mod">
          <ac:chgData name="Abdus Salam" userId="0e2b1981-3d04-4857-a4cb-b2b53ead0854" providerId="ADAL" clId="{FEB12DFE-80F1-41B8-B54B-D0D033C74314}" dt="2025-03-22T13:12:24.260" v="1167" actId="1076"/>
          <ac:picMkLst>
            <pc:docMk/>
            <pc:sldMk cId="1903943199" sldId="283"/>
            <ac:picMk id="6" creationId="{359599DE-410C-6384-3246-A9202D5F0E5A}"/>
          </ac:picMkLst>
        </pc:picChg>
      </pc:sldChg>
      <pc:sldChg chg="del">
        <pc:chgData name="Abdus Salam" userId="0e2b1981-3d04-4857-a4cb-b2b53ead0854" providerId="ADAL" clId="{FEB12DFE-80F1-41B8-B54B-D0D033C74314}" dt="2025-03-17T17:37:27.268" v="14" actId="47"/>
        <pc:sldMkLst>
          <pc:docMk/>
          <pc:sldMk cId="2842774063" sldId="283"/>
        </pc:sldMkLst>
      </pc:sldChg>
      <pc:sldChg chg="modSp new del mod">
        <pc:chgData name="Abdus Salam" userId="0e2b1981-3d04-4857-a4cb-b2b53ead0854" providerId="ADAL" clId="{FEB12DFE-80F1-41B8-B54B-D0D033C74314}" dt="2025-03-23T06:44:52.951" v="1966" actId="2696"/>
        <pc:sldMkLst>
          <pc:docMk/>
          <pc:sldMk cId="1420596845" sldId="284"/>
        </pc:sldMkLst>
      </pc:sldChg>
      <pc:sldChg chg="del">
        <pc:chgData name="Abdus Salam" userId="0e2b1981-3d04-4857-a4cb-b2b53ead0854" providerId="ADAL" clId="{FEB12DFE-80F1-41B8-B54B-D0D033C74314}" dt="2025-03-17T17:37:27.268" v="14" actId="47"/>
        <pc:sldMkLst>
          <pc:docMk/>
          <pc:sldMk cId="2533580071" sldId="284"/>
        </pc:sldMkLst>
      </pc:sldChg>
      <pc:sldChg chg="addSp modSp add mod">
        <pc:chgData name="Abdus Salam" userId="0e2b1981-3d04-4857-a4cb-b2b53ead0854" providerId="ADAL" clId="{FEB12DFE-80F1-41B8-B54B-D0D033C74314}" dt="2025-03-23T06:47:09.622" v="1989" actId="6549"/>
        <pc:sldMkLst>
          <pc:docMk/>
          <pc:sldMk cId="3670704783" sldId="284"/>
        </pc:sldMkLst>
        <pc:spChg chg="mod">
          <ac:chgData name="Abdus Salam" userId="0e2b1981-3d04-4857-a4cb-b2b53ead0854" providerId="ADAL" clId="{FEB12DFE-80F1-41B8-B54B-D0D033C74314}" dt="2025-03-23T06:47:09.622" v="1989" actId="6549"/>
          <ac:spMkLst>
            <pc:docMk/>
            <pc:sldMk cId="3670704783" sldId="284"/>
            <ac:spMk id="3" creationId="{5116D18E-CBB3-789D-2809-A9F1595E6284}"/>
          </ac:spMkLst>
        </pc:spChg>
        <pc:picChg chg="add mod">
          <ac:chgData name="Abdus Salam" userId="0e2b1981-3d04-4857-a4cb-b2b53ead0854" providerId="ADAL" clId="{FEB12DFE-80F1-41B8-B54B-D0D033C74314}" dt="2025-03-23T06:46:36.187" v="1972" actId="1076"/>
          <ac:picMkLst>
            <pc:docMk/>
            <pc:sldMk cId="3670704783" sldId="284"/>
            <ac:picMk id="5" creationId="{6D9BF7F4-1EF0-2487-5C46-319FADC30465}"/>
          </ac:picMkLst>
        </pc:picChg>
      </pc:sldChg>
      <pc:sldChg chg="del">
        <pc:chgData name="Abdus Salam" userId="0e2b1981-3d04-4857-a4cb-b2b53ead0854" providerId="ADAL" clId="{FEB12DFE-80F1-41B8-B54B-D0D033C74314}" dt="2025-03-17T17:37:27.268" v="14" actId="47"/>
        <pc:sldMkLst>
          <pc:docMk/>
          <pc:sldMk cId="2488301437" sldId="285"/>
        </pc:sldMkLst>
      </pc:sldChg>
      <pc:sldChg chg="addSp delSp modSp add mod">
        <pc:chgData name="Abdus Salam" userId="0e2b1981-3d04-4857-a4cb-b2b53ead0854" providerId="ADAL" clId="{FEB12DFE-80F1-41B8-B54B-D0D033C74314}" dt="2025-03-25T05:24:55.304" v="3251" actId="478"/>
        <pc:sldMkLst>
          <pc:docMk/>
          <pc:sldMk cId="3776622937" sldId="285"/>
        </pc:sldMkLst>
        <pc:picChg chg="mod">
          <ac:chgData name="Abdus Salam" userId="0e2b1981-3d04-4857-a4cb-b2b53ead0854" providerId="ADAL" clId="{FEB12DFE-80F1-41B8-B54B-D0D033C74314}" dt="2025-03-22T13:16:54.754" v="1183" actId="1076"/>
          <ac:picMkLst>
            <pc:docMk/>
            <pc:sldMk cId="3776622937" sldId="285"/>
            <ac:picMk id="6" creationId="{B8F30661-2FF1-33CF-0363-48FA851A1728}"/>
          </ac:picMkLst>
        </pc:picChg>
      </pc:sldChg>
      <pc:sldChg chg="del">
        <pc:chgData name="Abdus Salam" userId="0e2b1981-3d04-4857-a4cb-b2b53ead0854" providerId="ADAL" clId="{FEB12DFE-80F1-41B8-B54B-D0D033C74314}" dt="2025-03-17T17:37:27.268" v="14" actId="47"/>
        <pc:sldMkLst>
          <pc:docMk/>
          <pc:sldMk cId="917920246" sldId="286"/>
        </pc:sldMkLst>
      </pc:sldChg>
      <pc:sldChg chg="addSp delSp modSp new mod">
        <pc:chgData name="Abdus Salam" userId="0e2b1981-3d04-4857-a4cb-b2b53ead0854" providerId="ADAL" clId="{FEB12DFE-80F1-41B8-B54B-D0D033C74314}" dt="2025-03-25T05:28:14.123" v="3268" actId="478"/>
        <pc:sldMkLst>
          <pc:docMk/>
          <pc:sldMk cId="1809516834" sldId="286"/>
        </pc:sldMkLst>
        <pc:spChg chg="mod">
          <ac:chgData name="Abdus Salam" userId="0e2b1981-3d04-4857-a4cb-b2b53ead0854" providerId="ADAL" clId="{FEB12DFE-80F1-41B8-B54B-D0D033C74314}" dt="2025-03-23T07:18:15.369" v="2393"/>
          <ac:spMkLst>
            <pc:docMk/>
            <pc:sldMk cId="1809516834" sldId="286"/>
            <ac:spMk id="2" creationId="{66740C2C-A0D9-9671-BAFF-BFC4DD78CCB8}"/>
          </ac:spMkLst>
        </pc:spChg>
        <pc:spChg chg="add mod">
          <ac:chgData name="Abdus Salam" userId="0e2b1981-3d04-4857-a4cb-b2b53ead0854" providerId="ADAL" clId="{FEB12DFE-80F1-41B8-B54B-D0D033C74314}" dt="2025-03-22T13:23:09.986" v="1356" actId="1076"/>
          <ac:spMkLst>
            <pc:docMk/>
            <pc:sldMk cId="1809516834" sldId="286"/>
            <ac:spMk id="9" creationId="{6B124ED5-F0D1-78D5-5325-4568B0E01568}"/>
          </ac:spMkLst>
        </pc:spChg>
        <pc:picChg chg="add mod">
          <ac:chgData name="Abdus Salam" userId="0e2b1981-3d04-4857-a4cb-b2b53ead0854" providerId="ADAL" clId="{FEB12DFE-80F1-41B8-B54B-D0D033C74314}" dt="2025-03-22T13:21:32.672" v="1286" actId="1036"/>
          <ac:picMkLst>
            <pc:docMk/>
            <pc:sldMk cId="1809516834" sldId="286"/>
            <ac:picMk id="5" creationId="{48620FDF-E1BC-4EDD-9E96-7E023CE6638F}"/>
          </ac:picMkLst>
        </pc:picChg>
      </pc:sldChg>
      <pc:sldChg chg="addSp delSp modSp add mod">
        <pc:chgData name="Abdus Salam" userId="0e2b1981-3d04-4857-a4cb-b2b53ead0854" providerId="ADAL" clId="{FEB12DFE-80F1-41B8-B54B-D0D033C74314}" dt="2025-03-25T05:33:05.594" v="3303" actId="478"/>
        <pc:sldMkLst>
          <pc:docMk/>
          <pc:sldMk cId="446431799" sldId="287"/>
        </pc:sldMkLst>
        <pc:spChg chg="mod">
          <ac:chgData name="Abdus Salam" userId="0e2b1981-3d04-4857-a4cb-b2b53ead0854" providerId="ADAL" clId="{FEB12DFE-80F1-41B8-B54B-D0D033C74314}" dt="2025-03-23T07:18:17.337" v="2394"/>
          <ac:spMkLst>
            <pc:docMk/>
            <pc:sldMk cId="446431799" sldId="287"/>
            <ac:spMk id="2" creationId="{A1FE8C8D-3110-B2C8-5EBC-C952119A1E79}"/>
          </ac:spMkLst>
        </pc:spChg>
        <pc:picChg chg="mod">
          <ac:chgData name="Abdus Salam" userId="0e2b1981-3d04-4857-a4cb-b2b53ead0854" providerId="ADAL" clId="{FEB12DFE-80F1-41B8-B54B-D0D033C74314}" dt="2025-03-22T13:27:32.117" v="1378" actId="1076"/>
          <ac:picMkLst>
            <pc:docMk/>
            <pc:sldMk cId="446431799" sldId="287"/>
            <ac:picMk id="11" creationId="{E3834A16-14B4-6346-721F-6E9DE36325E2}"/>
          </ac:picMkLst>
        </pc:picChg>
      </pc:sldChg>
      <pc:sldChg chg="del">
        <pc:chgData name="Abdus Salam" userId="0e2b1981-3d04-4857-a4cb-b2b53ead0854" providerId="ADAL" clId="{FEB12DFE-80F1-41B8-B54B-D0D033C74314}" dt="2025-03-17T17:37:27.268" v="14" actId="47"/>
        <pc:sldMkLst>
          <pc:docMk/>
          <pc:sldMk cId="1339201408" sldId="287"/>
        </pc:sldMkLst>
      </pc:sldChg>
      <pc:sldChg chg="addSp delSp modSp new mod">
        <pc:chgData name="Abdus Salam" userId="0e2b1981-3d04-4857-a4cb-b2b53ead0854" providerId="ADAL" clId="{FEB12DFE-80F1-41B8-B54B-D0D033C74314}" dt="2025-03-25T06:51:35.266" v="4911" actId="478"/>
        <pc:sldMkLst>
          <pc:docMk/>
          <pc:sldMk cId="2340701646" sldId="288"/>
        </pc:sldMkLst>
        <pc:spChg chg="mod">
          <ac:chgData name="Abdus Salam" userId="0e2b1981-3d04-4857-a4cb-b2b53ead0854" providerId="ADAL" clId="{FEB12DFE-80F1-41B8-B54B-D0D033C74314}" dt="2025-03-25T05:51:21.443" v="3720" actId="20577"/>
          <ac:spMkLst>
            <pc:docMk/>
            <pc:sldMk cId="2340701646" sldId="288"/>
            <ac:spMk id="2" creationId="{5B754FF7-84B5-F486-EF19-13484592D8CE}"/>
          </ac:spMkLst>
        </pc:spChg>
        <pc:spChg chg="mod">
          <ac:chgData name="Abdus Salam" userId="0e2b1981-3d04-4857-a4cb-b2b53ead0854" providerId="ADAL" clId="{FEB12DFE-80F1-41B8-B54B-D0D033C74314}" dt="2025-03-25T06:51:31.549" v="4907" actId="6549"/>
          <ac:spMkLst>
            <pc:docMk/>
            <pc:sldMk cId="2340701646" sldId="288"/>
            <ac:spMk id="3" creationId="{36F438D2-06C6-B57B-C5C6-2A974C902390}"/>
          </ac:spMkLst>
        </pc:spChg>
      </pc:sldChg>
      <pc:sldChg chg="addSp delSp modSp new mod">
        <pc:chgData name="Abdus Salam" userId="0e2b1981-3d04-4857-a4cb-b2b53ead0854" providerId="ADAL" clId="{FEB12DFE-80F1-41B8-B54B-D0D033C74314}" dt="2025-03-25T06:52:23.839" v="4925" actId="478"/>
        <pc:sldMkLst>
          <pc:docMk/>
          <pc:sldMk cId="633646874" sldId="289"/>
        </pc:sldMkLst>
        <pc:spChg chg="mod">
          <ac:chgData name="Abdus Salam" userId="0e2b1981-3d04-4857-a4cb-b2b53ead0854" providerId="ADAL" clId="{FEB12DFE-80F1-41B8-B54B-D0D033C74314}" dt="2025-03-23T07:18:24.857" v="2396"/>
          <ac:spMkLst>
            <pc:docMk/>
            <pc:sldMk cId="633646874" sldId="289"/>
            <ac:spMk id="2" creationId="{76FC56AF-49D5-B692-6FD7-336B28CA598D}"/>
          </ac:spMkLst>
        </pc:spChg>
        <pc:spChg chg="mod">
          <ac:chgData name="Abdus Salam" userId="0e2b1981-3d04-4857-a4cb-b2b53ead0854" providerId="ADAL" clId="{FEB12DFE-80F1-41B8-B54B-D0D033C74314}" dt="2025-03-25T05:53:21.557" v="3816" actId="20577"/>
          <ac:spMkLst>
            <pc:docMk/>
            <pc:sldMk cId="633646874" sldId="289"/>
            <ac:spMk id="3" creationId="{C973863F-F217-9FDF-CF02-2DC8DF20FD46}"/>
          </ac:spMkLst>
        </pc:spChg>
        <pc:picChg chg="add mod">
          <ac:chgData name="Abdus Salam" userId="0e2b1981-3d04-4857-a4cb-b2b53ead0854" providerId="ADAL" clId="{FEB12DFE-80F1-41B8-B54B-D0D033C74314}" dt="2025-03-25T05:52:04.191" v="3758" actId="1036"/>
          <ac:picMkLst>
            <pc:docMk/>
            <pc:sldMk cId="633646874" sldId="289"/>
            <ac:picMk id="8" creationId="{0B7B2976-5BFC-FD5A-DD01-6DBE31CC10A5}"/>
          </ac:picMkLst>
        </pc:picChg>
      </pc:sldChg>
      <pc:sldChg chg="addSp delSp modSp new mod">
        <pc:chgData name="Abdus Salam" userId="0e2b1981-3d04-4857-a4cb-b2b53ead0854" providerId="ADAL" clId="{FEB12DFE-80F1-41B8-B54B-D0D033C74314}" dt="2025-03-25T06:53:43.962" v="4929" actId="478"/>
        <pc:sldMkLst>
          <pc:docMk/>
          <pc:sldMk cId="2117865173" sldId="290"/>
        </pc:sldMkLst>
        <pc:spChg chg="mod">
          <ac:chgData name="Abdus Salam" userId="0e2b1981-3d04-4857-a4cb-b2b53ead0854" providerId="ADAL" clId="{FEB12DFE-80F1-41B8-B54B-D0D033C74314}" dt="2025-03-23T07:18:27.842" v="2397"/>
          <ac:spMkLst>
            <pc:docMk/>
            <pc:sldMk cId="2117865173" sldId="290"/>
            <ac:spMk id="2" creationId="{ACF1F978-8198-7B39-D4A5-AF02C59D57CD}"/>
          </ac:spMkLst>
        </pc:spChg>
        <pc:spChg chg="mod">
          <ac:chgData name="Abdus Salam" userId="0e2b1981-3d04-4857-a4cb-b2b53ead0854" providerId="ADAL" clId="{FEB12DFE-80F1-41B8-B54B-D0D033C74314}" dt="2025-03-25T05:59:08.278" v="3858" actId="113"/>
          <ac:spMkLst>
            <pc:docMk/>
            <pc:sldMk cId="2117865173" sldId="290"/>
            <ac:spMk id="3" creationId="{1CB5B59C-F71F-A645-1432-D0F5E7D72FA5}"/>
          </ac:spMkLst>
        </pc:spChg>
        <pc:picChg chg="add mod">
          <ac:chgData name="Abdus Salam" userId="0e2b1981-3d04-4857-a4cb-b2b53ead0854" providerId="ADAL" clId="{FEB12DFE-80F1-41B8-B54B-D0D033C74314}" dt="2025-03-25T06:53:27.062" v="4927" actId="1076"/>
          <ac:picMkLst>
            <pc:docMk/>
            <pc:sldMk cId="2117865173" sldId="290"/>
            <ac:picMk id="7" creationId="{1B5C24D4-7012-EC53-BB9D-D72DB0C59F71}"/>
          </ac:picMkLst>
        </pc:picChg>
      </pc:sldChg>
      <pc:sldChg chg="addSp delSp modSp new mod">
        <pc:chgData name="Abdus Salam" userId="0e2b1981-3d04-4857-a4cb-b2b53ead0854" providerId="ADAL" clId="{FEB12DFE-80F1-41B8-B54B-D0D033C74314}" dt="2025-03-25T06:06:50.461" v="4095" actId="114"/>
        <pc:sldMkLst>
          <pc:docMk/>
          <pc:sldMk cId="583493717" sldId="291"/>
        </pc:sldMkLst>
        <pc:spChg chg="mod">
          <ac:chgData name="Abdus Salam" userId="0e2b1981-3d04-4857-a4cb-b2b53ead0854" providerId="ADAL" clId="{FEB12DFE-80F1-41B8-B54B-D0D033C74314}" dt="2025-03-23T07:18:30.676" v="2398"/>
          <ac:spMkLst>
            <pc:docMk/>
            <pc:sldMk cId="583493717" sldId="291"/>
            <ac:spMk id="2" creationId="{FFCE632A-D61F-7070-53E5-ECDB1B4D34A2}"/>
          </ac:spMkLst>
        </pc:spChg>
        <pc:spChg chg="mod">
          <ac:chgData name="Abdus Salam" userId="0e2b1981-3d04-4857-a4cb-b2b53ead0854" providerId="ADAL" clId="{FEB12DFE-80F1-41B8-B54B-D0D033C74314}" dt="2025-03-25T06:06:50.461" v="4095" actId="114"/>
          <ac:spMkLst>
            <pc:docMk/>
            <pc:sldMk cId="583493717" sldId="291"/>
            <ac:spMk id="3" creationId="{092B4906-932F-B449-EB6C-6A5BF647416D}"/>
          </ac:spMkLst>
        </pc:spChg>
        <pc:picChg chg="add mod">
          <ac:chgData name="Abdus Salam" userId="0e2b1981-3d04-4857-a4cb-b2b53ead0854" providerId="ADAL" clId="{FEB12DFE-80F1-41B8-B54B-D0D033C74314}" dt="2025-03-25T06:05:56.270" v="4086" actId="1036"/>
          <ac:picMkLst>
            <pc:docMk/>
            <pc:sldMk cId="583493717" sldId="291"/>
            <ac:picMk id="6" creationId="{AE08E92D-E869-3780-CF89-D72A13CB1727}"/>
          </ac:picMkLst>
        </pc:picChg>
      </pc:sldChg>
      <pc:sldChg chg="addSp modSp new mod">
        <pc:chgData name="Abdus Salam" userId="0e2b1981-3d04-4857-a4cb-b2b53ead0854" providerId="ADAL" clId="{FEB12DFE-80F1-41B8-B54B-D0D033C74314}" dt="2025-03-25T06:01:06.888" v="3862" actId="1076"/>
        <pc:sldMkLst>
          <pc:docMk/>
          <pc:sldMk cId="2274395187" sldId="292"/>
        </pc:sldMkLst>
      </pc:sldChg>
      <pc:sldChg chg="modSp new mod">
        <pc:chgData name="Abdus Salam" userId="0e2b1981-3d04-4857-a4cb-b2b53ead0854" providerId="ADAL" clId="{FEB12DFE-80F1-41B8-B54B-D0D033C74314}" dt="2025-03-23T07:18:36.779" v="2400"/>
        <pc:sldMkLst>
          <pc:docMk/>
          <pc:sldMk cId="332362743" sldId="293"/>
        </pc:sldMkLst>
        <pc:spChg chg="mod">
          <ac:chgData name="Abdus Salam" userId="0e2b1981-3d04-4857-a4cb-b2b53ead0854" providerId="ADAL" clId="{FEB12DFE-80F1-41B8-B54B-D0D033C74314}" dt="2025-03-23T07:18:36.779" v="2400"/>
          <ac:spMkLst>
            <pc:docMk/>
            <pc:sldMk cId="332362743" sldId="293"/>
            <ac:spMk id="2" creationId="{62CB1CDB-E2A0-857D-CC84-E45DC63FCDDB}"/>
          </ac:spMkLst>
        </pc:spChg>
        <pc:spChg chg="mod">
          <ac:chgData name="Abdus Salam" userId="0e2b1981-3d04-4857-a4cb-b2b53ead0854" providerId="ADAL" clId="{FEB12DFE-80F1-41B8-B54B-D0D033C74314}" dt="2025-03-22T18:06:54.261" v="1965" actId="5793"/>
          <ac:spMkLst>
            <pc:docMk/>
            <pc:sldMk cId="332362743" sldId="293"/>
            <ac:spMk id="3" creationId="{E8E38BCC-6106-BF57-7847-08CFD9177BEB}"/>
          </ac:spMkLst>
        </pc:spChg>
      </pc:sldChg>
      <pc:sldChg chg="addSp delSp modSp add mod">
        <pc:chgData name="Abdus Salam" userId="0e2b1981-3d04-4857-a4cb-b2b53ead0854" providerId="ADAL" clId="{FEB12DFE-80F1-41B8-B54B-D0D033C74314}" dt="2025-03-23T06:51:00.185" v="2009" actId="2165"/>
        <pc:sldMkLst>
          <pc:docMk/>
          <pc:sldMk cId="838809625" sldId="294"/>
        </pc:sldMkLst>
        <pc:graphicFrameChg chg="add mod modGraphic">
          <ac:chgData name="Abdus Salam" userId="0e2b1981-3d04-4857-a4cb-b2b53ead0854" providerId="ADAL" clId="{FEB12DFE-80F1-41B8-B54B-D0D033C74314}" dt="2025-03-23T06:51:00.185" v="2009" actId="2165"/>
          <ac:graphicFrameMkLst>
            <pc:docMk/>
            <pc:sldMk cId="838809625" sldId="294"/>
            <ac:graphicFrameMk id="6" creationId="{80376F7C-C638-D867-6DDC-E888DEB64BBC}"/>
          </ac:graphicFrameMkLst>
        </pc:graphicFrameChg>
      </pc:sldChg>
      <pc:sldChg chg="modSp add mod">
        <pc:chgData name="Abdus Salam" userId="0e2b1981-3d04-4857-a4cb-b2b53ead0854" providerId="ADAL" clId="{FEB12DFE-80F1-41B8-B54B-D0D033C74314}" dt="2025-03-23T06:53:16.611" v="2052" actId="6549"/>
        <pc:sldMkLst>
          <pc:docMk/>
          <pc:sldMk cId="1864332697" sldId="295"/>
        </pc:sldMkLst>
        <pc:spChg chg="mod">
          <ac:chgData name="Abdus Salam" userId="0e2b1981-3d04-4857-a4cb-b2b53ead0854" providerId="ADAL" clId="{FEB12DFE-80F1-41B8-B54B-D0D033C74314}" dt="2025-03-23T06:51:43.355" v="2042" actId="20577"/>
          <ac:spMkLst>
            <pc:docMk/>
            <pc:sldMk cId="1864332697" sldId="295"/>
            <ac:spMk id="2" creationId="{7C7FE566-8B8C-D0D4-6C5C-96B5A609D91E}"/>
          </ac:spMkLst>
        </pc:spChg>
        <pc:spChg chg="mod">
          <ac:chgData name="Abdus Salam" userId="0e2b1981-3d04-4857-a4cb-b2b53ead0854" providerId="ADAL" clId="{FEB12DFE-80F1-41B8-B54B-D0D033C74314}" dt="2025-03-23T06:53:16.611" v="2052" actId="6549"/>
          <ac:spMkLst>
            <pc:docMk/>
            <pc:sldMk cId="1864332697" sldId="295"/>
            <ac:spMk id="3" creationId="{C12D6DA1-5F67-0894-A85B-CC668ACF3E7D}"/>
          </ac:spMkLst>
        </pc:spChg>
      </pc:sldChg>
      <pc:sldChg chg="addSp delSp modSp add mod">
        <pc:chgData name="Abdus Salam" userId="0e2b1981-3d04-4857-a4cb-b2b53ead0854" providerId="ADAL" clId="{FEB12DFE-80F1-41B8-B54B-D0D033C74314}" dt="2025-03-25T04:52:55.168" v="2609" actId="478"/>
        <pc:sldMkLst>
          <pc:docMk/>
          <pc:sldMk cId="812251593" sldId="296"/>
        </pc:sldMkLst>
        <pc:spChg chg="mod">
          <ac:chgData name="Abdus Salam" userId="0e2b1981-3d04-4857-a4cb-b2b53ead0854" providerId="ADAL" clId="{FEB12DFE-80F1-41B8-B54B-D0D033C74314}" dt="2025-03-25T04:47:02.506" v="2463" actId="27636"/>
          <ac:spMkLst>
            <pc:docMk/>
            <pc:sldMk cId="812251593" sldId="296"/>
            <ac:spMk id="3" creationId="{C80D0F7B-AB82-2B09-B894-CF1C7B2D4F28}"/>
          </ac:spMkLst>
        </pc:spChg>
        <pc:picChg chg="mod">
          <ac:chgData name="Abdus Salam" userId="0e2b1981-3d04-4857-a4cb-b2b53ead0854" providerId="ADAL" clId="{FEB12DFE-80F1-41B8-B54B-D0D033C74314}" dt="2025-03-25T04:50:35.843" v="2490" actId="208"/>
          <ac:picMkLst>
            <pc:docMk/>
            <pc:sldMk cId="812251593" sldId="296"/>
            <ac:picMk id="5" creationId="{5B303C87-CD55-3018-1151-43065D93FEC6}"/>
          </ac:picMkLst>
        </pc:picChg>
        <pc:picChg chg="mod">
          <ac:chgData name="Abdus Salam" userId="0e2b1981-3d04-4857-a4cb-b2b53ead0854" providerId="ADAL" clId="{FEB12DFE-80F1-41B8-B54B-D0D033C74314}" dt="2025-03-23T07:15:44.085" v="2390" actId="1036"/>
          <ac:picMkLst>
            <pc:docMk/>
            <pc:sldMk cId="812251593" sldId="296"/>
            <ac:picMk id="6" creationId="{82A8D836-B0BA-CC9A-95B2-118396622B2B}"/>
          </ac:picMkLst>
        </pc:picChg>
      </pc:sldChg>
      <pc:sldChg chg="addSp modSp add mod">
        <pc:chgData name="Abdus Salam" userId="0e2b1981-3d04-4857-a4cb-b2b53ead0854" providerId="ADAL" clId="{FEB12DFE-80F1-41B8-B54B-D0D033C74314}" dt="2025-03-25T05:17:28.243" v="3061" actId="1035"/>
        <pc:sldMkLst>
          <pc:docMk/>
          <pc:sldMk cId="2970505187" sldId="297"/>
        </pc:sldMkLst>
        <pc:spChg chg="mod">
          <ac:chgData name="Abdus Salam" userId="0e2b1981-3d04-4857-a4cb-b2b53ead0854" providerId="ADAL" clId="{FEB12DFE-80F1-41B8-B54B-D0D033C74314}" dt="2025-03-25T05:16:13.339" v="3025" actId="6549"/>
          <ac:spMkLst>
            <pc:docMk/>
            <pc:sldMk cId="2970505187" sldId="297"/>
            <ac:spMk id="3" creationId="{E8671527-0ED1-8DBA-DBB4-0B9E67A8E9F7}"/>
          </ac:spMkLst>
        </pc:spChg>
        <pc:spChg chg="add mod">
          <ac:chgData name="Abdus Salam" userId="0e2b1981-3d04-4857-a4cb-b2b53ead0854" providerId="ADAL" clId="{FEB12DFE-80F1-41B8-B54B-D0D033C74314}" dt="2025-03-25T05:16:23.904" v="3034" actId="1036"/>
          <ac:spMkLst>
            <pc:docMk/>
            <pc:sldMk cId="2970505187" sldId="297"/>
            <ac:spMk id="7" creationId="{FAC13157-8B62-145A-5056-253D9BE0DF6F}"/>
          </ac:spMkLst>
        </pc:spChg>
        <pc:picChg chg="mod">
          <ac:chgData name="Abdus Salam" userId="0e2b1981-3d04-4857-a4cb-b2b53ead0854" providerId="ADAL" clId="{FEB12DFE-80F1-41B8-B54B-D0D033C74314}" dt="2025-03-25T05:17:28.243" v="3061" actId="1035"/>
          <ac:picMkLst>
            <pc:docMk/>
            <pc:sldMk cId="2970505187" sldId="297"/>
            <ac:picMk id="6" creationId="{B283F0DC-065C-E5A8-E68A-50DD1345ED7E}"/>
          </ac:picMkLst>
        </pc:picChg>
      </pc:sldChg>
      <pc:sldChg chg="addSp delSp modSp add del mod">
        <pc:chgData name="Abdus Salam" userId="0e2b1981-3d04-4857-a4cb-b2b53ead0854" providerId="ADAL" clId="{FEB12DFE-80F1-41B8-B54B-D0D033C74314}" dt="2025-03-25T04:59:41.030" v="2721" actId="47"/>
        <pc:sldMkLst>
          <pc:docMk/>
          <pc:sldMk cId="198643553" sldId="298"/>
        </pc:sldMkLst>
      </pc:sldChg>
      <pc:sldChg chg="addSp delSp modSp add mod">
        <pc:chgData name="Abdus Salam" userId="0e2b1981-3d04-4857-a4cb-b2b53ead0854" providerId="ADAL" clId="{FEB12DFE-80F1-41B8-B54B-D0D033C74314}" dt="2025-03-25T05:04:21.289" v="2774" actId="1076"/>
        <pc:sldMkLst>
          <pc:docMk/>
          <pc:sldMk cId="586935517" sldId="299"/>
        </pc:sldMkLst>
        <pc:spChg chg="add mod">
          <ac:chgData name="Abdus Salam" userId="0e2b1981-3d04-4857-a4cb-b2b53ead0854" providerId="ADAL" clId="{FEB12DFE-80F1-41B8-B54B-D0D033C74314}" dt="2025-03-25T04:58:56.264" v="2720"/>
          <ac:spMkLst>
            <pc:docMk/>
            <pc:sldMk cId="586935517" sldId="299"/>
            <ac:spMk id="9" creationId="{8E1C3A0E-B01F-6F13-C75A-EA120E92AB17}"/>
          </ac:spMkLst>
        </pc:spChg>
        <pc:spChg chg="add mod">
          <ac:chgData name="Abdus Salam" userId="0e2b1981-3d04-4857-a4cb-b2b53ead0854" providerId="ADAL" clId="{FEB12DFE-80F1-41B8-B54B-D0D033C74314}" dt="2025-03-25T05:02:55.337" v="2733" actId="1582"/>
          <ac:spMkLst>
            <pc:docMk/>
            <pc:sldMk cId="586935517" sldId="299"/>
            <ac:spMk id="11" creationId="{6BBD2B82-964D-0C68-7FAC-BB49397F8B99}"/>
          </ac:spMkLst>
        </pc:spChg>
        <pc:spChg chg="add mod ord">
          <ac:chgData name="Abdus Salam" userId="0e2b1981-3d04-4857-a4cb-b2b53ead0854" providerId="ADAL" clId="{FEB12DFE-80F1-41B8-B54B-D0D033C74314}" dt="2025-03-25T05:04:13.755" v="2773" actId="1076"/>
          <ac:spMkLst>
            <pc:docMk/>
            <pc:sldMk cId="586935517" sldId="299"/>
            <ac:spMk id="13" creationId="{06DF50E6-984B-E989-20F3-DDC545E45D5F}"/>
          </ac:spMkLst>
        </pc:spChg>
        <pc:spChg chg="mod">
          <ac:chgData name="Abdus Salam" userId="0e2b1981-3d04-4857-a4cb-b2b53ead0854" providerId="ADAL" clId="{FEB12DFE-80F1-41B8-B54B-D0D033C74314}" dt="2025-03-25T04:57:04.562" v="2713" actId="403"/>
          <ac:spMkLst>
            <pc:docMk/>
            <pc:sldMk cId="586935517" sldId="299"/>
            <ac:spMk id="15" creationId="{3172AA26-5AD9-877B-E947-993195A7E23A}"/>
          </ac:spMkLst>
        </pc:spChg>
        <pc:picChg chg="add mod">
          <ac:chgData name="Abdus Salam" userId="0e2b1981-3d04-4857-a4cb-b2b53ead0854" providerId="ADAL" clId="{FEB12DFE-80F1-41B8-B54B-D0D033C74314}" dt="2025-03-25T05:04:21.289" v="2774" actId="1076"/>
          <ac:picMkLst>
            <pc:docMk/>
            <pc:sldMk cId="586935517" sldId="299"/>
            <ac:picMk id="12" creationId="{EEBF2164-481A-6C14-355F-5B2C66B4AC54}"/>
          </ac:picMkLst>
        </pc:picChg>
      </pc:sldChg>
      <pc:sldChg chg="addSp modSp add mod">
        <pc:chgData name="Abdus Salam" userId="0e2b1981-3d04-4857-a4cb-b2b53ead0854" providerId="ADAL" clId="{FEB12DFE-80F1-41B8-B54B-D0D033C74314}" dt="2025-03-25T05:01:56.743" v="2726" actId="6549"/>
        <pc:sldMkLst>
          <pc:docMk/>
          <pc:sldMk cId="998098940" sldId="300"/>
        </pc:sldMkLst>
        <pc:spChg chg="mod">
          <ac:chgData name="Abdus Salam" userId="0e2b1981-3d04-4857-a4cb-b2b53ead0854" providerId="ADAL" clId="{FEB12DFE-80F1-41B8-B54B-D0D033C74314}" dt="2025-03-25T05:01:56.743" v="2726" actId="6549"/>
          <ac:spMkLst>
            <pc:docMk/>
            <pc:sldMk cId="998098940" sldId="300"/>
            <ac:spMk id="7" creationId="{C1C04A72-0287-47C2-5B1F-9DE2FD0FCC4A}"/>
          </ac:spMkLst>
        </pc:spChg>
        <pc:spChg chg="add mod">
          <ac:chgData name="Abdus Salam" userId="0e2b1981-3d04-4857-a4cb-b2b53ead0854" providerId="ADAL" clId="{FEB12DFE-80F1-41B8-B54B-D0D033C74314}" dt="2025-03-25T04:56:43.868" v="2711" actId="20577"/>
          <ac:spMkLst>
            <pc:docMk/>
            <pc:sldMk cId="998098940" sldId="300"/>
            <ac:spMk id="8" creationId="{0D50F33B-0CD9-C76C-A58D-32BF44D093E7}"/>
          </ac:spMkLst>
        </pc:spChg>
        <pc:picChg chg="add mod">
          <ac:chgData name="Abdus Salam" userId="0e2b1981-3d04-4857-a4cb-b2b53ead0854" providerId="ADAL" clId="{FEB12DFE-80F1-41B8-B54B-D0D033C74314}" dt="2025-03-25T05:01:49.019" v="2723" actId="1076"/>
          <ac:picMkLst>
            <pc:docMk/>
            <pc:sldMk cId="998098940" sldId="300"/>
            <ac:picMk id="9" creationId="{3304A59F-5E63-394C-16A7-4BC279537380}"/>
          </ac:picMkLst>
        </pc:picChg>
      </pc:sldChg>
      <pc:sldChg chg="addSp modSp add del mod">
        <pc:chgData name="Abdus Salam" userId="0e2b1981-3d04-4857-a4cb-b2b53ead0854" providerId="ADAL" clId="{FEB12DFE-80F1-41B8-B54B-D0D033C74314}" dt="2025-03-25T05:09:47.808" v="2923" actId="47"/>
        <pc:sldMkLst>
          <pc:docMk/>
          <pc:sldMk cId="2636246924" sldId="301"/>
        </pc:sldMkLst>
      </pc:sldChg>
      <pc:sldChg chg="addSp delSp modSp add mod">
        <pc:chgData name="Abdus Salam" userId="0e2b1981-3d04-4857-a4cb-b2b53ead0854" providerId="ADAL" clId="{FEB12DFE-80F1-41B8-B54B-D0D033C74314}" dt="2025-03-25T05:16:33.564" v="3036"/>
        <pc:sldMkLst>
          <pc:docMk/>
          <pc:sldMk cId="2392890836" sldId="302"/>
        </pc:sldMkLst>
        <pc:spChg chg="add mod">
          <ac:chgData name="Abdus Salam" userId="0e2b1981-3d04-4857-a4cb-b2b53ead0854" providerId="ADAL" clId="{FEB12DFE-80F1-41B8-B54B-D0D033C74314}" dt="2025-03-25T05:16:33.564" v="3036"/>
          <ac:spMkLst>
            <pc:docMk/>
            <pc:sldMk cId="2392890836" sldId="302"/>
            <ac:spMk id="7" creationId="{9235F19C-AF20-A40E-492E-FD8C70E9CBEF}"/>
          </ac:spMkLst>
        </pc:spChg>
      </pc:sldChg>
      <pc:sldChg chg="modSp add mod ord">
        <pc:chgData name="Abdus Salam" userId="0e2b1981-3d04-4857-a4cb-b2b53ead0854" providerId="ADAL" clId="{FEB12DFE-80F1-41B8-B54B-D0D033C74314}" dt="2025-03-25T05:17:12.943" v="3046" actId="1035"/>
        <pc:sldMkLst>
          <pc:docMk/>
          <pc:sldMk cId="2042916299" sldId="303"/>
        </pc:sldMkLst>
        <pc:spChg chg="mod">
          <ac:chgData name="Abdus Salam" userId="0e2b1981-3d04-4857-a4cb-b2b53ead0854" providerId="ADAL" clId="{FEB12DFE-80F1-41B8-B54B-D0D033C74314}" dt="2025-03-25T05:17:12.943" v="3046" actId="1035"/>
          <ac:spMkLst>
            <pc:docMk/>
            <pc:sldMk cId="2042916299" sldId="303"/>
            <ac:spMk id="3" creationId="{8B3E0663-2E5C-BEE9-D482-60D18A6D83A6}"/>
          </ac:spMkLst>
        </pc:spChg>
      </pc:sldChg>
      <pc:sldChg chg="add del">
        <pc:chgData name="Abdus Salam" userId="0e2b1981-3d04-4857-a4cb-b2b53ead0854" providerId="ADAL" clId="{FEB12DFE-80F1-41B8-B54B-D0D033C74314}" dt="2025-03-25T05:19:01.557" v="3067" actId="47"/>
        <pc:sldMkLst>
          <pc:docMk/>
          <pc:sldMk cId="2190846990" sldId="304"/>
        </pc:sldMkLst>
      </pc:sldChg>
      <pc:sldChg chg="addSp delSp modSp add mod">
        <pc:chgData name="Abdus Salam" userId="0e2b1981-3d04-4857-a4cb-b2b53ead0854" providerId="ADAL" clId="{FEB12DFE-80F1-41B8-B54B-D0D033C74314}" dt="2025-03-25T05:20:26.868" v="3079" actId="114"/>
        <pc:sldMkLst>
          <pc:docMk/>
          <pc:sldMk cId="2284188294" sldId="305"/>
        </pc:sldMkLst>
        <pc:spChg chg="mod">
          <ac:chgData name="Abdus Salam" userId="0e2b1981-3d04-4857-a4cb-b2b53ead0854" providerId="ADAL" clId="{FEB12DFE-80F1-41B8-B54B-D0D033C74314}" dt="2025-03-25T05:20:05.359" v="3071"/>
          <ac:spMkLst>
            <pc:docMk/>
            <pc:sldMk cId="2284188294" sldId="305"/>
            <ac:spMk id="3" creationId="{7DB06B4C-C7A7-18F8-A654-D27F4BC9D453}"/>
          </ac:spMkLst>
        </pc:spChg>
        <pc:spChg chg="add mod">
          <ac:chgData name="Abdus Salam" userId="0e2b1981-3d04-4857-a4cb-b2b53ead0854" providerId="ADAL" clId="{FEB12DFE-80F1-41B8-B54B-D0D033C74314}" dt="2025-03-25T05:20:26.868" v="3079" actId="114"/>
          <ac:spMkLst>
            <pc:docMk/>
            <pc:sldMk cId="2284188294" sldId="305"/>
            <ac:spMk id="8" creationId="{4B3E9411-D669-E87A-7AB9-AFAB2ED34F4B}"/>
          </ac:spMkLst>
        </pc:spChg>
      </pc:sldChg>
      <pc:sldChg chg="add">
        <pc:chgData name="Abdus Salam" userId="0e2b1981-3d04-4857-a4cb-b2b53ead0854" providerId="ADAL" clId="{FEB12DFE-80F1-41B8-B54B-D0D033C74314}" dt="2025-03-25T05:19:46.665" v="3068" actId="2890"/>
        <pc:sldMkLst>
          <pc:docMk/>
          <pc:sldMk cId="1698020634" sldId="306"/>
        </pc:sldMkLst>
      </pc:sldChg>
      <pc:sldChg chg="modSp add mod">
        <pc:chgData name="Abdus Salam" userId="0e2b1981-3d04-4857-a4cb-b2b53ead0854" providerId="ADAL" clId="{FEB12DFE-80F1-41B8-B54B-D0D033C74314}" dt="2025-03-25T05:22:28.759" v="3248" actId="20577"/>
        <pc:sldMkLst>
          <pc:docMk/>
          <pc:sldMk cId="1832398166" sldId="307"/>
        </pc:sldMkLst>
        <pc:spChg chg="mod">
          <ac:chgData name="Abdus Salam" userId="0e2b1981-3d04-4857-a4cb-b2b53ead0854" providerId="ADAL" clId="{FEB12DFE-80F1-41B8-B54B-D0D033C74314}" dt="2025-03-25T05:22:28.759" v="3248" actId="20577"/>
          <ac:spMkLst>
            <pc:docMk/>
            <pc:sldMk cId="1832398166" sldId="307"/>
            <ac:spMk id="8" creationId="{81052739-62B0-C2E8-DF94-F42C333A8D47}"/>
          </ac:spMkLst>
        </pc:spChg>
      </pc:sldChg>
      <pc:sldChg chg="add">
        <pc:chgData name="Abdus Salam" userId="0e2b1981-3d04-4857-a4cb-b2b53ead0854" providerId="ADAL" clId="{FEB12DFE-80F1-41B8-B54B-D0D033C74314}" dt="2025-03-25T05:24:06.770" v="3249" actId="2890"/>
        <pc:sldMkLst>
          <pc:docMk/>
          <pc:sldMk cId="3236977183" sldId="308"/>
        </pc:sldMkLst>
      </pc:sldChg>
      <pc:sldChg chg="addSp delSp modSp add mod ord">
        <pc:chgData name="Abdus Salam" userId="0e2b1981-3d04-4857-a4cb-b2b53ead0854" providerId="ADAL" clId="{FEB12DFE-80F1-41B8-B54B-D0D033C74314}" dt="2025-03-25T05:25:54.882" v="3258" actId="478"/>
        <pc:sldMkLst>
          <pc:docMk/>
          <pc:sldMk cId="1686909306" sldId="309"/>
        </pc:sldMkLst>
      </pc:sldChg>
      <pc:sldChg chg="add">
        <pc:chgData name="Abdus Salam" userId="0e2b1981-3d04-4857-a4cb-b2b53ead0854" providerId="ADAL" clId="{FEB12DFE-80F1-41B8-B54B-D0D033C74314}" dt="2025-03-25T05:25:49.165" v="3256" actId="2890"/>
        <pc:sldMkLst>
          <pc:docMk/>
          <pc:sldMk cId="975595406" sldId="310"/>
        </pc:sldMkLst>
      </pc:sldChg>
      <pc:sldChg chg="addSp delSp modSp add mod">
        <pc:chgData name="Abdus Salam" userId="0e2b1981-3d04-4857-a4cb-b2b53ead0854" providerId="ADAL" clId="{FEB12DFE-80F1-41B8-B54B-D0D033C74314}" dt="2025-03-25T05:29:53.011" v="3275" actId="14100"/>
        <pc:sldMkLst>
          <pc:docMk/>
          <pc:sldMk cId="3554005253" sldId="311"/>
        </pc:sldMkLst>
        <pc:cxnChg chg="add mod">
          <ac:chgData name="Abdus Salam" userId="0e2b1981-3d04-4857-a4cb-b2b53ead0854" providerId="ADAL" clId="{FEB12DFE-80F1-41B8-B54B-D0D033C74314}" dt="2025-03-25T05:29:53.011" v="3275" actId="14100"/>
          <ac:cxnSpMkLst>
            <pc:docMk/>
            <pc:sldMk cId="3554005253" sldId="311"/>
            <ac:cxnSpMk id="6" creationId="{B4619FFA-1DE5-00C0-43E0-C2895D49E24F}"/>
          </ac:cxnSpMkLst>
        </pc:cxnChg>
      </pc:sldChg>
      <pc:sldChg chg="addSp modSp add">
        <pc:chgData name="Abdus Salam" userId="0e2b1981-3d04-4857-a4cb-b2b53ead0854" providerId="ADAL" clId="{FEB12DFE-80F1-41B8-B54B-D0D033C74314}" dt="2025-03-25T05:29:59.361" v="3276"/>
        <pc:sldMkLst>
          <pc:docMk/>
          <pc:sldMk cId="1425568653" sldId="312"/>
        </pc:sldMkLst>
        <pc:cxnChg chg="add mod">
          <ac:chgData name="Abdus Salam" userId="0e2b1981-3d04-4857-a4cb-b2b53ead0854" providerId="ADAL" clId="{FEB12DFE-80F1-41B8-B54B-D0D033C74314}" dt="2025-03-25T05:29:59.361" v="3276"/>
          <ac:cxnSpMkLst>
            <pc:docMk/>
            <pc:sldMk cId="1425568653" sldId="312"/>
            <ac:cxnSpMk id="6" creationId="{93B3831F-65EB-8F1A-BC1F-FAD97F4A85D6}"/>
          </ac:cxnSpMkLst>
        </pc:cxnChg>
      </pc:sldChg>
      <pc:sldChg chg="addSp delSp modSp add mod">
        <pc:chgData name="Abdus Salam" userId="0e2b1981-3d04-4857-a4cb-b2b53ead0854" providerId="ADAL" clId="{FEB12DFE-80F1-41B8-B54B-D0D033C74314}" dt="2025-03-25T05:49:27.297" v="3689" actId="478"/>
        <pc:sldMkLst>
          <pc:docMk/>
          <pc:sldMk cId="1906826644" sldId="313"/>
        </pc:sldMkLst>
        <pc:spChg chg="add mod">
          <ac:chgData name="Abdus Salam" userId="0e2b1981-3d04-4857-a4cb-b2b53ead0854" providerId="ADAL" clId="{FEB12DFE-80F1-41B8-B54B-D0D033C74314}" dt="2025-03-25T05:43:34.180" v="3535"/>
          <ac:spMkLst>
            <pc:docMk/>
            <pc:sldMk cId="1906826644" sldId="313"/>
            <ac:spMk id="7" creationId="{097805A8-02E2-DB0F-F101-2967A4CE6B1F}"/>
          </ac:spMkLst>
        </pc:spChg>
        <pc:picChg chg="mod">
          <ac:chgData name="Abdus Salam" userId="0e2b1981-3d04-4857-a4cb-b2b53ead0854" providerId="ADAL" clId="{FEB12DFE-80F1-41B8-B54B-D0D033C74314}" dt="2025-03-25T05:48:44.211" v="3687" actId="1036"/>
          <ac:picMkLst>
            <pc:docMk/>
            <pc:sldMk cId="1906826644" sldId="313"/>
            <ac:picMk id="10" creationId="{F2AEB675-4305-9558-5A6D-A0C919C39E58}"/>
          </ac:picMkLst>
        </pc:picChg>
      </pc:sldChg>
      <pc:sldChg chg="addSp delSp modSp add mod">
        <pc:chgData name="Abdus Salam" userId="0e2b1981-3d04-4857-a4cb-b2b53ead0854" providerId="ADAL" clId="{FEB12DFE-80F1-41B8-B54B-D0D033C74314}" dt="2025-03-25T05:48:32.694" v="3683" actId="1035"/>
        <pc:sldMkLst>
          <pc:docMk/>
          <pc:sldMk cId="1866685233" sldId="314"/>
        </pc:sldMkLst>
        <pc:spChg chg="add mod">
          <ac:chgData name="Abdus Salam" userId="0e2b1981-3d04-4857-a4cb-b2b53ead0854" providerId="ADAL" clId="{FEB12DFE-80F1-41B8-B54B-D0D033C74314}" dt="2025-03-25T05:43:17" v="3533" actId="113"/>
          <ac:spMkLst>
            <pc:docMk/>
            <pc:sldMk cId="1866685233" sldId="314"/>
            <ac:spMk id="5" creationId="{CC51271A-7BBF-16CF-B574-036B4E895AF5}"/>
          </ac:spMkLst>
        </pc:spChg>
        <pc:picChg chg="mod">
          <ac:chgData name="Abdus Salam" userId="0e2b1981-3d04-4857-a4cb-b2b53ead0854" providerId="ADAL" clId="{FEB12DFE-80F1-41B8-B54B-D0D033C74314}" dt="2025-03-25T05:48:32.694" v="3683" actId="1035"/>
          <ac:picMkLst>
            <pc:docMk/>
            <pc:sldMk cId="1866685233" sldId="314"/>
            <ac:picMk id="11" creationId="{1EC64915-D8C7-70CB-28D7-A52701F277F5}"/>
          </ac:picMkLst>
        </pc:picChg>
      </pc:sldChg>
      <pc:sldChg chg="add">
        <pc:chgData name="Abdus Salam" userId="0e2b1981-3d04-4857-a4cb-b2b53ead0854" providerId="ADAL" clId="{FEB12DFE-80F1-41B8-B54B-D0D033C74314}" dt="2025-03-25T05:49:24.394" v="3688" actId="2890"/>
        <pc:sldMkLst>
          <pc:docMk/>
          <pc:sldMk cId="2824945948" sldId="315"/>
        </pc:sldMkLst>
      </pc:sldChg>
      <pc:sldChg chg="modSp add mod">
        <pc:chgData name="Abdus Salam" userId="0e2b1981-3d04-4857-a4cb-b2b53ead0854" providerId="ADAL" clId="{FEB12DFE-80F1-41B8-B54B-D0D033C74314}" dt="2025-03-25T05:59:27.539" v="3859"/>
        <pc:sldMkLst>
          <pc:docMk/>
          <pc:sldMk cId="1825501454" sldId="316"/>
        </pc:sldMkLst>
        <pc:spChg chg="mod">
          <ac:chgData name="Abdus Salam" userId="0e2b1981-3d04-4857-a4cb-b2b53ead0854" providerId="ADAL" clId="{FEB12DFE-80F1-41B8-B54B-D0D033C74314}" dt="2025-03-25T05:59:27.539" v="3859"/>
          <ac:spMkLst>
            <pc:docMk/>
            <pc:sldMk cId="1825501454" sldId="316"/>
            <ac:spMk id="3" creationId="{ECF28671-551D-4AB6-E28F-4FE618DD3BEF}"/>
          </ac:spMkLst>
        </pc:spChg>
      </pc:sldChg>
      <pc:sldChg chg="add del ord">
        <pc:chgData name="Abdus Salam" userId="0e2b1981-3d04-4857-a4cb-b2b53ead0854" providerId="ADAL" clId="{FEB12DFE-80F1-41B8-B54B-D0D033C74314}" dt="2025-03-25T07:00:29.613" v="5093" actId="2696"/>
        <pc:sldMkLst>
          <pc:docMk/>
          <pc:sldMk cId="310687047" sldId="317"/>
        </pc:sldMkLst>
      </pc:sldChg>
      <pc:sldChg chg="add">
        <pc:chgData name="Abdus Salam" userId="0e2b1981-3d04-4857-a4cb-b2b53ead0854" providerId="ADAL" clId="{FEB12DFE-80F1-41B8-B54B-D0D033C74314}" dt="2025-03-25T07:00:33.911" v="5094"/>
        <pc:sldMkLst>
          <pc:docMk/>
          <pc:sldMk cId="750527868" sldId="317"/>
        </pc:sldMkLst>
      </pc:sldChg>
      <pc:sldChg chg="addSp delSp modSp add mod">
        <pc:chgData name="Abdus Salam" userId="0e2b1981-3d04-4857-a4cb-b2b53ead0854" providerId="ADAL" clId="{FEB12DFE-80F1-41B8-B54B-D0D033C74314}" dt="2025-03-25T06:59:35.506" v="5092" actId="14100"/>
        <pc:sldMkLst>
          <pc:docMk/>
          <pc:sldMk cId="3306539352" sldId="318"/>
        </pc:sldMkLst>
        <pc:spChg chg="mod">
          <ac:chgData name="Abdus Salam" userId="0e2b1981-3d04-4857-a4cb-b2b53ead0854" providerId="ADAL" clId="{FEB12DFE-80F1-41B8-B54B-D0D033C74314}" dt="2025-03-25T06:55:41.690" v="4981" actId="20577"/>
          <ac:spMkLst>
            <pc:docMk/>
            <pc:sldMk cId="3306539352" sldId="318"/>
            <ac:spMk id="3" creationId="{47A4CBE3-62F2-94EA-8A58-450CDDF4722A}"/>
          </ac:spMkLst>
        </pc:spChg>
        <pc:spChg chg="add mod">
          <ac:chgData name="Abdus Salam" userId="0e2b1981-3d04-4857-a4cb-b2b53ead0854" providerId="ADAL" clId="{FEB12DFE-80F1-41B8-B54B-D0D033C74314}" dt="2025-03-25T06:54:24.027" v="4933" actId="20577"/>
          <ac:spMkLst>
            <pc:docMk/>
            <pc:sldMk cId="3306539352" sldId="318"/>
            <ac:spMk id="10" creationId="{C649D37B-E3BA-BEC2-A749-71B605F1F459}"/>
          </ac:spMkLst>
        </pc:spChg>
        <pc:spChg chg="add mod">
          <ac:chgData name="Abdus Salam" userId="0e2b1981-3d04-4857-a4cb-b2b53ead0854" providerId="ADAL" clId="{FEB12DFE-80F1-41B8-B54B-D0D033C74314}" dt="2025-03-25T06:58:52.198" v="5089" actId="114"/>
          <ac:spMkLst>
            <pc:docMk/>
            <pc:sldMk cId="3306539352" sldId="318"/>
            <ac:spMk id="11" creationId="{539AE605-ACBD-E297-B8C7-99443E5A1713}"/>
          </ac:spMkLst>
        </pc:spChg>
        <pc:spChg chg="add mod">
          <ac:chgData name="Abdus Salam" userId="0e2b1981-3d04-4857-a4cb-b2b53ead0854" providerId="ADAL" clId="{FEB12DFE-80F1-41B8-B54B-D0D033C74314}" dt="2025-03-25T06:57:01.379" v="5028" actId="1582"/>
          <ac:spMkLst>
            <pc:docMk/>
            <pc:sldMk cId="3306539352" sldId="318"/>
            <ac:spMk id="12" creationId="{EF7D41A4-E3C8-40AA-6278-135019DC14AE}"/>
          </ac:spMkLst>
        </pc:spChg>
        <pc:picChg chg="mod">
          <ac:chgData name="Abdus Salam" userId="0e2b1981-3d04-4857-a4cb-b2b53ead0854" providerId="ADAL" clId="{FEB12DFE-80F1-41B8-B54B-D0D033C74314}" dt="2025-03-25T06:56:53.531" v="5025" actId="207"/>
          <ac:picMkLst>
            <pc:docMk/>
            <pc:sldMk cId="3306539352" sldId="318"/>
            <ac:picMk id="6" creationId="{1B3DF620-4804-E38E-AB9C-EA8212FCC54F}"/>
          </ac:picMkLst>
        </pc:picChg>
        <pc:cxnChg chg="add mod">
          <ac:chgData name="Abdus Salam" userId="0e2b1981-3d04-4857-a4cb-b2b53ead0854" providerId="ADAL" clId="{FEB12DFE-80F1-41B8-B54B-D0D033C74314}" dt="2025-03-25T06:58:41.917" v="5088" actId="14100"/>
          <ac:cxnSpMkLst>
            <pc:docMk/>
            <pc:sldMk cId="3306539352" sldId="318"/>
            <ac:cxnSpMk id="13" creationId="{BFBBD6B7-5D1E-84F0-D8AA-D29290C8A747}"/>
          </ac:cxnSpMkLst>
        </pc:cxnChg>
        <pc:cxnChg chg="add mod">
          <ac:chgData name="Abdus Salam" userId="0e2b1981-3d04-4857-a4cb-b2b53ead0854" providerId="ADAL" clId="{FEB12DFE-80F1-41B8-B54B-D0D033C74314}" dt="2025-03-25T06:59:35.506" v="5092" actId="14100"/>
          <ac:cxnSpMkLst>
            <pc:docMk/>
            <pc:sldMk cId="3306539352" sldId="318"/>
            <ac:cxnSpMk id="26" creationId="{39E09D3E-5CA4-EA3F-E29C-DF440F1C3EAE}"/>
          </ac:cxnSpMkLst>
        </pc:cxnChg>
      </pc:sldChg>
      <pc:sldChg chg="addSp delSp modSp add mod ord">
        <pc:chgData name="Abdus Salam" userId="0e2b1981-3d04-4857-a4cb-b2b53ead0854" providerId="ADAL" clId="{FEB12DFE-80F1-41B8-B54B-D0D033C74314}" dt="2025-03-25T06:17:36.978" v="4261"/>
        <pc:sldMkLst>
          <pc:docMk/>
          <pc:sldMk cId="2087085071" sldId="319"/>
        </pc:sldMkLst>
        <pc:spChg chg="mod">
          <ac:chgData name="Abdus Salam" userId="0e2b1981-3d04-4857-a4cb-b2b53ead0854" providerId="ADAL" clId="{FEB12DFE-80F1-41B8-B54B-D0D033C74314}" dt="2025-03-25T06:07:51.881" v="4104" actId="6549"/>
          <ac:spMkLst>
            <pc:docMk/>
            <pc:sldMk cId="2087085071" sldId="319"/>
            <ac:spMk id="3" creationId="{F8402B09-48A3-7111-44BA-DA6F8F3434E0}"/>
          </ac:spMkLst>
        </pc:spChg>
        <pc:spChg chg="add mod">
          <ac:chgData name="Abdus Salam" userId="0e2b1981-3d04-4857-a4cb-b2b53ead0854" providerId="ADAL" clId="{FEB12DFE-80F1-41B8-B54B-D0D033C74314}" dt="2025-03-25T06:17:26.673" v="4259" actId="1076"/>
          <ac:spMkLst>
            <pc:docMk/>
            <pc:sldMk cId="2087085071" sldId="319"/>
            <ac:spMk id="10" creationId="{F7329CEF-394B-C264-9353-3B82E9FEE50D}"/>
          </ac:spMkLst>
        </pc:spChg>
        <pc:spChg chg="add mod">
          <ac:chgData name="Abdus Salam" userId="0e2b1981-3d04-4857-a4cb-b2b53ead0854" providerId="ADAL" clId="{FEB12DFE-80F1-41B8-B54B-D0D033C74314}" dt="2025-03-25T06:17:36.978" v="4261"/>
          <ac:spMkLst>
            <pc:docMk/>
            <pc:sldMk cId="2087085071" sldId="319"/>
            <ac:spMk id="12" creationId="{645209B6-5E64-7334-953B-C8CCE3F3C444}"/>
          </ac:spMkLst>
        </pc:spChg>
        <pc:picChg chg="add mod">
          <ac:chgData name="Abdus Salam" userId="0e2b1981-3d04-4857-a4cb-b2b53ead0854" providerId="ADAL" clId="{FEB12DFE-80F1-41B8-B54B-D0D033C74314}" dt="2025-03-25T06:09:43.258" v="4176" actId="1036"/>
          <ac:picMkLst>
            <pc:docMk/>
            <pc:sldMk cId="2087085071" sldId="319"/>
            <ac:picMk id="7" creationId="{CB506E7C-89E1-4A71-80E9-C6CAEC74B3B1}"/>
          </ac:picMkLst>
        </pc:picChg>
        <pc:picChg chg="add mod">
          <ac:chgData name="Abdus Salam" userId="0e2b1981-3d04-4857-a4cb-b2b53ead0854" providerId="ADAL" clId="{FEB12DFE-80F1-41B8-B54B-D0D033C74314}" dt="2025-03-25T06:09:43.258" v="4176" actId="1036"/>
          <ac:picMkLst>
            <pc:docMk/>
            <pc:sldMk cId="2087085071" sldId="319"/>
            <ac:picMk id="9" creationId="{EE4D7459-E8F7-EA71-82F7-332398F07977}"/>
          </ac:picMkLst>
        </pc:picChg>
      </pc:sldChg>
      <pc:sldChg chg="add">
        <pc:chgData name="Abdus Salam" userId="0e2b1981-3d04-4857-a4cb-b2b53ead0854" providerId="ADAL" clId="{FEB12DFE-80F1-41B8-B54B-D0D033C74314}" dt="2025-03-25T06:06:19.874" v="4090" actId="2890"/>
        <pc:sldMkLst>
          <pc:docMk/>
          <pc:sldMk cId="1390912636" sldId="320"/>
        </pc:sldMkLst>
      </pc:sldChg>
      <pc:sldChg chg="add">
        <pc:chgData name="Abdus Salam" userId="0e2b1981-3d04-4857-a4cb-b2b53ead0854" providerId="ADAL" clId="{FEB12DFE-80F1-41B8-B54B-D0D033C74314}" dt="2025-03-25T06:06:32.371" v="4092" actId="2890"/>
        <pc:sldMkLst>
          <pc:docMk/>
          <pc:sldMk cId="689356835" sldId="321"/>
        </pc:sldMkLst>
      </pc:sldChg>
      <pc:sldChg chg="addSp delSp modSp add mod">
        <pc:chgData name="Abdus Salam" userId="0e2b1981-3d04-4857-a4cb-b2b53ead0854" providerId="ADAL" clId="{FEB12DFE-80F1-41B8-B54B-D0D033C74314}" dt="2025-03-25T07:00:42.721" v="5096" actId="478"/>
        <pc:sldMkLst>
          <pc:docMk/>
          <pc:sldMk cId="1775815057" sldId="322"/>
        </pc:sldMkLst>
      </pc:sldChg>
      <pc:sldChg chg="addSp modSp add mod">
        <pc:chgData name="Abdus Salam" userId="0e2b1981-3d04-4857-a4cb-b2b53ead0854" providerId="ADAL" clId="{FEB12DFE-80F1-41B8-B54B-D0D033C74314}" dt="2025-03-25T06:16:24.256" v="4254" actId="6549"/>
        <pc:sldMkLst>
          <pc:docMk/>
          <pc:sldMk cId="1215515428" sldId="323"/>
        </pc:sldMkLst>
        <pc:spChg chg="mod">
          <ac:chgData name="Abdus Salam" userId="0e2b1981-3d04-4857-a4cb-b2b53ead0854" providerId="ADAL" clId="{FEB12DFE-80F1-41B8-B54B-D0D033C74314}" dt="2025-03-25T06:16:24.256" v="4254" actId="6549"/>
          <ac:spMkLst>
            <pc:docMk/>
            <pc:sldMk cId="1215515428" sldId="323"/>
            <ac:spMk id="3" creationId="{D54178F0-867B-C749-4679-137C06A2DAD4}"/>
          </ac:spMkLst>
        </pc:spChg>
        <pc:picChg chg="add mod">
          <ac:chgData name="Abdus Salam" userId="0e2b1981-3d04-4857-a4cb-b2b53ead0854" providerId="ADAL" clId="{FEB12DFE-80F1-41B8-B54B-D0D033C74314}" dt="2025-03-25T06:13:47.678" v="4194" actId="1076"/>
          <ac:picMkLst>
            <pc:docMk/>
            <pc:sldMk cId="1215515428" sldId="323"/>
            <ac:picMk id="6" creationId="{40DA832E-D262-A57E-CA4A-34492C78BC2F}"/>
          </ac:picMkLst>
        </pc:picChg>
      </pc:sldChg>
      <pc:sldChg chg="modSp add mod">
        <pc:chgData name="Abdus Salam" userId="0e2b1981-3d04-4857-a4cb-b2b53ead0854" providerId="ADAL" clId="{FEB12DFE-80F1-41B8-B54B-D0D033C74314}" dt="2025-03-25T06:15:40.771" v="4228" actId="6549"/>
        <pc:sldMkLst>
          <pc:docMk/>
          <pc:sldMk cId="306974002" sldId="324"/>
        </pc:sldMkLst>
        <pc:spChg chg="mod">
          <ac:chgData name="Abdus Salam" userId="0e2b1981-3d04-4857-a4cb-b2b53ead0854" providerId="ADAL" clId="{FEB12DFE-80F1-41B8-B54B-D0D033C74314}" dt="2025-03-25T06:15:40.771" v="4228" actId="6549"/>
          <ac:spMkLst>
            <pc:docMk/>
            <pc:sldMk cId="306974002" sldId="324"/>
            <ac:spMk id="3" creationId="{C221BCC3-2BE3-1DB5-A5E1-1BEE7195B6B4}"/>
          </ac:spMkLst>
        </pc:spChg>
      </pc:sldChg>
      <pc:sldChg chg="modSp add mod">
        <pc:chgData name="Abdus Salam" userId="0e2b1981-3d04-4857-a4cb-b2b53ead0854" providerId="ADAL" clId="{FEB12DFE-80F1-41B8-B54B-D0D033C74314}" dt="2025-03-25T06:23:00.332" v="4334" actId="20577"/>
        <pc:sldMkLst>
          <pc:docMk/>
          <pc:sldMk cId="917885928" sldId="325"/>
        </pc:sldMkLst>
        <pc:spChg chg="mod">
          <ac:chgData name="Abdus Salam" userId="0e2b1981-3d04-4857-a4cb-b2b53ead0854" providerId="ADAL" clId="{FEB12DFE-80F1-41B8-B54B-D0D033C74314}" dt="2025-03-25T06:23:00.332" v="4334" actId="20577"/>
          <ac:spMkLst>
            <pc:docMk/>
            <pc:sldMk cId="917885928" sldId="325"/>
            <ac:spMk id="3" creationId="{64A22620-1826-7D99-49E6-5FBDDDFBAFBE}"/>
          </ac:spMkLst>
        </pc:spChg>
      </pc:sldChg>
      <pc:sldChg chg="addSp delSp modSp add mod">
        <pc:chgData name="Abdus Salam" userId="0e2b1981-3d04-4857-a4cb-b2b53ead0854" providerId="ADAL" clId="{FEB12DFE-80F1-41B8-B54B-D0D033C74314}" dt="2025-03-25T07:03:34.450" v="5107" actId="27636"/>
        <pc:sldMkLst>
          <pc:docMk/>
          <pc:sldMk cId="2679003461" sldId="326"/>
        </pc:sldMkLst>
        <pc:spChg chg="mod">
          <ac:chgData name="Abdus Salam" userId="0e2b1981-3d04-4857-a4cb-b2b53ead0854" providerId="ADAL" clId="{FEB12DFE-80F1-41B8-B54B-D0D033C74314}" dt="2025-03-25T07:03:34.450" v="5107" actId="27636"/>
          <ac:spMkLst>
            <pc:docMk/>
            <pc:sldMk cId="2679003461" sldId="326"/>
            <ac:spMk id="3" creationId="{65FF87F7-F857-8E3A-C52D-E66068DD08C5}"/>
          </ac:spMkLst>
        </pc:spChg>
        <pc:picChg chg="add mod">
          <ac:chgData name="Abdus Salam" userId="0e2b1981-3d04-4857-a4cb-b2b53ead0854" providerId="ADAL" clId="{FEB12DFE-80F1-41B8-B54B-D0D033C74314}" dt="2025-03-25T06:25:57.869" v="4368" actId="1076"/>
          <ac:picMkLst>
            <pc:docMk/>
            <pc:sldMk cId="2679003461" sldId="326"/>
            <ac:picMk id="5" creationId="{B22BFF19-C319-694E-31A4-4255B97563B9}"/>
          </ac:picMkLst>
        </pc:picChg>
        <pc:picChg chg="mod">
          <ac:chgData name="Abdus Salam" userId="0e2b1981-3d04-4857-a4cb-b2b53ead0854" providerId="ADAL" clId="{FEB12DFE-80F1-41B8-B54B-D0D033C74314}" dt="2025-03-25T06:25:20.227" v="4361" actId="1035"/>
          <ac:picMkLst>
            <pc:docMk/>
            <pc:sldMk cId="2679003461" sldId="326"/>
            <ac:picMk id="7" creationId="{8B01BC5F-50D3-AFB0-F078-8D4B7352B990}"/>
          </ac:picMkLst>
        </pc:picChg>
      </pc:sldChg>
      <pc:sldChg chg="new del">
        <pc:chgData name="Abdus Salam" userId="0e2b1981-3d04-4857-a4cb-b2b53ead0854" providerId="ADAL" clId="{FEB12DFE-80F1-41B8-B54B-D0D033C74314}" dt="2025-03-25T06:37:56.592" v="4590" actId="47"/>
        <pc:sldMkLst>
          <pc:docMk/>
          <pc:sldMk cId="161113053" sldId="327"/>
        </pc:sldMkLst>
      </pc:sldChg>
      <pc:sldChg chg="modSp add mod">
        <pc:chgData name="Abdus Salam" userId="0e2b1981-3d04-4857-a4cb-b2b53ead0854" providerId="ADAL" clId="{FEB12DFE-80F1-41B8-B54B-D0D033C74314}" dt="2025-03-25T07:03:02.916" v="5103" actId="6549"/>
        <pc:sldMkLst>
          <pc:docMk/>
          <pc:sldMk cId="2529847604" sldId="327"/>
        </pc:sldMkLst>
        <pc:spChg chg="mod">
          <ac:chgData name="Abdus Salam" userId="0e2b1981-3d04-4857-a4cb-b2b53ead0854" providerId="ADAL" clId="{FEB12DFE-80F1-41B8-B54B-D0D033C74314}" dt="2025-03-25T07:03:02.916" v="5103" actId="6549"/>
          <ac:spMkLst>
            <pc:docMk/>
            <pc:sldMk cId="2529847604" sldId="327"/>
            <ac:spMk id="3" creationId="{80C86720-6701-0507-AABF-B244EF3BAA15}"/>
          </ac:spMkLst>
        </pc:spChg>
        <pc:spChg chg="mod">
          <ac:chgData name="Abdus Salam" userId="0e2b1981-3d04-4857-a4cb-b2b53ead0854" providerId="ADAL" clId="{FEB12DFE-80F1-41B8-B54B-D0D033C74314}" dt="2025-03-25T06:41:27.670" v="4654" actId="14100"/>
          <ac:spMkLst>
            <pc:docMk/>
            <pc:sldMk cId="2529847604" sldId="327"/>
            <ac:spMk id="10" creationId="{1DA1A018-B564-CB41-5FFB-0B5B7BC84F1E}"/>
          </ac:spMkLst>
        </pc:spChg>
        <pc:picChg chg="mod">
          <ac:chgData name="Abdus Salam" userId="0e2b1981-3d04-4857-a4cb-b2b53ead0854" providerId="ADAL" clId="{FEB12DFE-80F1-41B8-B54B-D0D033C74314}" dt="2025-03-25T06:38:08.557" v="4618" actId="1035"/>
          <ac:picMkLst>
            <pc:docMk/>
            <pc:sldMk cId="2529847604" sldId="327"/>
            <ac:picMk id="6" creationId="{EEA944B4-47F2-5679-0FDF-7AD810AB9171}"/>
          </ac:picMkLst>
        </pc:picChg>
      </pc:sldChg>
      <pc:sldChg chg="addSp delSp modSp add mod">
        <pc:chgData name="Abdus Salam" userId="0e2b1981-3d04-4857-a4cb-b2b53ead0854" providerId="ADAL" clId="{FEB12DFE-80F1-41B8-B54B-D0D033C74314}" dt="2025-03-25T07:04:56.279" v="5123" actId="478"/>
        <pc:sldMkLst>
          <pc:docMk/>
          <pc:sldMk cId="474990938" sldId="328"/>
        </pc:sldMkLst>
        <pc:spChg chg="mod">
          <ac:chgData name="Abdus Salam" userId="0e2b1981-3d04-4857-a4cb-b2b53ead0854" providerId="ADAL" clId="{FEB12DFE-80F1-41B8-B54B-D0D033C74314}" dt="2025-03-25T06:46:17.783" v="4741" actId="6549"/>
          <ac:spMkLst>
            <pc:docMk/>
            <pc:sldMk cId="474990938" sldId="328"/>
            <ac:spMk id="3" creationId="{B127A97C-8CC6-8F1A-9C71-3D96BB68A45A}"/>
          </ac:spMkLst>
        </pc:spChg>
      </pc:sldChg>
      <pc:sldChg chg="delSp modSp add mod">
        <pc:chgData name="Abdus Salam" userId="0e2b1981-3d04-4857-a4cb-b2b53ead0854" providerId="ADAL" clId="{FEB12DFE-80F1-41B8-B54B-D0D033C74314}" dt="2025-03-25T06:51:49.139" v="4916" actId="478"/>
        <pc:sldMkLst>
          <pc:docMk/>
          <pc:sldMk cId="1536550201" sldId="329"/>
        </pc:sldMkLst>
        <pc:spChg chg="mod">
          <ac:chgData name="Abdus Salam" userId="0e2b1981-3d04-4857-a4cb-b2b53ead0854" providerId="ADAL" clId="{FEB12DFE-80F1-41B8-B54B-D0D033C74314}" dt="2025-03-25T06:51:45.513" v="4913" actId="6549"/>
          <ac:spMkLst>
            <pc:docMk/>
            <pc:sldMk cId="1536550201" sldId="329"/>
            <ac:spMk id="3" creationId="{2274AF46-F527-9F0B-782B-C6480534FDD8}"/>
          </ac:spMkLst>
        </pc:spChg>
      </pc:sldChg>
      <pc:sldChg chg="delSp add mod">
        <pc:chgData name="Abdus Salam" userId="0e2b1981-3d04-4857-a4cb-b2b53ead0854" providerId="ADAL" clId="{FEB12DFE-80F1-41B8-B54B-D0D033C74314}" dt="2025-03-25T06:51:58.288" v="4920" actId="478"/>
        <pc:sldMkLst>
          <pc:docMk/>
          <pc:sldMk cId="3765218335" sldId="330"/>
        </pc:sldMkLst>
      </pc:sldChg>
      <pc:sldChg chg="delSp add mod">
        <pc:chgData name="Abdus Salam" userId="0e2b1981-3d04-4857-a4cb-b2b53ead0854" providerId="ADAL" clId="{FEB12DFE-80F1-41B8-B54B-D0D033C74314}" dt="2025-03-25T06:52:06.098" v="4922" actId="478"/>
        <pc:sldMkLst>
          <pc:docMk/>
          <pc:sldMk cId="8052126" sldId="331"/>
        </pc:sldMkLst>
      </pc:sldChg>
      <pc:sldChg chg="add">
        <pc:chgData name="Abdus Salam" userId="0e2b1981-3d04-4857-a4cb-b2b53ead0854" providerId="ADAL" clId="{FEB12DFE-80F1-41B8-B54B-D0D033C74314}" dt="2025-03-25T06:52:02.689" v="4921" actId="2890"/>
        <pc:sldMkLst>
          <pc:docMk/>
          <pc:sldMk cId="1869470589" sldId="332"/>
        </pc:sldMkLst>
      </pc:sldChg>
      <pc:sldChg chg="add">
        <pc:chgData name="Abdus Salam" userId="0e2b1981-3d04-4857-a4cb-b2b53ead0854" providerId="ADAL" clId="{FEB12DFE-80F1-41B8-B54B-D0D033C74314}" dt="2025-03-25T06:52:16.701" v="4923" actId="2890"/>
        <pc:sldMkLst>
          <pc:docMk/>
          <pc:sldMk cId="469705029" sldId="333"/>
        </pc:sldMkLst>
      </pc:sldChg>
      <pc:sldChg chg="add">
        <pc:chgData name="Abdus Salam" userId="0e2b1981-3d04-4857-a4cb-b2b53ead0854" providerId="ADAL" clId="{FEB12DFE-80F1-41B8-B54B-D0D033C74314}" dt="2025-03-25T06:53:40.709" v="4928" actId="2890"/>
        <pc:sldMkLst>
          <pc:docMk/>
          <pc:sldMk cId="2050738629" sldId="334"/>
        </pc:sldMkLst>
      </pc:sldChg>
      <pc:sldChg chg="add">
        <pc:chgData name="Abdus Salam" userId="0e2b1981-3d04-4857-a4cb-b2b53ead0854" providerId="ADAL" clId="{FEB12DFE-80F1-41B8-B54B-D0D033C74314}" dt="2025-03-25T07:00:39.908" v="5095" actId="2890"/>
        <pc:sldMkLst>
          <pc:docMk/>
          <pc:sldMk cId="709137145" sldId="335"/>
        </pc:sldMkLst>
      </pc:sldChg>
      <pc:sldChg chg="add">
        <pc:chgData name="Abdus Salam" userId="0e2b1981-3d04-4857-a4cb-b2b53ead0854" providerId="ADAL" clId="{FEB12DFE-80F1-41B8-B54B-D0D033C74314}" dt="2025-03-25T07:02:18.353" v="5097" actId="2890"/>
        <pc:sldMkLst>
          <pc:docMk/>
          <pc:sldMk cId="3629318857" sldId="336"/>
        </pc:sldMkLst>
      </pc:sldChg>
      <pc:sldChg chg="modSp add mod">
        <pc:chgData name="Abdus Salam" userId="0e2b1981-3d04-4857-a4cb-b2b53ead0854" providerId="ADAL" clId="{FEB12DFE-80F1-41B8-B54B-D0D033C74314}" dt="2025-03-25T07:03:16.951" v="5104" actId="6549"/>
        <pc:sldMkLst>
          <pc:docMk/>
          <pc:sldMk cId="419271631" sldId="337"/>
        </pc:sldMkLst>
        <pc:spChg chg="mod">
          <ac:chgData name="Abdus Salam" userId="0e2b1981-3d04-4857-a4cb-b2b53ead0854" providerId="ADAL" clId="{FEB12DFE-80F1-41B8-B54B-D0D033C74314}" dt="2025-03-25T07:03:16.951" v="5104" actId="6549"/>
          <ac:spMkLst>
            <pc:docMk/>
            <pc:sldMk cId="419271631" sldId="337"/>
            <ac:spMk id="3" creationId="{B1F6A2BB-F8AB-90D1-E5DA-40E676AB0E14}"/>
          </ac:spMkLst>
        </pc:spChg>
      </pc:sldChg>
      <pc:sldChg chg="add">
        <pc:chgData name="Abdus Salam" userId="0e2b1981-3d04-4857-a4cb-b2b53ead0854" providerId="ADAL" clId="{FEB12DFE-80F1-41B8-B54B-D0D033C74314}" dt="2025-03-25T07:02:52.119" v="5101" actId="2890"/>
        <pc:sldMkLst>
          <pc:docMk/>
          <pc:sldMk cId="414395621" sldId="338"/>
        </pc:sldMkLst>
      </pc:sldChg>
      <pc:sldChg chg="add">
        <pc:chgData name="Abdus Salam" userId="0e2b1981-3d04-4857-a4cb-b2b53ead0854" providerId="ADAL" clId="{FEB12DFE-80F1-41B8-B54B-D0D033C74314}" dt="2025-03-25T07:02:58.250" v="5102" actId="2890"/>
        <pc:sldMkLst>
          <pc:docMk/>
          <pc:sldMk cId="1751767607" sldId="339"/>
        </pc:sldMkLst>
      </pc:sldChg>
      <pc:sldChg chg="modSp add mod">
        <pc:chgData name="Abdus Salam" userId="0e2b1981-3d04-4857-a4cb-b2b53ead0854" providerId="ADAL" clId="{FEB12DFE-80F1-41B8-B54B-D0D033C74314}" dt="2025-03-25T07:04:10.803" v="5120" actId="404"/>
        <pc:sldMkLst>
          <pc:docMk/>
          <pc:sldMk cId="1950038002" sldId="340"/>
        </pc:sldMkLst>
        <pc:spChg chg="mod">
          <ac:chgData name="Abdus Salam" userId="0e2b1981-3d04-4857-a4cb-b2b53ead0854" providerId="ADAL" clId="{FEB12DFE-80F1-41B8-B54B-D0D033C74314}" dt="2025-03-25T07:04:10.803" v="5120" actId="404"/>
          <ac:spMkLst>
            <pc:docMk/>
            <pc:sldMk cId="1950038002" sldId="340"/>
            <ac:spMk id="3" creationId="{218E5E05-22CC-3C23-C29F-EFD3ACAA7DDE}"/>
          </ac:spMkLst>
        </pc:spChg>
      </pc:sldChg>
      <pc:sldChg chg="add del">
        <pc:chgData name="Abdus Salam" userId="0e2b1981-3d04-4857-a4cb-b2b53ead0854" providerId="ADAL" clId="{FEB12DFE-80F1-41B8-B54B-D0D033C74314}" dt="2025-03-25T07:05:35.530" v="5124" actId="47"/>
        <pc:sldMkLst>
          <pc:docMk/>
          <pc:sldMk cId="2136321567" sldId="341"/>
        </pc:sldMkLst>
      </pc:sldChg>
      <pc:sldChg chg="add">
        <pc:chgData name="Abdus Salam" userId="0e2b1981-3d04-4857-a4cb-b2b53ead0854" providerId="ADAL" clId="{FEB12DFE-80F1-41B8-B54B-D0D033C74314}" dt="2025-03-25T07:04:51.906" v="5122" actId="2890"/>
        <pc:sldMkLst>
          <pc:docMk/>
          <pc:sldMk cId="446311590" sldId="342"/>
        </pc:sldMkLst>
      </pc:sldChg>
      <pc:sldChg chg="addSp delSp modSp mod">
        <pc:chgData name="Abdus Salam" userId="0e2b1981-3d04-4857-a4cb-b2b53ead0854" providerId="ADAL" clId="{FEB12DFE-80F1-41B8-B54B-D0D033C74314}" dt="2025-04-09T17:55:04.124" v="5129" actId="1076"/>
        <pc:sldMkLst>
          <pc:docMk/>
          <pc:sldMk cId="2732706830" sldId="349"/>
        </pc:sldMkLst>
        <pc:spChg chg="del">
          <ac:chgData name="Abdus Salam" userId="0e2b1981-3d04-4857-a4cb-b2b53ead0854" providerId="ADAL" clId="{FEB12DFE-80F1-41B8-B54B-D0D033C74314}" dt="2025-04-09T17:54:57.425" v="5126" actId="478"/>
          <ac:spMkLst>
            <pc:docMk/>
            <pc:sldMk cId="2732706830" sldId="349"/>
            <ac:spMk id="7" creationId="{B46D1683-70F2-8C44-1A94-4380F17F29D5}"/>
          </ac:spMkLst>
        </pc:spChg>
        <pc:spChg chg="del">
          <ac:chgData name="Abdus Salam" userId="0e2b1981-3d04-4857-a4cb-b2b53ead0854" providerId="ADAL" clId="{FEB12DFE-80F1-41B8-B54B-D0D033C74314}" dt="2025-04-09T17:54:58.606" v="5127" actId="478"/>
          <ac:spMkLst>
            <pc:docMk/>
            <pc:sldMk cId="2732706830" sldId="349"/>
            <ac:spMk id="8" creationId="{2B66CB09-A671-8E39-7D4E-670B0B1C76BF}"/>
          </ac:spMkLst>
        </pc:spChg>
        <pc:picChg chg="del">
          <ac:chgData name="Abdus Salam" userId="0e2b1981-3d04-4857-a4cb-b2b53ead0854" providerId="ADAL" clId="{FEB12DFE-80F1-41B8-B54B-D0D033C74314}" dt="2025-04-09T17:54:55.652" v="5125" actId="478"/>
          <ac:picMkLst>
            <pc:docMk/>
            <pc:sldMk cId="2732706830" sldId="349"/>
            <ac:picMk id="6" creationId="{66DEA5C0-5699-3A6C-6612-606A6C598C1F}"/>
          </ac:picMkLst>
        </pc:picChg>
        <pc:picChg chg="add mod">
          <ac:chgData name="Abdus Salam" userId="0e2b1981-3d04-4857-a4cb-b2b53ead0854" providerId="ADAL" clId="{FEB12DFE-80F1-41B8-B54B-D0D033C74314}" dt="2025-04-09T17:55:04.124" v="5129" actId="1076"/>
          <ac:picMkLst>
            <pc:docMk/>
            <pc:sldMk cId="2732706830" sldId="349"/>
            <ac:picMk id="9" creationId="{8C71D356-62A5-F48E-7472-A4FC7173B625}"/>
          </ac:picMkLst>
        </pc:picChg>
      </pc:sldChg>
      <pc:sldChg chg="modSp mod">
        <pc:chgData name="Abdus Salam" userId="0e2b1981-3d04-4857-a4cb-b2b53ead0854" providerId="ADAL" clId="{FEB12DFE-80F1-41B8-B54B-D0D033C74314}" dt="2025-04-09T17:55:45.269" v="5190" actId="1076"/>
        <pc:sldMkLst>
          <pc:docMk/>
          <pc:sldMk cId="3537659348" sldId="353"/>
        </pc:sldMkLst>
        <pc:spChg chg="mod">
          <ac:chgData name="Abdus Salam" userId="0e2b1981-3d04-4857-a4cb-b2b53ead0854" providerId="ADAL" clId="{FEB12DFE-80F1-41B8-B54B-D0D033C74314}" dt="2025-04-09T17:55:40.791" v="5189" actId="1035"/>
          <ac:spMkLst>
            <pc:docMk/>
            <pc:sldMk cId="3537659348" sldId="353"/>
            <ac:spMk id="3" creationId="{A612BE65-E1D6-D5F8-CA43-609D927F3FAD}"/>
          </ac:spMkLst>
        </pc:spChg>
        <pc:picChg chg="mod">
          <ac:chgData name="Abdus Salam" userId="0e2b1981-3d04-4857-a4cb-b2b53ead0854" providerId="ADAL" clId="{FEB12DFE-80F1-41B8-B54B-D0D033C74314}" dt="2025-04-09T17:55:45.269" v="5190" actId="1076"/>
          <ac:picMkLst>
            <pc:docMk/>
            <pc:sldMk cId="3537659348" sldId="353"/>
            <ac:picMk id="5" creationId="{AA04F460-5B63-420A-28E9-550185BED33D}"/>
          </ac:picMkLst>
        </pc:picChg>
      </pc:sldChg>
    </pc:docChg>
  </pc:docChgLst>
  <pc:docChgLst>
    <pc:chgData name="Abdus Salam" userId="0e2b1981-3d04-4857-a4cb-b2b53ead0854" providerId="ADAL" clId="{339FBCE3-AED0-4E00-B19A-A216EACFB490}"/>
    <pc:docChg chg="undo redo custSel addSld delSld modSld">
      <pc:chgData name="Abdus Salam" userId="0e2b1981-3d04-4857-a4cb-b2b53ead0854" providerId="ADAL" clId="{339FBCE3-AED0-4E00-B19A-A216EACFB490}" dt="2025-04-06T09:21:26.514" v="398" actId="404"/>
      <pc:docMkLst>
        <pc:docMk/>
      </pc:docMkLst>
      <pc:sldChg chg="del">
        <pc:chgData name="Abdus Salam" userId="0e2b1981-3d04-4857-a4cb-b2b53ead0854" providerId="ADAL" clId="{339FBCE3-AED0-4E00-B19A-A216EACFB490}" dt="2025-04-06T04:56:58.195" v="0" actId="47"/>
        <pc:sldMkLst>
          <pc:docMk/>
          <pc:sldMk cId="2274395187" sldId="292"/>
        </pc:sldMkLst>
      </pc:sldChg>
      <pc:sldChg chg="modSp mod">
        <pc:chgData name="Abdus Salam" userId="0e2b1981-3d04-4857-a4cb-b2b53ead0854" providerId="ADAL" clId="{339FBCE3-AED0-4E00-B19A-A216EACFB490}" dt="2025-04-06T04:59:25.805" v="6" actId="113"/>
        <pc:sldMkLst>
          <pc:docMk/>
          <pc:sldMk cId="332362743" sldId="293"/>
        </pc:sldMkLst>
        <pc:spChg chg="mod">
          <ac:chgData name="Abdus Salam" userId="0e2b1981-3d04-4857-a4cb-b2b53ead0854" providerId="ADAL" clId="{339FBCE3-AED0-4E00-B19A-A216EACFB490}" dt="2025-04-06T04:59:25.805" v="6" actId="113"/>
          <ac:spMkLst>
            <pc:docMk/>
            <pc:sldMk cId="332362743" sldId="293"/>
            <ac:spMk id="3" creationId="{E8E38BCC-6106-BF57-7847-08CFD9177BEB}"/>
          </ac:spMkLst>
        </pc:spChg>
      </pc:sldChg>
      <pc:sldChg chg="del">
        <pc:chgData name="Abdus Salam" userId="0e2b1981-3d04-4857-a4cb-b2b53ead0854" providerId="ADAL" clId="{339FBCE3-AED0-4E00-B19A-A216EACFB490}" dt="2025-04-06T04:57:26.676" v="1" actId="47"/>
        <pc:sldMkLst>
          <pc:docMk/>
          <pc:sldMk cId="750527868" sldId="317"/>
        </pc:sldMkLst>
      </pc:sldChg>
      <pc:sldChg chg="addSp modSp new mod">
        <pc:chgData name="Abdus Salam" userId="0e2b1981-3d04-4857-a4cb-b2b53ead0854" providerId="ADAL" clId="{339FBCE3-AED0-4E00-B19A-A216EACFB490}" dt="2025-04-06T06:07:48.382" v="35"/>
        <pc:sldMkLst>
          <pc:docMk/>
          <pc:sldMk cId="302596525" sldId="343"/>
        </pc:sldMkLst>
        <pc:spChg chg="mod">
          <ac:chgData name="Abdus Salam" userId="0e2b1981-3d04-4857-a4cb-b2b53ead0854" providerId="ADAL" clId="{339FBCE3-AED0-4E00-B19A-A216EACFB490}" dt="2025-04-06T05:04:18.554" v="12"/>
          <ac:spMkLst>
            <pc:docMk/>
            <pc:sldMk cId="302596525" sldId="343"/>
            <ac:spMk id="2" creationId="{51D3679B-A81B-797A-E7D5-E246C72C6266}"/>
          </ac:spMkLst>
        </pc:spChg>
        <pc:spChg chg="mod">
          <ac:chgData name="Abdus Salam" userId="0e2b1981-3d04-4857-a4cb-b2b53ead0854" providerId="ADAL" clId="{339FBCE3-AED0-4E00-B19A-A216EACFB490}" dt="2025-04-06T06:07:08.928" v="33" actId="6549"/>
          <ac:spMkLst>
            <pc:docMk/>
            <pc:sldMk cId="302596525" sldId="343"/>
            <ac:spMk id="3" creationId="{896EE11C-441C-56EE-2441-D860A810686D}"/>
          </ac:spMkLst>
        </pc:spChg>
      </pc:sldChg>
      <pc:sldChg chg="addSp delSp modSp new mod">
        <pc:chgData name="Abdus Salam" userId="0e2b1981-3d04-4857-a4cb-b2b53ead0854" providerId="ADAL" clId="{339FBCE3-AED0-4E00-B19A-A216EACFB490}" dt="2025-04-06T06:09:17.965" v="43"/>
        <pc:sldMkLst>
          <pc:docMk/>
          <pc:sldMk cId="2258635882" sldId="344"/>
        </pc:sldMkLst>
        <pc:spChg chg="mod">
          <ac:chgData name="Abdus Salam" userId="0e2b1981-3d04-4857-a4cb-b2b53ead0854" providerId="ADAL" clId="{339FBCE3-AED0-4E00-B19A-A216EACFB490}" dt="2025-04-06T06:09:17.965" v="43"/>
          <ac:spMkLst>
            <pc:docMk/>
            <pc:sldMk cId="2258635882" sldId="344"/>
            <ac:spMk id="2" creationId="{3AD6B4CA-220E-35EC-1F47-C88F5E277D22}"/>
          </ac:spMkLst>
        </pc:spChg>
        <pc:picChg chg="add mod">
          <ac:chgData name="Abdus Salam" userId="0e2b1981-3d04-4857-a4cb-b2b53ead0854" providerId="ADAL" clId="{339FBCE3-AED0-4E00-B19A-A216EACFB490}" dt="2025-04-06T06:09:09.425" v="42" actId="1076"/>
          <ac:picMkLst>
            <pc:docMk/>
            <pc:sldMk cId="2258635882" sldId="344"/>
            <ac:picMk id="7" creationId="{FF2A2B2C-42DE-CFD6-984B-42193BE90746}"/>
          </ac:picMkLst>
        </pc:picChg>
      </pc:sldChg>
      <pc:sldChg chg="modSp new mod">
        <pc:chgData name="Abdus Salam" userId="0e2b1981-3d04-4857-a4cb-b2b53ead0854" providerId="ADAL" clId="{339FBCE3-AED0-4E00-B19A-A216EACFB490}" dt="2025-04-06T06:13:33.803" v="101" actId="21"/>
        <pc:sldMkLst>
          <pc:docMk/>
          <pc:sldMk cId="3832207114" sldId="345"/>
        </pc:sldMkLst>
        <pc:spChg chg="mod">
          <ac:chgData name="Abdus Salam" userId="0e2b1981-3d04-4857-a4cb-b2b53ead0854" providerId="ADAL" clId="{339FBCE3-AED0-4E00-B19A-A216EACFB490}" dt="2025-04-06T06:13:07.059" v="100"/>
          <ac:spMkLst>
            <pc:docMk/>
            <pc:sldMk cId="3832207114" sldId="345"/>
            <ac:spMk id="2" creationId="{BF7B1108-DFDB-5070-A2A3-C85572F5AE7B}"/>
          </ac:spMkLst>
        </pc:spChg>
        <pc:spChg chg="mod">
          <ac:chgData name="Abdus Salam" userId="0e2b1981-3d04-4857-a4cb-b2b53ead0854" providerId="ADAL" clId="{339FBCE3-AED0-4E00-B19A-A216EACFB490}" dt="2025-04-06T06:13:33.803" v="101" actId="21"/>
          <ac:spMkLst>
            <pc:docMk/>
            <pc:sldMk cId="3832207114" sldId="345"/>
            <ac:spMk id="3" creationId="{9A30EAF7-7C22-78CD-DB94-3AE8582EED54}"/>
          </ac:spMkLst>
        </pc:spChg>
      </pc:sldChg>
      <pc:sldChg chg="addSp modSp new mod">
        <pc:chgData name="Abdus Salam" userId="0e2b1981-3d04-4857-a4cb-b2b53ead0854" providerId="ADAL" clId="{339FBCE3-AED0-4E00-B19A-A216EACFB490}" dt="2025-04-06T06:15:22.767" v="110" actId="1076"/>
        <pc:sldMkLst>
          <pc:docMk/>
          <pc:sldMk cId="1627554867" sldId="346"/>
        </pc:sldMkLst>
        <pc:spChg chg="mod">
          <ac:chgData name="Abdus Salam" userId="0e2b1981-3d04-4857-a4cb-b2b53ead0854" providerId="ADAL" clId="{339FBCE3-AED0-4E00-B19A-A216EACFB490}" dt="2025-04-06T06:13:56.240" v="106"/>
          <ac:spMkLst>
            <pc:docMk/>
            <pc:sldMk cId="1627554867" sldId="346"/>
            <ac:spMk id="2" creationId="{4BD97AE1-97C3-94E0-3434-B49E327B6FCD}"/>
          </ac:spMkLst>
        </pc:spChg>
        <pc:spChg chg="mod">
          <ac:chgData name="Abdus Salam" userId="0e2b1981-3d04-4857-a4cb-b2b53ead0854" providerId="ADAL" clId="{339FBCE3-AED0-4E00-B19A-A216EACFB490}" dt="2025-04-06T06:13:47.407" v="105" actId="114"/>
          <ac:spMkLst>
            <pc:docMk/>
            <pc:sldMk cId="1627554867" sldId="346"/>
            <ac:spMk id="3" creationId="{1BA8A832-83DA-9973-C1D2-C1C485424DD0}"/>
          </ac:spMkLst>
        </pc:spChg>
        <pc:picChg chg="add mod">
          <ac:chgData name="Abdus Salam" userId="0e2b1981-3d04-4857-a4cb-b2b53ead0854" providerId="ADAL" clId="{339FBCE3-AED0-4E00-B19A-A216EACFB490}" dt="2025-04-06T06:15:22.767" v="110" actId="1076"/>
          <ac:picMkLst>
            <pc:docMk/>
            <pc:sldMk cId="1627554867" sldId="346"/>
            <ac:picMk id="6" creationId="{FA939FBB-2D8D-5C40-05A4-49ECE1AE5DC6}"/>
          </ac:picMkLst>
        </pc:picChg>
      </pc:sldChg>
      <pc:sldChg chg="addSp modSp new mod">
        <pc:chgData name="Abdus Salam" userId="0e2b1981-3d04-4857-a4cb-b2b53ead0854" providerId="ADAL" clId="{339FBCE3-AED0-4E00-B19A-A216EACFB490}" dt="2025-04-06T06:20:03.549" v="179"/>
        <pc:sldMkLst>
          <pc:docMk/>
          <pc:sldMk cId="3712291020" sldId="347"/>
        </pc:sldMkLst>
        <pc:spChg chg="mod">
          <ac:chgData name="Abdus Salam" userId="0e2b1981-3d04-4857-a4cb-b2b53ead0854" providerId="ADAL" clId="{339FBCE3-AED0-4E00-B19A-A216EACFB490}" dt="2025-04-06T06:20:03.549" v="179"/>
          <ac:spMkLst>
            <pc:docMk/>
            <pc:sldMk cId="3712291020" sldId="347"/>
            <ac:spMk id="2" creationId="{9CC68498-2F71-682E-BD4B-83D5E3AA17FB}"/>
          </ac:spMkLst>
        </pc:spChg>
        <pc:spChg chg="mod">
          <ac:chgData name="Abdus Salam" userId="0e2b1981-3d04-4857-a4cb-b2b53ead0854" providerId="ADAL" clId="{339FBCE3-AED0-4E00-B19A-A216EACFB490}" dt="2025-04-06T06:18:58.959" v="173" actId="20577"/>
          <ac:spMkLst>
            <pc:docMk/>
            <pc:sldMk cId="3712291020" sldId="347"/>
            <ac:spMk id="3" creationId="{2A5EF3E4-762E-BB72-75B7-114BBCCF0474}"/>
          </ac:spMkLst>
        </pc:spChg>
        <pc:picChg chg="add mod">
          <ac:chgData name="Abdus Salam" userId="0e2b1981-3d04-4857-a4cb-b2b53ead0854" providerId="ADAL" clId="{339FBCE3-AED0-4E00-B19A-A216EACFB490}" dt="2025-04-06T06:19:52.368" v="178" actId="1036"/>
          <ac:picMkLst>
            <pc:docMk/>
            <pc:sldMk cId="3712291020" sldId="347"/>
            <ac:picMk id="6" creationId="{AE4F358D-349A-6F78-F445-1660942F161E}"/>
          </ac:picMkLst>
        </pc:picChg>
      </pc:sldChg>
      <pc:sldChg chg="modSp new mod">
        <pc:chgData name="Abdus Salam" userId="0e2b1981-3d04-4857-a4cb-b2b53ead0854" providerId="ADAL" clId="{339FBCE3-AED0-4E00-B19A-A216EACFB490}" dt="2025-04-06T09:21:26.514" v="398" actId="404"/>
        <pc:sldMkLst>
          <pc:docMk/>
          <pc:sldMk cId="1109120496" sldId="348"/>
        </pc:sldMkLst>
        <pc:spChg chg="mod">
          <ac:chgData name="Abdus Salam" userId="0e2b1981-3d04-4857-a4cb-b2b53ead0854" providerId="ADAL" clId="{339FBCE3-AED0-4E00-B19A-A216EACFB490}" dt="2025-04-06T09:21:26.514" v="398" actId="404"/>
          <ac:spMkLst>
            <pc:docMk/>
            <pc:sldMk cId="1109120496" sldId="348"/>
            <ac:spMk id="2" creationId="{378A4393-35CA-154A-E702-1D666C11AD0A}"/>
          </ac:spMkLst>
        </pc:spChg>
        <pc:spChg chg="mod">
          <ac:chgData name="Abdus Salam" userId="0e2b1981-3d04-4857-a4cb-b2b53ead0854" providerId="ADAL" clId="{339FBCE3-AED0-4E00-B19A-A216EACFB490}" dt="2025-04-06T06:37:28.762" v="213" actId="123"/>
          <ac:spMkLst>
            <pc:docMk/>
            <pc:sldMk cId="1109120496" sldId="348"/>
            <ac:spMk id="3" creationId="{AA3A0556-72F2-4574-61E8-FFE34291D4EE}"/>
          </ac:spMkLst>
        </pc:spChg>
      </pc:sldChg>
      <pc:sldChg chg="addSp modSp new mod">
        <pc:chgData name="Abdus Salam" userId="0e2b1981-3d04-4857-a4cb-b2b53ead0854" providerId="ADAL" clId="{339FBCE3-AED0-4E00-B19A-A216EACFB490}" dt="2025-04-06T06:41:23.119" v="258" actId="20577"/>
        <pc:sldMkLst>
          <pc:docMk/>
          <pc:sldMk cId="2732706830" sldId="349"/>
        </pc:sldMkLst>
        <pc:spChg chg="mod">
          <ac:chgData name="Abdus Salam" userId="0e2b1981-3d04-4857-a4cb-b2b53ead0854" providerId="ADAL" clId="{339FBCE3-AED0-4E00-B19A-A216EACFB490}" dt="2025-04-06T06:41:23.119" v="258" actId="20577"/>
          <ac:spMkLst>
            <pc:docMk/>
            <pc:sldMk cId="2732706830" sldId="349"/>
            <ac:spMk id="2" creationId="{2C749FB6-8B5F-85D3-6115-B5397D66422F}"/>
          </ac:spMkLst>
        </pc:spChg>
        <pc:spChg chg="mod">
          <ac:chgData name="Abdus Salam" userId="0e2b1981-3d04-4857-a4cb-b2b53ead0854" providerId="ADAL" clId="{339FBCE3-AED0-4E00-B19A-A216EACFB490}" dt="2025-04-06T06:39:50.260" v="239" actId="20577"/>
          <ac:spMkLst>
            <pc:docMk/>
            <pc:sldMk cId="2732706830" sldId="349"/>
            <ac:spMk id="3" creationId="{D8D048A9-FBC9-1686-2F5B-CF09C5E8354F}"/>
          </ac:spMkLst>
        </pc:spChg>
      </pc:sldChg>
      <pc:sldChg chg="addSp modSp new mod">
        <pc:chgData name="Abdus Salam" userId="0e2b1981-3d04-4857-a4cb-b2b53ead0854" providerId="ADAL" clId="{339FBCE3-AED0-4E00-B19A-A216EACFB490}" dt="2025-04-06T08:38:31.982" v="343" actId="20577"/>
        <pc:sldMkLst>
          <pc:docMk/>
          <pc:sldMk cId="1514450175" sldId="350"/>
        </pc:sldMkLst>
        <pc:spChg chg="mod">
          <ac:chgData name="Abdus Salam" userId="0e2b1981-3d04-4857-a4cb-b2b53ead0854" providerId="ADAL" clId="{339FBCE3-AED0-4E00-B19A-A216EACFB490}" dt="2025-04-06T08:38:31.982" v="343" actId="20577"/>
          <ac:spMkLst>
            <pc:docMk/>
            <pc:sldMk cId="1514450175" sldId="350"/>
            <ac:spMk id="2" creationId="{E20E7DBC-D732-F153-6964-DDF08B10BFD0}"/>
          </ac:spMkLst>
        </pc:spChg>
        <pc:spChg chg="add mod">
          <ac:chgData name="Abdus Salam" userId="0e2b1981-3d04-4857-a4cb-b2b53ead0854" providerId="ADAL" clId="{339FBCE3-AED0-4E00-B19A-A216EACFB490}" dt="2025-04-06T08:29:35.399" v="261" actId="1076"/>
          <ac:spMkLst>
            <pc:docMk/>
            <pc:sldMk cId="1514450175" sldId="350"/>
            <ac:spMk id="6" creationId="{244A6ED7-19D4-1B87-C05C-7D19F0161805}"/>
          </ac:spMkLst>
        </pc:spChg>
        <pc:spChg chg="add mod">
          <ac:chgData name="Abdus Salam" userId="0e2b1981-3d04-4857-a4cb-b2b53ead0854" providerId="ADAL" clId="{339FBCE3-AED0-4E00-B19A-A216EACFB490}" dt="2025-04-06T08:29:35.399" v="261" actId="1076"/>
          <ac:spMkLst>
            <pc:docMk/>
            <pc:sldMk cId="1514450175" sldId="350"/>
            <ac:spMk id="7" creationId="{5A8B05F6-A288-14DF-C2C9-B159077829EE}"/>
          </ac:spMkLst>
        </pc:spChg>
        <pc:picChg chg="add mod">
          <ac:chgData name="Abdus Salam" userId="0e2b1981-3d04-4857-a4cb-b2b53ead0854" providerId="ADAL" clId="{339FBCE3-AED0-4E00-B19A-A216EACFB490}" dt="2025-04-06T08:29:35.399" v="261" actId="1076"/>
          <ac:picMkLst>
            <pc:docMk/>
            <pc:sldMk cId="1514450175" sldId="350"/>
            <ac:picMk id="5" creationId="{83954D13-B49B-E238-9BB5-8CC7998CEB1A}"/>
          </ac:picMkLst>
        </pc:picChg>
      </pc:sldChg>
      <pc:sldChg chg="addSp delSp modSp new mod modAnim">
        <pc:chgData name="Abdus Salam" userId="0e2b1981-3d04-4857-a4cb-b2b53ead0854" providerId="ADAL" clId="{339FBCE3-AED0-4E00-B19A-A216EACFB490}" dt="2025-04-06T08:38:16.231" v="335"/>
        <pc:sldMkLst>
          <pc:docMk/>
          <pc:sldMk cId="1192162443" sldId="351"/>
        </pc:sldMkLst>
        <pc:spChg chg="mod">
          <ac:chgData name="Abdus Salam" userId="0e2b1981-3d04-4857-a4cb-b2b53ead0854" providerId="ADAL" clId="{339FBCE3-AED0-4E00-B19A-A216EACFB490}" dt="2025-04-06T08:38:16.231" v="335"/>
          <ac:spMkLst>
            <pc:docMk/>
            <pc:sldMk cId="1192162443" sldId="351"/>
            <ac:spMk id="2" creationId="{7FC0992B-88FC-4EB2-5ED8-2444923259C2}"/>
          </ac:spMkLst>
        </pc:spChg>
        <pc:spChg chg="mod">
          <ac:chgData name="Abdus Salam" userId="0e2b1981-3d04-4857-a4cb-b2b53ead0854" providerId="ADAL" clId="{339FBCE3-AED0-4E00-B19A-A216EACFB490}" dt="2025-04-06T08:30:32.619" v="268" actId="255"/>
          <ac:spMkLst>
            <pc:docMk/>
            <pc:sldMk cId="1192162443" sldId="351"/>
            <ac:spMk id="3" creationId="{2F14094A-7331-B10F-617B-45063CEE7946}"/>
          </ac:spMkLst>
        </pc:spChg>
      </pc:sldChg>
      <pc:sldChg chg="modSp new mod">
        <pc:chgData name="Abdus Salam" userId="0e2b1981-3d04-4857-a4cb-b2b53ead0854" providerId="ADAL" clId="{339FBCE3-AED0-4E00-B19A-A216EACFB490}" dt="2025-04-06T08:38:13.470" v="334"/>
        <pc:sldMkLst>
          <pc:docMk/>
          <pc:sldMk cId="2969978971" sldId="352"/>
        </pc:sldMkLst>
        <pc:spChg chg="mod">
          <ac:chgData name="Abdus Salam" userId="0e2b1981-3d04-4857-a4cb-b2b53ead0854" providerId="ADAL" clId="{339FBCE3-AED0-4E00-B19A-A216EACFB490}" dt="2025-04-06T08:38:13.470" v="334"/>
          <ac:spMkLst>
            <pc:docMk/>
            <pc:sldMk cId="2969978971" sldId="352"/>
            <ac:spMk id="2" creationId="{2159AC2B-DDDE-109E-3A8C-1BCF2905EC09}"/>
          </ac:spMkLst>
        </pc:spChg>
        <pc:spChg chg="mod">
          <ac:chgData name="Abdus Salam" userId="0e2b1981-3d04-4857-a4cb-b2b53ead0854" providerId="ADAL" clId="{339FBCE3-AED0-4E00-B19A-A216EACFB490}" dt="2025-04-06T08:32:42.886" v="272" actId="255"/>
          <ac:spMkLst>
            <pc:docMk/>
            <pc:sldMk cId="2969978971" sldId="352"/>
            <ac:spMk id="3" creationId="{685EDE9B-8237-370B-969D-9DD386B35F57}"/>
          </ac:spMkLst>
        </pc:spChg>
      </pc:sldChg>
      <pc:sldChg chg="addSp modSp new mod">
        <pc:chgData name="Abdus Salam" userId="0e2b1981-3d04-4857-a4cb-b2b53ead0854" providerId="ADAL" clId="{339FBCE3-AED0-4E00-B19A-A216EACFB490}" dt="2025-04-06T08:49:00.208" v="386" actId="1036"/>
        <pc:sldMkLst>
          <pc:docMk/>
          <pc:sldMk cId="3537659348" sldId="353"/>
        </pc:sldMkLst>
        <pc:spChg chg="mod">
          <ac:chgData name="Abdus Salam" userId="0e2b1981-3d04-4857-a4cb-b2b53ead0854" providerId="ADAL" clId="{339FBCE3-AED0-4E00-B19A-A216EACFB490}" dt="2025-04-06T08:38:11.119" v="333"/>
          <ac:spMkLst>
            <pc:docMk/>
            <pc:sldMk cId="3537659348" sldId="353"/>
            <ac:spMk id="2" creationId="{AB3D0F65-109F-ED81-B892-CC2D7D877A2F}"/>
          </ac:spMkLst>
        </pc:spChg>
        <pc:spChg chg="mod">
          <ac:chgData name="Abdus Salam" userId="0e2b1981-3d04-4857-a4cb-b2b53ead0854" providerId="ADAL" clId="{339FBCE3-AED0-4E00-B19A-A216EACFB490}" dt="2025-04-06T08:48:46.703" v="366" actId="20577"/>
          <ac:spMkLst>
            <pc:docMk/>
            <pc:sldMk cId="3537659348" sldId="353"/>
            <ac:spMk id="3" creationId="{A612BE65-E1D6-D5F8-CA43-609D927F3FAD}"/>
          </ac:spMkLst>
        </pc:spChg>
        <pc:picChg chg="add mod">
          <ac:chgData name="Abdus Salam" userId="0e2b1981-3d04-4857-a4cb-b2b53ead0854" providerId="ADAL" clId="{339FBCE3-AED0-4E00-B19A-A216EACFB490}" dt="2025-04-06T08:49:00.208" v="386" actId="1036"/>
          <ac:picMkLst>
            <pc:docMk/>
            <pc:sldMk cId="3537659348" sldId="353"/>
            <ac:picMk id="5" creationId="{AA04F460-5B63-420A-28E9-550185BED33D}"/>
          </ac:picMkLst>
        </pc:picChg>
      </pc:sldChg>
      <pc:sldChg chg="addSp delSp modSp new mod">
        <pc:chgData name="Abdus Salam" userId="0e2b1981-3d04-4857-a4cb-b2b53ead0854" providerId="ADAL" clId="{339FBCE3-AED0-4E00-B19A-A216EACFB490}" dt="2025-04-06T08:38:07.544" v="332" actId="20577"/>
        <pc:sldMkLst>
          <pc:docMk/>
          <pc:sldMk cId="2910544789" sldId="354"/>
        </pc:sldMkLst>
        <pc:spChg chg="mod">
          <ac:chgData name="Abdus Salam" userId="0e2b1981-3d04-4857-a4cb-b2b53ead0854" providerId="ADAL" clId="{339FBCE3-AED0-4E00-B19A-A216EACFB490}" dt="2025-04-06T08:38:07.544" v="332" actId="20577"/>
          <ac:spMkLst>
            <pc:docMk/>
            <pc:sldMk cId="2910544789" sldId="354"/>
            <ac:spMk id="2" creationId="{27AE4705-377A-0622-0F3F-9B51DAF408D8}"/>
          </ac:spMkLst>
        </pc:spChg>
        <pc:spChg chg="mod">
          <ac:chgData name="Abdus Salam" userId="0e2b1981-3d04-4857-a4cb-b2b53ead0854" providerId="ADAL" clId="{339FBCE3-AED0-4E00-B19A-A216EACFB490}" dt="2025-04-06T08:36:57.298" v="287" actId="255"/>
          <ac:spMkLst>
            <pc:docMk/>
            <pc:sldMk cId="2910544789" sldId="354"/>
            <ac:spMk id="3" creationId="{E1B9BB2B-FFEC-9190-F454-21C6269C806B}"/>
          </ac:spMkLst>
        </pc:spChg>
        <pc:picChg chg="add mod">
          <ac:chgData name="Abdus Salam" userId="0e2b1981-3d04-4857-a4cb-b2b53ead0854" providerId="ADAL" clId="{339FBCE3-AED0-4E00-B19A-A216EACFB490}" dt="2025-04-06T08:37:08.824" v="289" actId="1076"/>
          <ac:picMkLst>
            <pc:docMk/>
            <pc:sldMk cId="2910544789" sldId="354"/>
            <ac:picMk id="7" creationId="{5B419135-2549-391F-FEF2-C0146ACF6EF3}"/>
          </ac:picMkLst>
        </pc:picChg>
        <pc:picChg chg="add mod">
          <ac:chgData name="Abdus Salam" userId="0e2b1981-3d04-4857-a4cb-b2b53ead0854" providerId="ADAL" clId="{339FBCE3-AED0-4E00-B19A-A216EACFB490}" dt="2025-04-06T08:37:08.824" v="289" actId="1076"/>
          <ac:picMkLst>
            <pc:docMk/>
            <pc:sldMk cId="2910544789" sldId="354"/>
            <ac:picMk id="8" creationId="{7AB37576-0CE5-EA00-2233-2FB5AC0A193C}"/>
          </ac:picMkLst>
        </pc:picChg>
      </pc:sldChg>
      <pc:sldChg chg="addSp modSp new mod">
        <pc:chgData name="Abdus Salam" userId="0e2b1981-3d04-4857-a4cb-b2b53ead0854" providerId="ADAL" clId="{339FBCE3-AED0-4E00-B19A-A216EACFB490}" dt="2025-04-06T08:37:58.932" v="314" actId="20577"/>
        <pc:sldMkLst>
          <pc:docMk/>
          <pc:sldMk cId="1615602117" sldId="355"/>
        </pc:sldMkLst>
        <pc:spChg chg="mod">
          <ac:chgData name="Abdus Salam" userId="0e2b1981-3d04-4857-a4cb-b2b53ead0854" providerId="ADAL" clId="{339FBCE3-AED0-4E00-B19A-A216EACFB490}" dt="2025-04-06T08:37:58.932" v="314" actId="20577"/>
          <ac:spMkLst>
            <pc:docMk/>
            <pc:sldMk cId="1615602117" sldId="355"/>
            <ac:spMk id="2" creationId="{D80546B7-2B8B-E3EE-FC6B-CC6FDF4800D7}"/>
          </ac:spMkLst>
        </pc:spChg>
        <pc:spChg chg="mod">
          <ac:chgData name="Abdus Salam" userId="0e2b1981-3d04-4857-a4cb-b2b53ead0854" providerId="ADAL" clId="{339FBCE3-AED0-4E00-B19A-A216EACFB490}" dt="2025-04-06T08:37:29.053" v="295"/>
          <ac:spMkLst>
            <pc:docMk/>
            <pc:sldMk cId="1615602117" sldId="355"/>
            <ac:spMk id="3" creationId="{238348FC-4E59-F4B9-FF56-6939D2AC6516}"/>
          </ac:spMkLst>
        </pc:spChg>
        <pc:picChg chg="add mod">
          <ac:chgData name="Abdus Salam" userId="0e2b1981-3d04-4857-a4cb-b2b53ead0854" providerId="ADAL" clId="{339FBCE3-AED0-4E00-B19A-A216EACFB490}" dt="2025-04-06T08:37:39.066" v="297" actId="1076"/>
          <ac:picMkLst>
            <pc:docMk/>
            <pc:sldMk cId="1615602117" sldId="355"/>
            <ac:picMk id="5" creationId="{7C664C3F-043C-852D-DCE9-791D6F51C7FC}"/>
          </ac:picMkLst>
        </pc:picChg>
      </pc:sldChg>
    </pc:docChg>
  </pc:docChgLst>
  <pc:docChgLst>
    <pc:chgData name="Abdus Salam" userId="0e2b1981-3d04-4857-a4cb-b2b53ead0854" providerId="ADAL" clId="{313F31DE-719E-4E30-8CC6-90A00F039889}"/>
    <pc:docChg chg="undo redo custSel addSld modSld">
      <pc:chgData name="Abdus Salam" userId="0e2b1981-3d04-4857-a4cb-b2b53ead0854" providerId="ADAL" clId="{313F31DE-719E-4E30-8CC6-90A00F039889}" dt="2025-03-09T17:32:36.398" v="1245" actId="120"/>
      <pc:docMkLst>
        <pc:docMk/>
      </pc:docMkLst>
      <pc:sldChg chg="modSp new mod">
        <pc:chgData name="Abdus Salam" userId="0e2b1981-3d04-4857-a4cb-b2b53ead0854" providerId="ADAL" clId="{313F31DE-719E-4E30-8CC6-90A00F039889}" dt="2025-03-09T17:30:55.449" v="1234" actId="20577"/>
        <pc:sldMkLst>
          <pc:docMk/>
          <pc:sldMk cId="1470503968" sldId="256"/>
        </pc:sldMkLst>
        <pc:spChg chg="mod">
          <ac:chgData name="Abdus Salam" userId="0e2b1981-3d04-4857-a4cb-b2b53ead0854" providerId="ADAL" clId="{313F31DE-719E-4E30-8CC6-90A00F039889}" dt="2025-03-09T17:30:55.449" v="1234" actId="20577"/>
          <ac:spMkLst>
            <pc:docMk/>
            <pc:sldMk cId="1470503968" sldId="256"/>
            <ac:spMk id="2" creationId="{64429CC2-3BB3-4DC9-24A3-84A608D544C1}"/>
          </ac:spMkLst>
        </pc:spChg>
        <pc:spChg chg="mod">
          <ac:chgData name="Abdus Salam" userId="0e2b1981-3d04-4857-a4cb-b2b53ead0854" providerId="ADAL" clId="{313F31DE-719E-4E30-8CC6-90A00F039889}" dt="2025-03-08T08:30:36.592" v="75" actId="20577"/>
          <ac:spMkLst>
            <pc:docMk/>
            <pc:sldMk cId="1470503968" sldId="256"/>
            <ac:spMk id="3" creationId="{40B938EC-878C-7438-22ED-7A7E2C3EC52E}"/>
          </ac:spMkLst>
        </pc:spChg>
      </pc:sldChg>
      <pc:sldChg chg="addSp modSp new mod">
        <pc:chgData name="Abdus Salam" userId="0e2b1981-3d04-4857-a4cb-b2b53ead0854" providerId="ADAL" clId="{313F31DE-719E-4E30-8CC6-90A00F039889}" dt="2025-03-08T18:55:29.673" v="1208" actId="1076"/>
        <pc:sldMkLst>
          <pc:docMk/>
          <pc:sldMk cId="3842854502" sldId="257"/>
        </pc:sldMkLst>
      </pc:sldChg>
      <pc:sldChg chg="modSp new mod">
        <pc:chgData name="Abdus Salam" userId="0e2b1981-3d04-4857-a4cb-b2b53ead0854" providerId="ADAL" clId="{313F31DE-719E-4E30-8CC6-90A00F039889}" dt="2025-03-08T09:19:05.538" v="393" actId="20577"/>
        <pc:sldMkLst>
          <pc:docMk/>
          <pc:sldMk cId="882038523" sldId="258"/>
        </pc:sldMkLst>
      </pc:sldChg>
      <pc:sldChg chg="addSp modSp new mod">
        <pc:chgData name="Abdus Salam" userId="0e2b1981-3d04-4857-a4cb-b2b53ead0854" providerId="ADAL" clId="{313F31DE-719E-4E30-8CC6-90A00F039889}" dt="2025-03-08T09:27:59.152" v="493" actId="1036"/>
        <pc:sldMkLst>
          <pc:docMk/>
          <pc:sldMk cId="1614353595" sldId="259"/>
        </pc:sldMkLst>
      </pc:sldChg>
      <pc:sldChg chg="addSp modSp add mod">
        <pc:chgData name="Abdus Salam" userId="0e2b1981-3d04-4857-a4cb-b2b53ead0854" providerId="ADAL" clId="{313F31DE-719E-4E30-8CC6-90A00F039889}" dt="2025-03-08T10:53:32.258" v="522" actId="6549"/>
        <pc:sldMkLst>
          <pc:docMk/>
          <pc:sldMk cId="1561160940" sldId="260"/>
        </pc:sldMkLst>
      </pc:sldChg>
      <pc:sldChg chg="modSp add mod">
        <pc:chgData name="Abdus Salam" userId="0e2b1981-3d04-4857-a4cb-b2b53ead0854" providerId="ADAL" clId="{313F31DE-719E-4E30-8CC6-90A00F039889}" dt="2025-03-08T11:22:32.865" v="556" actId="1035"/>
        <pc:sldMkLst>
          <pc:docMk/>
          <pc:sldMk cId="2922706402" sldId="261"/>
        </pc:sldMkLst>
      </pc:sldChg>
      <pc:sldChg chg="addSp modSp add mod">
        <pc:chgData name="Abdus Salam" userId="0e2b1981-3d04-4857-a4cb-b2b53ead0854" providerId="ADAL" clId="{313F31DE-719E-4E30-8CC6-90A00F039889}" dt="2025-03-08T11:27:33.150" v="646" actId="20577"/>
        <pc:sldMkLst>
          <pc:docMk/>
          <pc:sldMk cId="409669593" sldId="262"/>
        </pc:sldMkLst>
      </pc:sldChg>
      <pc:sldChg chg="modSp add mod">
        <pc:chgData name="Abdus Salam" userId="0e2b1981-3d04-4857-a4cb-b2b53ead0854" providerId="ADAL" clId="{313F31DE-719E-4E30-8CC6-90A00F039889}" dt="2025-03-08T11:37:25.847" v="817" actId="1036"/>
        <pc:sldMkLst>
          <pc:docMk/>
          <pc:sldMk cId="2333659990" sldId="263"/>
        </pc:sldMkLst>
      </pc:sldChg>
      <pc:sldChg chg="modSp new mod">
        <pc:chgData name="Abdus Salam" userId="0e2b1981-3d04-4857-a4cb-b2b53ead0854" providerId="ADAL" clId="{313F31DE-719E-4E30-8CC6-90A00F039889}" dt="2025-03-08T11:41:04.398" v="834" actId="255"/>
        <pc:sldMkLst>
          <pc:docMk/>
          <pc:sldMk cId="3872817785" sldId="264"/>
        </pc:sldMkLst>
      </pc:sldChg>
      <pc:sldChg chg="modSp new mod">
        <pc:chgData name="Abdus Salam" userId="0e2b1981-3d04-4857-a4cb-b2b53ead0854" providerId="ADAL" clId="{313F31DE-719E-4E30-8CC6-90A00F039889}" dt="2025-03-08T15:26:01.372" v="1078" actId="20577"/>
        <pc:sldMkLst>
          <pc:docMk/>
          <pc:sldMk cId="2709428887" sldId="265"/>
        </pc:sldMkLst>
      </pc:sldChg>
      <pc:sldChg chg="addSp delSp modSp add mod">
        <pc:chgData name="Abdus Salam" userId="0e2b1981-3d04-4857-a4cb-b2b53ead0854" providerId="ADAL" clId="{313F31DE-719E-4E30-8CC6-90A00F039889}" dt="2025-03-08T15:28:15.550" v="1085" actId="113"/>
        <pc:sldMkLst>
          <pc:docMk/>
          <pc:sldMk cId="3524572329" sldId="266"/>
        </pc:sldMkLst>
      </pc:sldChg>
      <pc:sldChg chg="addSp delSp modSp mod addAnim delAnim">
        <pc:chgData name="Abdus Salam" userId="0e2b1981-3d04-4857-a4cb-b2b53ead0854" providerId="ADAL" clId="{313F31DE-719E-4E30-8CC6-90A00F039889}" dt="2025-03-08T15:33:32.562" v="1130" actId="1038"/>
        <pc:sldMkLst>
          <pc:docMk/>
          <pc:sldMk cId="2812918966" sldId="488"/>
        </pc:sldMkLst>
      </pc:sldChg>
      <pc:sldChg chg="modSp mod">
        <pc:chgData name="Abdus Salam" userId="0e2b1981-3d04-4857-a4cb-b2b53ead0854" providerId="ADAL" clId="{313F31DE-719E-4E30-8CC6-90A00F039889}" dt="2025-03-08T15:24:19.564" v="1012" actId="1035"/>
        <pc:sldMkLst>
          <pc:docMk/>
          <pc:sldMk cId="1297033771" sldId="489"/>
        </pc:sldMkLst>
      </pc:sldChg>
      <pc:sldChg chg="addSp delSp modSp mod">
        <pc:chgData name="Abdus Salam" userId="0e2b1981-3d04-4857-a4cb-b2b53ead0854" providerId="ADAL" clId="{313F31DE-719E-4E30-8CC6-90A00F039889}" dt="2025-03-08T15:24:40.122" v="1015" actId="478"/>
        <pc:sldMkLst>
          <pc:docMk/>
          <pc:sldMk cId="4277527587" sldId="490"/>
        </pc:sldMkLst>
      </pc:sldChg>
      <pc:sldChg chg="addSp delSp modSp mod">
        <pc:chgData name="Abdus Salam" userId="0e2b1981-3d04-4857-a4cb-b2b53ead0854" providerId="ADAL" clId="{313F31DE-719E-4E30-8CC6-90A00F039889}" dt="2025-03-08T15:24:50.139" v="1018"/>
        <pc:sldMkLst>
          <pc:docMk/>
          <pc:sldMk cId="1713822321" sldId="491"/>
        </pc:sldMkLst>
      </pc:sldChg>
      <pc:sldChg chg="addSp delSp modSp mod">
        <pc:chgData name="Abdus Salam" userId="0e2b1981-3d04-4857-a4cb-b2b53ead0854" providerId="ADAL" clId="{313F31DE-719E-4E30-8CC6-90A00F039889}" dt="2025-03-08T15:25:01.707" v="1021"/>
        <pc:sldMkLst>
          <pc:docMk/>
          <pc:sldMk cId="3929681540" sldId="492"/>
        </pc:sldMkLst>
      </pc:sldChg>
      <pc:sldChg chg="modSp mod">
        <pc:chgData name="Abdus Salam" userId="0e2b1981-3d04-4857-a4cb-b2b53ead0854" providerId="ADAL" clId="{313F31DE-719E-4E30-8CC6-90A00F039889}" dt="2025-03-08T15:25:19.904" v="1053" actId="255"/>
        <pc:sldMkLst>
          <pc:docMk/>
          <pc:sldMk cId="1688325298" sldId="494"/>
        </pc:sldMkLst>
      </pc:sldChg>
      <pc:sldChg chg="modSp mod">
        <pc:chgData name="Abdus Salam" userId="0e2b1981-3d04-4857-a4cb-b2b53ead0854" providerId="ADAL" clId="{313F31DE-719E-4E30-8CC6-90A00F039889}" dt="2025-03-08T15:27:16.728" v="1079" actId="6549"/>
        <pc:sldMkLst>
          <pc:docMk/>
          <pc:sldMk cId="1023924393" sldId="497"/>
        </pc:sldMkLst>
      </pc:sldChg>
      <pc:sldChg chg="addSp delSp modSp mod">
        <pc:chgData name="Abdus Salam" userId="0e2b1981-3d04-4857-a4cb-b2b53ead0854" providerId="ADAL" clId="{313F31DE-719E-4E30-8CC6-90A00F039889}" dt="2025-03-08T15:33:06.300" v="1107" actId="1076"/>
        <pc:sldMkLst>
          <pc:docMk/>
          <pc:sldMk cId="2276553293" sldId="507"/>
        </pc:sldMkLst>
      </pc:sldChg>
      <pc:sldChg chg="modSp new mod">
        <pc:chgData name="Abdus Salam" userId="0e2b1981-3d04-4857-a4cb-b2b53ead0854" providerId="ADAL" clId="{313F31DE-719E-4E30-8CC6-90A00F039889}" dt="2025-03-09T17:32:36.398" v="1245" actId="120"/>
        <pc:sldMkLst>
          <pc:docMk/>
          <pc:sldMk cId="962807779" sldId="509"/>
        </pc:sldMkLst>
      </pc:sldChg>
    </pc:docChg>
  </pc:docChgLst>
  <pc:docChgLst>
    <pc:chgData name="Abdus Salam" userId="0e2b1981-3d04-4857-a4cb-b2b53ead0854" providerId="ADAL" clId="{4564FEB9-E0C0-48D1-ABEE-E519F71E0914}"/>
    <pc:docChg chg="undo redo custSel addSld delSld modSld sldOrd">
      <pc:chgData name="Abdus Salam" userId="0e2b1981-3d04-4857-a4cb-b2b53ead0854" providerId="ADAL" clId="{4564FEB9-E0C0-48D1-ABEE-E519F71E0914}" dt="2025-03-17T16:38:13.589" v="2679" actId="113"/>
      <pc:docMkLst>
        <pc:docMk/>
      </pc:docMkLst>
      <pc:sldChg chg="modSp mod">
        <pc:chgData name="Abdus Salam" userId="0e2b1981-3d04-4857-a4cb-b2b53ead0854" providerId="ADAL" clId="{4564FEB9-E0C0-48D1-ABEE-E519F71E0914}" dt="2025-03-14T19:56:12.782" v="1940" actId="20577"/>
        <pc:sldMkLst>
          <pc:docMk/>
          <pc:sldMk cId="1470503968" sldId="256"/>
        </pc:sldMkLst>
        <pc:spChg chg="mod">
          <ac:chgData name="Abdus Salam" userId="0e2b1981-3d04-4857-a4cb-b2b53ead0854" providerId="ADAL" clId="{4564FEB9-E0C0-48D1-ABEE-E519F71E0914}" dt="2025-03-14T19:56:12.782" v="1940" actId="20577"/>
          <ac:spMkLst>
            <pc:docMk/>
            <pc:sldMk cId="1470503968" sldId="256"/>
            <ac:spMk id="2" creationId="{64429CC2-3BB3-4DC9-24A3-84A608D544C1}"/>
          </ac:spMkLst>
        </pc:spChg>
      </pc:sldChg>
      <pc:sldChg chg="modSp new mod">
        <pc:chgData name="Abdus Salam" userId="0e2b1981-3d04-4857-a4cb-b2b53ead0854" providerId="ADAL" clId="{4564FEB9-E0C0-48D1-ABEE-E519F71E0914}" dt="2025-03-14T10:27:39.981" v="264" actId="20577"/>
        <pc:sldMkLst>
          <pc:docMk/>
          <pc:sldMk cId="419887390" sldId="257"/>
        </pc:sldMkLst>
      </pc:sldChg>
      <pc:sldChg chg="del">
        <pc:chgData name="Abdus Salam" userId="0e2b1981-3d04-4857-a4cb-b2b53ead0854" providerId="ADAL" clId="{4564FEB9-E0C0-48D1-ABEE-E519F71E0914}" dt="2025-03-14T09:42:41.296" v="19" actId="47"/>
        <pc:sldMkLst>
          <pc:docMk/>
          <pc:sldMk cId="3842854502" sldId="257"/>
        </pc:sldMkLst>
      </pc:sldChg>
      <pc:sldChg chg="del">
        <pc:chgData name="Abdus Salam" userId="0e2b1981-3d04-4857-a4cb-b2b53ead0854" providerId="ADAL" clId="{4564FEB9-E0C0-48D1-ABEE-E519F71E0914}" dt="2025-03-14T09:42:41.296" v="19" actId="47"/>
        <pc:sldMkLst>
          <pc:docMk/>
          <pc:sldMk cId="882038523" sldId="258"/>
        </pc:sldMkLst>
      </pc:sldChg>
      <pc:sldChg chg="modSp new mod">
        <pc:chgData name="Abdus Salam" userId="0e2b1981-3d04-4857-a4cb-b2b53ead0854" providerId="ADAL" clId="{4564FEB9-E0C0-48D1-ABEE-E519F71E0914}" dt="2025-03-14T16:15:13.123" v="764" actId="6549"/>
        <pc:sldMkLst>
          <pc:docMk/>
          <pc:sldMk cId="1259194799" sldId="258"/>
        </pc:sldMkLst>
      </pc:sldChg>
      <pc:sldChg chg="modSp new mod">
        <pc:chgData name="Abdus Salam" userId="0e2b1981-3d04-4857-a4cb-b2b53ead0854" providerId="ADAL" clId="{4564FEB9-E0C0-48D1-ABEE-E519F71E0914}" dt="2025-03-15T05:47:22.077" v="2177" actId="113"/>
        <pc:sldMkLst>
          <pc:docMk/>
          <pc:sldMk cId="484327693" sldId="259"/>
        </pc:sldMkLst>
      </pc:sldChg>
      <pc:sldChg chg="del">
        <pc:chgData name="Abdus Salam" userId="0e2b1981-3d04-4857-a4cb-b2b53ead0854" providerId="ADAL" clId="{4564FEB9-E0C0-48D1-ABEE-E519F71E0914}" dt="2025-03-14T09:42:41.296" v="19" actId="47"/>
        <pc:sldMkLst>
          <pc:docMk/>
          <pc:sldMk cId="1614353595" sldId="259"/>
        </pc:sldMkLst>
      </pc:sldChg>
      <pc:sldChg chg="del">
        <pc:chgData name="Abdus Salam" userId="0e2b1981-3d04-4857-a4cb-b2b53ead0854" providerId="ADAL" clId="{4564FEB9-E0C0-48D1-ABEE-E519F71E0914}" dt="2025-03-14T09:42:41.296" v="19" actId="47"/>
        <pc:sldMkLst>
          <pc:docMk/>
          <pc:sldMk cId="1561160940" sldId="260"/>
        </pc:sldMkLst>
      </pc:sldChg>
      <pc:sldChg chg="addSp delSp modSp add mod">
        <pc:chgData name="Abdus Salam" userId="0e2b1981-3d04-4857-a4cb-b2b53ead0854" providerId="ADAL" clId="{4564FEB9-E0C0-48D1-ABEE-E519F71E0914}" dt="2025-03-15T05:56:18.478" v="2292" actId="478"/>
        <pc:sldMkLst>
          <pc:docMk/>
          <pc:sldMk cId="3962851701" sldId="260"/>
        </pc:sldMkLst>
      </pc:sldChg>
      <pc:sldChg chg="del">
        <pc:chgData name="Abdus Salam" userId="0e2b1981-3d04-4857-a4cb-b2b53ead0854" providerId="ADAL" clId="{4564FEB9-E0C0-48D1-ABEE-E519F71E0914}" dt="2025-03-14T09:42:41.296" v="19" actId="47"/>
        <pc:sldMkLst>
          <pc:docMk/>
          <pc:sldMk cId="2922706402" sldId="261"/>
        </pc:sldMkLst>
      </pc:sldChg>
      <pc:sldChg chg="addSp modSp new mod">
        <pc:chgData name="Abdus Salam" userId="0e2b1981-3d04-4857-a4cb-b2b53ead0854" providerId="ADAL" clId="{4564FEB9-E0C0-48D1-ABEE-E519F71E0914}" dt="2025-03-15T05:48:28.026" v="2232" actId="20577"/>
        <pc:sldMkLst>
          <pc:docMk/>
          <pc:sldMk cId="3776848493" sldId="261"/>
        </pc:sldMkLst>
      </pc:sldChg>
      <pc:sldChg chg="del">
        <pc:chgData name="Abdus Salam" userId="0e2b1981-3d04-4857-a4cb-b2b53ead0854" providerId="ADAL" clId="{4564FEB9-E0C0-48D1-ABEE-E519F71E0914}" dt="2025-03-14T09:42:41.296" v="19" actId="47"/>
        <pc:sldMkLst>
          <pc:docMk/>
          <pc:sldMk cId="409669593" sldId="262"/>
        </pc:sldMkLst>
      </pc:sldChg>
      <pc:sldChg chg="addSp delSp modSp new mod">
        <pc:chgData name="Abdus Salam" userId="0e2b1981-3d04-4857-a4cb-b2b53ead0854" providerId="ADAL" clId="{4564FEB9-E0C0-48D1-ABEE-E519F71E0914}" dt="2025-03-15T05:56:34.252" v="2295" actId="478"/>
        <pc:sldMkLst>
          <pc:docMk/>
          <pc:sldMk cId="1509290446" sldId="262"/>
        </pc:sldMkLst>
      </pc:sldChg>
      <pc:sldChg chg="del">
        <pc:chgData name="Abdus Salam" userId="0e2b1981-3d04-4857-a4cb-b2b53ead0854" providerId="ADAL" clId="{4564FEB9-E0C0-48D1-ABEE-E519F71E0914}" dt="2025-03-14T09:42:41.296" v="19" actId="47"/>
        <pc:sldMkLst>
          <pc:docMk/>
          <pc:sldMk cId="2333659990" sldId="263"/>
        </pc:sldMkLst>
      </pc:sldChg>
      <pc:sldChg chg="add del">
        <pc:chgData name="Abdus Salam" userId="0e2b1981-3d04-4857-a4cb-b2b53ead0854" providerId="ADAL" clId="{4564FEB9-E0C0-48D1-ABEE-E519F71E0914}" dt="2025-03-14T17:40:51.923" v="882" actId="47"/>
        <pc:sldMkLst>
          <pc:docMk/>
          <pc:sldMk cId="3930448783" sldId="263"/>
        </pc:sldMkLst>
      </pc:sldChg>
      <pc:sldChg chg="modSp new mod modNotesTx">
        <pc:chgData name="Abdus Salam" userId="0e2b1981-3d04-4857-a4cb-b2b53ead0854" providerId="ADAL" clId="{4564FEB9-E0C0-48D1-ABEE-E519F71E0914}" dt="2025-03-15T05:51:04.154" v="2250"/>
        <pc:sldMkLst>
          <pc:docMk/>
          <pc:sldMk cId="2090553887" sldId="264"/>
        </pc:sldMkLst>
      </pc:sldChg>
      <pc:sldChg chg="del">
        <pc:chgData name="Abdus Salam" userId="0e2b1981-3d04-4857-a4cb-b2b53ead0854" providerId="ADAL" clId="{4564FEB9-E0C0-48D1-ABEE-E519F71E0914}" dt="2025-03-14T09:42:41.296" v="19" actId="47"/>
        <pc:sldMkLst>
          <pc:docMk/>
          <pc:sldMk cId="3872817785" sldId="264"/>
        </pc:sldMkLst>
      </pc:sldChg>
      <pc:sldChg chg="delSp modSp add mod">
        <pc:chgData name="Abdus Salam" userId="0e2b1981-3d04-4857-a4cb-b2b53ead0854" providerId="ADAL" clId="{4564FEB9-E0C0-48D1-ABEE-E519F71E0914}" dt="2025-03-15T05:45:31.006" v="2176" actId="20577"/>
        <pc:sldMkLst>
          <pc:docMk/>
          <pc:sldMk cId="1927823659" sldId="265"/>
        </pc:sldMkLst>
      </pc:sldChg>
      <pc:sldChg chg="del">
        <pc:chgData name="Abdus Salam" userId="0e2b1981-3d04-4857-a4cb-b2b53ead0854" providerId="ADAL" clId="{4564FEB9-E0C0-48D1-ABEE-E519F71E0914}" dt="2025-03-14T09:42:41.296" v="19" actId="47"/>
        <pc:sldMkLst>
          <pc:docMk/>
          <pc:sldMk cId="2709428887" sldId="265"/>
        </pc:sldMkLst>
      </pc:sldChg>
      <pc:sldChg chg="delSp modSp add mod ord">
        <pc:chgData name="Abdus Salam" userId="0e2b1981-3d04-4857-a4cb-b2b53ead0854" providerId="ADAL" clId="{4564FEB9-E0C0-48D1-ABEE-E519F71E0914}" dt="2025-03-15T05:57:08.252" v="2299" actId="478"/>
        <pc:sldMkLst>
          <pc:docMk/>
          <pc:sldMk cId="777207057" sldId="266"/>
        </pc:sldMkLst>
      </pc:sldChg>
      <pc:sldChg chg="del">
        <pc:chgData name="Abdus Salam" userId="0e2b1981-3d04-4857-a4cb-b2b53ead0854" providerId="ADAL" clId="{4564FEB9-E0C0-48D1-ABEE-E519F71E0914}" dt="2025-03-14T09:42:41.296" v="19" actId="47"/>
        <pc:sldMkLst>
          <pc:docMk/>
          <pc:sldMk cId="3524572329" sldId="266"/>
        </pc:sldMkLst>
      </pc:sldChg>
      <pc:sldChg chg="modSp add mod modNotesTx">
        <pc:chgData name="Abdus Salam" userId="0e2b1981-3d04-4857-a4cb-b2b53ead0854" providerId="ADAL" clId="{4564FEB9-E0C0-48D1-ABEE-E519F71E0914}" dt="2025-03-15T05:54:14.744" v="2288" actId="20577"/>
        <pc:sldMkLst>
          <pc:docMk/>
          <pc:sldMk cId="3634085713" sldId="267"/>
        </pc:sldMkLst>
      </pc:sldChg>
      <pc:sldChg chg="addSp modSp new mod">
        <pc:chgData name="Abdus Salam" userId="0e2b1981-3d04-4857-a4cb-b2b53ead0854" providerId="ADAL" clId="{4564FEB9-E0C0-48D1-ABEE-E519F71E0914}" dt="2025-03-15T06:04:58.094" v="2356" actId="113"/>
        <pc:sldMkLst>
          <pc:docMk/>
          <pc:sldMk cId="1150740004" sldId="268"/>
        </pc:sldMkLst>
      </pc:sldChg>
      <pc:sldChg chg="modSp new mod">
        <pc:chgData name="Abdus Salam" userId="0e2b1981-3d04-4857-a4cb-b2b53ead0854" providerId="ADAL" clId="{4564FEB9-E0C0-48D1-ABEE-E519F71E0914}" dt="2025-03-17T16:38:13.589" v="2679" actId="113"/>
        <pc:sldMkLst>
          <pc:docMk/>
          <pc:sldMk cId="901946450" sldId="269"/>
        </pc:sldMkLst>
      </pc:sldChg>
      <pc:sldChg chg="addSp modSp add mod">
        <pc:chgData name="Abdus Salam" userId="0e2b1981-3d04-4857-a4cb-b2b53ead0854" providerId="ADAL" clId="{4564FEB9-E0C0-48D1-ABEE-E519F71E0914}" dt="2025-03-15T06:01:01.007" v="2331" actId="20577"/>
        <pc:sldMkLst>
          <pc:docMk/>
          <pc:sldMk cId="1626479244" sldId="270"/>
        </pc:sldMkLst>
      </pc:sldChg>
      <pc:sldChg chg="addSp delSp modSp add mod ord">
        <pc:chgData name="Abdus Salam" userId="0e2b1981-3d04-4857-a4cb-b2b53ead0854" providerId="ADAL" clId="{4564FEB9-E0C0-48D1-ABEE-E519F71E0914}" dt="2025-03-15T06:02:17.180" v="2335" actId="478"/>
        <pc:sldMkLst>
          <pc:docMk/>
          <pc:sldMk cId="222441577" sldId="271"/>
        </pc:sldMkLst>
      </pc:sldChg>
      <pc:sldChg chg="modSp new mod">
        <pc:chgData name="Abdus Salam" userId="0e2b1981-3d04-4857-a4cb-b2b53ead0854" providerId="ADAL" clId="{4564FEB9-E0C0-48D1-ABEE-E519F71E0914}" dt="2025-03-15T06:31:28.669" v="2678" actId="20577"/>
        <pc:sldMkLst>
          <pc:docMk/>
          <pc:sldMk cId="1427609750" sldId="272"/>
        </pc:sldMkLst>
        <pc:spChg chg="mod">
          <ac:chgData name="Abdus Salam" userId="0e2b1981-3d04-4857-a4cb-b2b53ead0854" providerId="ADAL" clId="{4564FEB9-E0C0-48D1-ABEE-E519F71E0914}" dt="2025-03-14T19:24:51.956" v="1695" actId="20577"/>
          <ac:spMkLst>
            <pc:docMk/>
            <pc:sldMk cId="1427609750" sldId="272"/>
            <ac:spMk id="2" creationId="{3D5A9DCF-68DC-3E76-3DB9-FA7BF81BAED8}"/>
          </ac:spMkLst>
        </pc:spChg>
        <pc:spChg chg="mod">
          <ac:chgData name="Abdus Salam" userId="0e2b1981-3d04-4857-a4cb-b2b53ead0854" providerId="ADAL" clId="{4564FEB9-E0C0-48D1-ABEE-E519F71E0914}" dt="2025-03-15T06:31:28.669" v="2678" actId="20577"/>
          <ac:spMkLst>
            <pc:docMk/>
            <pc:sldMk cId="1427609750" sldId="272"/>
            <ac:spMk id="3" creationId="{07743191-C707-FA38-025F-4001B977F795}"/>
          </ac:spMkLst>
        </pc:spChg>
      </pc:sldChg>
      <pc:sldChg chg="addSp modSp new mod">
        <pc:chgData name="Abdus Salam" userId="0e2b1981-3d04-4857-a4cb-b2b53ead0854" providerId="ADAL" clId="{4564FEB9-E0C0-48D1-ABEE-E519F71E0914}" dt="2025-03-15T06:08:15.449" v="2400" actId="113"/>
        <pc:sldMkLst>
          <pc:docMk/>
          <pc:sldMk cId="3366496540" sldId="273"/>
        </pc:sldMkLst>
      </pc:sldChg>
      <pc:sldChg chg="modSp new mod">
        <pc:chgData name="Abdus Salam" userId="0e2b1981-3d04-4857-a4cb-b2b53ead0854" providerId="ADAL" clId="{4564FEB9-E0C0-48D1-ABEE-E519F71E0914}" dt="2025-03-15T06:14:25.592" v="2524" actId="20577"/>
        <pc:sldMkLst>
          <pc:docMk/>
          <pc:sldMk cId="2955226115" sldId="274"/>
        </pc:sldMkLst>
      </pc:sldChg>
      <pc:sldChg chg="delSp modSp add del mod ord">
        <pc:chgData name="Abdus Salam" userId="0e2b1981-3d04-4857-a4cb-b2b53ead0854" providerId="ADAL" clId="{4564FEB9-E0C0-48D1-ABEE-E519F71E0914}" dt="2025-03-15T06:09:28.006" v="2403" actId="47"/>
        <pc:sldMkLst>
          <pc:docMk/>
          <pc:sldMk cId="3184088873" sldId="275"/>
        </pc:sldMkLst>
      </pc:sldChg>
      <pc:sldChg chg="delSp modSp add mod ord">
        <pc:chgData name="Abdus Salam" userId="0e2b1981-3d04-4857-a4cb-b2b53ead0854" providerId="ADAL" clId="{4564FEB9-E0C0-48D1-ABEE-E519F71E0914}" dt="2025-03-15T06:16:47.470" v="2526" actId="478"/>
        <pc:sldMkLst>
          <pc:docMk/>
          <pc:sldMk cId="2695850036" sldId="276"/>
        </pc:sldMkLst>
      </pc:sldChg>
      <pc:sldChg chg="add">
        <pc:chgData name="Abdus Salam" userId="0e2b1981-3d04-4857-a4cb-b2b53ead0854" providerId="ADAL" clId="{4564FEB9-E0C0-48D1-ABEE-E519F71E0914}" dt="2025-03-15T05:56:14.852" v="2291" actId="2890"/>
        <pc:sldMkLst>
          <pc:docMk/>
          <pc:sldMk cId="4238224548" sldId="277"/>
        </pc:sldMkLst>
      </pc:sldChg>
      <pc:sldChg chg="delSp add mod">
        <pc:chgData name="Abdus Salam" userId="0e2b1981-3d04-4857-a4cb-b2b53ead0854" providerId="ADAL" clId="{4564FEB9-E0C0-48D1-ABEE-E519F71E0914}" dt="2025-03-15T05:56:53.344" v="2297" actId="478"/>
        <pc:sldMkLst>
          <pc:docMk/>
          <pc:sldMk cId="4276281849" sldId="278"/>
        </pc:sldMkLst>
      </pc:sldChg>
      <pc:sldChg chg="modSp add mod">
        <pc:chgData name="Abdus Salam" userId="0e2b1981-3d04-4857-a4cb-b2b53ead0854" providerId="ADAL" clId="{4564FEB9-E0C0-48D1-ABEE-E519F71E0914}" dt="2025-03-15T06:04:16.781" v="2352" actId="14100"/>
        <pc:sldMkLst>
          <pc:docMk/>
          <pc:sldMk cId="1253136019" sldId="279"/>
        </pc:sldMkLst>
      </pc:sldChg>
      <pc:sldChg chg="add">
        <pc:chgData name="Abdus Salam" userId="0e2b1981-3d04-4857-a4cb-b2b53ead0854" providerId="ADAL" clId="{4564FEB9-E0C0-48D1-ABEE-E519F71E0914}" dt="2025-03-15T05:57:02.215" v="2298" actId="2890"/>
        <pc:sldMkLst>
          <pc:docMk/>
          <pc:sldMk cId="3163704595" sldId="280"/>
        </pc:sldMkLst>
      </pc:sldChg>
      <pc:sldChg chg="delSp add mod">
        <pc:chgData name="Abdus Salam" userId="0e2b1981-3d04-4857-a4cb-b2b53ead0854" providerId="ADAL" clId="{4564FEB9-E0C0-48D1-ABEE-E519F71E0914}" dt="2025-03-15T06:02:40.961" v="2336" actId="478"/>
        <pc:sldMkLst>
          <pc:docMk/>
          <pc:sldMk cId="1553676995" sldId="281"/>
        </pc:sldMkLst>
      </pc:sldChg>
      <pc:sldChg chg="modSp add mod">
        <pc:chgData name="Abdus Salam" userId="0e2b1981-3d04-4857-a4cb-b2b53ead0854" providerId="ADAL" clId="{4564FEB9-E0C0-48D1-ABEE-E519F71E0914}" dt="2025-03-15T06:03:12.914" v="2344" actId="14100"/>
        <pc:sldMkLst>
          <pc:docMk/>
          <pc:sldMk cId="2697260235" sldId="282"/>
        </pc:sldMkLst>
      </pc:sldChg>
      <pc:sldChg chg="delSp modSp add mod">
        <pc:chgData name="Abdus Salam" userId="0e2b1981-3d04-4857-a4cb-b2b53ead0854" providerId="ADAL" clId="{4564FEB9-E0C0-48D1-ABEE-E519F71E0914}" dt="2025-03-15T06:10:55.710" v="2462" actId="478"/>
        <pc:sldMkLst>
          <pc:docMk/>
          <pc:sldMk cId="2842774063" sldId="283"/>
        </pc:sldMkLst>
      </pc:sldChg>
      <pc:sldChg chg="addSp delSp modSp add mod">
        <pc:chgData name="Abdus Salam" userId="0e2b1981-3d04-4857-a4cb-b2b53ead0854" providerId="ADAL" clId="{4564FEB9-E0C0-48D1-ABEE-E519F71E0914}" dt="2025-03-15T06:22:11.462" v="2578" actId="478"/>
        <pc:sldMkLst>
          <pc:docMk/>
          <pc:sldMk cId="2533580071" sldId="284"/>
        </pc:sldMkLst>
      </pc:sldChg>
      <pc:sldChg chg="add">
        <pc:chgData name="Abdus Salam" userId="0e2b1981-3d04-4857-a4cb-b2b53ead0854" providerId="ADAL" clId="{4564FEB9-E0C0-48D1-ABEE-E519F71E0914}" dt="2025-03-15T06:16:42.612" v="2525" actId="2890"/>
        <pc:sldMkLst>
          <pc:docMk/>
          <pc:sldMk cId="2488301437" sldId="285"/>
        </pc:sldMkLst>
      </pc:sldChg>
      <pc:sldChg chg="addSp modSp add mod">
        <pc:chgData name="Abdus Salam" userId="0e2b1981-3d04-4857-a4cb-b2b53ead0854" providerId="ADAL" clId="{4564FEB9-E0C0-48D1-ABEE-E519F71E0914}" dt="2025-03-15T06:19:58.821" v="2567" actId="20577"/>
        <pc:sldMkLst>
          <pc:docMk/>
          <pc:sldMk cId="917920246" sldId="286"/>
        </pc:sldMkLst>
      </pc:sldChg>
      <pc:sldChg chg="add">
        <pc:chgData name="Abdus Salam" userId="0e2b1981-3d04-4857-a4cb-b2b53ead0854" providerId="ADAL" clId="{4564FEB9-E0C0-48D1-ABEE-E519F71E0914}" dt="2025-03-15T06:22:08.379" v="2577" actId="2890"/>
        <pc:sldMkLst>
          <pc:docMk/>
          <pc:sldMk cId="1339201408" sldId="287"/>
        </pc:sldMkLst>
      </pc:sldChg>
      <pc:sldChg chg="del">
        <pc:chgData name="Abdus Salam" userId="0e2b1981-3d04-4857-a4cb-b2b53ead0854" providerId="ADAL" clId="{4564FEB9-E0C0-48D1-ABEE-E519F71E0914}" dt="2025-03-14T09:42:41.296" v="19" actId="47"/>
        <pc:sldMkLst>
          <pc:docMk/>
          <pc:sldMk cId="2812918966" sldId="488"/>
        </pc:sldMkLst>
      </pc:sldChg>
      <pc:sldChg chg="del">
        <pc:chgData name="Abdus Salam" userId="0e2b1981-3d04-4857-a4cb-b2b53ead0854" providerId="ADAL" clId="{4564FEB9-E0C0-48D1-ABEE-E519F71E0914}" dt="2025-03-14T09:42:41.296" v="19" actId="47"/>
        <pc:sldMkLst>
          <pc:docMk/>
          <pc:sldMk cId="1297033771" sldId="489"/>
        </pc:sldMkLst>
      </pc:sldChg>
      <pc:sldChg chg="del">
        <pc:chgData name="Abdus Salam" userId="0e2b1981-3d04-4857-a4cb-b2b53ead0854" providerId="ADAL" clId="{4564FEB9-E0C0-48D1-ABEE-E519F71E0914}" dt="2025-03-14T09:42:41.296" v="19" actId="47"/>
        <pc:sldMkLst>
          <pc:docMk/>
          <pc:sldMk cId="4277527587" sldId="490"/>
        </pc:sldMkLst>
      </pc:sldChg>
      <pc:sldChg chg="del">
        <pc:chgData name="Abdus Salam" userId="0e2b1981-3d04-4857-a4cb-b2b53ead0854" providerId="ADAL" clId="{4564FEB9-E0C0-48D1-ABEE-E519F71E0914}" dt="2025-03-14T09:42:41.296" v="19" actId="47"/>
        <pc:sldMkLst>
          <pc:docMk/>
          <pc:sldMk cId="1713822321" sldId="491"/>
        </pc:sldMkLst>
      </pc:sldChg>
      <pc:sldChg chg="del">
        <pc:chgData name="Abdus Salam" userId="0e2b1981-3d04-4857-a4cb-b2b53ead0854" providerId="ADAL" clId="{4564FEB9-E0C0-48D1-ABEE-E519F71E0914}" dt="2025-03-14T09:42:41.296" v="19" actId="47"/>
        <pc:sldMkLst>
          <pc:docMk/>
          <pc:sldMk cId="3929681540" sldId="492"/>
        </pc:sldMkLst>
      </pc:sldChg>
      <pc:sldChg chg="del">
        <pc:chgData name="Abdus Salam" userId="0e2b1981-3d04-4857-a4cb-b2b53ead0854" providerId="ADAL" clId="{4564FEB9-E0C0-48D1-ABEE-E519F71E0914}" dt="2025-03-14T09:42:41.296" v="19" actId="47"/>
        <pc:sldMkLst>
          <pc:docMk/>
          <pc:sldMk cId="601807718" sldId="493"/>
        </pc:sldMkLst>
      </pc:sldChg>
      <pc:sldChg chg="del">
        <pc:chgData name="Abdus Salam" userId="0e2b1981-3d04-4857-a4cb-b2b53ead0854" providerId="ADAL" clId="{4564FEB9-E0C0-48D1-ABEE-E519F71E0914}" dt="2025-03-14T09:42:41.296" v="19" actId="47"/>
        <pc:sldMkLst>
          <pc:docMk/>
          <pc:sldMk cId="1688325298" sldId="494"/>
        </pc:sldMkLst>
      </pc:sldChg>
      <pc:sldChg chg="del">
        <pc:chgData name="Abdus Salam" userId="0e2b1981-3d04-4857-a4cb-b2b53ead0854" providerId="ADAL" clId="{4564FEB9-E0C0-48D1-ABEE-E519F71E0914}" dt="2025-03-14T09:42:41.296" v="19" actId="47"/>
        <pc:sldMkLst>
          <pc:docMk/>
          <pc:sldMk cId="1023924393" sldId="497"/>
        </pc:sldMkLst>
      </pc:sldChg>
      <pc:sldChg chg="del">
        <pc:chgData name="Abdus Salam" userId="0e2b1981-3d04-4857-a4cb-b2b53ead0854" providerId="ADAL" clId="{4564FEB9-E0C0-48D1-ABEE-E519F71E0914}" dt="2025-03-14T09:42:41.296" v="19" actId="47"/>
        <pc:sldMkLst>
          <pc:docMk/>
          <pc:sldMk cId="2276553293" sldId="507"/>
        </pc:sldMkLst>
      </pc:sldChg>
      <pc:sldChg chg="del">
        <pc:chgData name="Abdus Salam" userId="0e2b1981-3d04-4857-a4cb-b2b53ead0854" providerId="ADAL" clId="{4564FEB9-E0C0-48D1-ABEE-E519F71E0914}" dt="2025-03-14T09:42:41.296" v="19" actId="47"/>
        <pc:sldMkLst>
          <pc:docMk/>
          <pc:sldMk cId="1009766205" sldId="508"/>
        </pc:sldMkLst>
      </pc:sldChg>
      <pc:sldChg chg="del">
        <pc:chgData name="Abdus Salam" userId="0e2b1981-3d04-4857-a4cb-b2b53ead0854" providerId="ADAL" clId="{4564FEB9-E0C0-48D1-ABEE-E519F71E0914}" dt="2025-03-14T09:42:41.296" v="19" actId="47"/>
        <pc:sldMkLst>
          <pc:docMk/>
          <pc:sldMk cId="962807779" sldId="5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1C833-9352-4991-AF0C-B225A03C26BF}" type="datetimeFigureOut">
              <a:rPr lang="en-AU" smtClean="0"/>
              <a:t>9/04/2025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4DD50-34DE-4D47-B558-66C0F97853E9}" type="slidenum">
              <a:rPr lang="en-AU" smtClean="0"/>
              <a:t>‹#›</a:t>
            </a:fld>
            <a:endParaRPr lang="en-AU"/>
          </a:p>
        </p:txBody>
      </p:sp>
    </p:spTree>
    <p:extLst>
      <p:ext uri="{BB962C8B-B14F-4D97-AF65-F5344CB8AC3E}">
        <p14:creationId xmlns:p14="http://schemas.microsoft.com/office/powerpoint/2010/main" val="2487170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NimbusRomNo9L-Regu"/>
              </a:rPr>
              <a:t>In the example in the figure,</a:t>
            </a:r>
          </a:p>
          <a:p>
            <a:pPr algn="l"/>
            <a:r>
              <a:rPr lang="en-US" sz="1800" b="0" i="0" u="none" strike="noStrike" baseline="0" dirty="0">
                <a:latin typeface="NimbusRomNo9L-Regu"/>
              </a:rPr>
              <a:t>instead of representing the word order in all the phrases like “I love this movie” and</a:t>
            </a:r>
          </a:p>
          <a:p>
            <a:pPr algn="l"/>
            <a:r>
              <a:rPr lang="en-US" sz="1800" b="0" i="0" u="none" strike="noStrike" baseline="0" dirty="0">
                <a:latin typeface="NimbusRomNo9L-Regu"/>
              </a:rPr>
              <a:t>“I would recommend it”, we simply note that the word </a:t>
            </a:r>
            <a:r>
              <a:rPr lang="en-US" sz="1800" b="0" i="0" u="none" strike="noStrike" baseline="0" dirty="0">
                <a:latin typeface="NimbusRomNo9L-ReguItal"/>
              </a:rPr>
              <a:t>I </a:t>
            </a:r>
            <a:r>
              <a:rPr lang="en-US" sz="1800" b="0" i="0" u="none" strike="noStrike" baseline="0" dirty="0">
                <a:latin typeface="NimbusRomNo9L-Regu"/>
              </a:rPr>
              <a:t>occurred 5 times in the</a:t>
            </a:r>
          </a:p>
          <a:p>
            <a:pPr algn="l"/>
            <a:r>
              <a:rPr lang="en-US" sz="1800" b="0" i="0" u="none" strike="noStrike" baseline="0" dirty="0">
                <a:latin typeface="NimbusRomNo9L-Regu"/>
              </a:rPr>
              <a:t>entire excerpt, the word </a:t>
            </a:r>
            <a:r>
              <a:rPr lang="en-US" sz="1800" b="0" i="0" u="none" strike="noStrike" baseline="0" dirty="0">
                <a:latin typeface="NimbusRomNo9L-ReguItal"/>
              </a:rPr>
              <a:t>it </a:t>
            </a:r>
            <a:r>
              <a:rPr lang="en-US" sz="1800" b="0" i="0" u="none" strike="noStrike" baseline="0" dirty="0">
                <a:latin typeface="NimbusRomNo9L-Regu"/>
              </a:rPr>
              <a:t>6 times, the words </a:t>
            </a:r>
            <a:r>
              <a:rPr lang="en-US" sz="1800" b="0" i="0" u="none" strike="noStrike" baseline="0" dirty="0">
                <a:latin typeface="NimbusRomNo9L-ReguItal"/>
              </a:rPr>
              <a:t>love</a:t>
            </a:r>
            <a:r>
              <a:rPr lang="en-US" sz="1800" b="0" i="0" u="none" strike="noStrike" baseline="0" dirty="0">
                <a:latin typeface="NimbusRomNo9L-Regu"/>
              </a:rPr>
              <a:t>, </a:t>
            </a:r>
            <a:r>
              <a:rPr lang="en-US" sz="1800" b="0" i="0" u="none" strike="noStrike" baseline="0" dirty="0">
                <a:latin typeface="NimbusRomNo9L-ReguItal"/>
              </a:rPr>
              <a:t>recommend</a:t>
            </a:r>
            <a:r>
              <a:rPr lang="en-US" sz="1800" b="0" i="0" u="none" strike="noStrike" baseline="0" dirty="0">
                <a:latin typeface="NimbusRomNo9L-Regu"/>
              </a:rPr>
              <a:t>, and </a:t>
            </a:r>
            <a:r>
              <a:rPr lang="en-US" sz="1800" b="0" i="0" u="none" strike="noStrike" baseline="0" dirty="0">
                <a:latin typeface="NimbusRomNo9L-ReguItal"/>
              </a:rPr>
              <a:t>movie </a:t>
            </a:r>
            <a:r>
              <a:rPr lang="en-US" sz="1800" b="0" i="0" u="none" strike="noStrike" baseline="0" dirty="0">
                <a:latin typeface="NimbusRomNo9L-Regu"/>
              </a:rPr>
              <a:t>once, and</a:t>
            </a:r>
          </a:p>
          <a:p>
            <a:pPr algn="l"/>
            <a:r>
              <a:rPr lang="en-AU" sz="1800" b="0" i="0" u="none" strike="noStrike" baseline="0" dirty="0">
                <a:latin typeface="NimbusRomNo9L-Regu"/>
              </a:rPr>
              <a:t>so on.</a:t>
            </a:r>
            <a:endParaRPr lang="en-AU" dirty="0"/>
          </a:p>
        </p:txBody>
      </p:sp>
      <p:sp>
        <p:nvSpPr>
          <p:cNvPr id="4" name="Slide Number Placeholder 3"/>
          <p:cNvSpPr>
            <a:spLocks noGrp="1"/>
          </p:cNvSpPr>
          <p:nvPr>
            <p:ph type="sldNum" sz="quarter" idx="5"/>
          </p:nvPr>
        </p:nvSpPr>
        <p:spPr/>
        <p:txBody>
          <a:bodyPr/>
          <a:lstStyle/>
          <a:p>
            <a:fld id="{0234DD50-34DE-4D47-B558-66C0F97853E9}" type="slidenum">
              <a:rPr lang="en-AU" smtClean="0"/>
              <a:t>13</a:t>
            </a:fld>
            <a:endParaRPr lang="en-AU"/>
          </a:p>
        </p:txBody>
      </p:sp>
    </p:spTree>
    <p:extLst>
      <p:ext uri="{BB962C8B-B14F-4D97-AF65-F5344CB8AC3E}">
        <p14:creationId xmlns:p14="http://schemas.microsoft.com/office/powerpoint/2010/main" val="62408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234DD50-34DE-4D47-B558-66C0F97853E9}" type="slidenum">
              <a:rPr lang="en-AU" smtClean="0"/>
              <a:t>35</a:t>
            </a:fld>
            <a:endParaRPr lang="en-AU"/>
          </a:p>
        </p:txBody>
      </p:sp>
    </p:spTree>
    <p:extLst>
      <p:ext uri="{BB962C8B-B14F-4D97-AF65-F5344CB8AC3E}">
        <p14:creationId xmlns:p14="http://schemas.microsoft.com/office/powerpoint/2010/main" val="302400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0AEBC-E852-D1E6-BB46-24B5117D0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E6D96-D5C3-72F9-FF83-EB816A00D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13277D-4F04-739C-BC06-D511D2B2E51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BD719953-4C59-7CA6-A1B2-AA08893EA53D}"/>
              </a:ext>
            </a:extLst>
          </p:cNvPr>
          <p:cNvSpPr>
            <a:spLocks noGrp="1"/>
          </p:cNvSpPr>
          <p:nvPr>
            <p:ph type="sldNum" sz="quarter" idx="5"/>
          </p:nvPr>
        </p:nvSpPr>
        <p:spPr/>
        <p:txBody>
          <a:bodyPr/>
          <a:lstStyle/>
          <a:p>
            <a:fld id="{0234DD50-34DE-4D47-B558-66C0F97853E9}" type="slidenum">
              <a:rPr lang="en-AU" smtClean="0"/>
              <a:t>36</a:t>
            </a:fld>
            <a:endParaRPr lang="en-AU"/>
          </a:p>
        </p:txBody>
      </p:sp>
    </p:spTree>
    <p:extLst>
      <p:ext uri="{BB962C8B-B14F-4D97-AF65-F5344CB8AC3E}">
        <p14:creationId xmlns:p14="http://schemas.microsoft.com/office/powerpoint/2010/main" val="3227260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AB4E7-B0E0-2F37-2B76-8A1A66B8B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7739C-95D6-310F-87AE-D00CA980BA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E523A-D0A4-B9DF-AE2C-F1EB6471FCD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2545CE5-10DF-DC0D-D528-A9F74C03E0E4}"/>
              </a:ext>
            </a:extLst>
          </p:cNvPr>
          <p:cNvSpPr>
            <a:spLocks noGrp="1"/>
          </p:cNvSpPr>
          <p:nvPr>
            <p:ph type="sldNum" sz="quarter" idx="5"/>
          </p:nvPr>
        </p:nvSpPr>
        <p:spPr/>
        <p:txBody>
          <a:bodyPr/>
          <a:lstStyle/>
          <a:p>
            <a:fld id="{0234DD50-34DE-4D47-B558-66C0F97853E9}" type="slidenum">
              <a:rPr lang="en-AU" smtClean="0"/>
              <a:t>37</a:t>
            </a:fld>
            <a:endParaRPr lang="en-AU"/>
          </a:p>
        </p:txBody>
      </p:sp>
    </p:spTree>
    <p:extLst>
      <p:ext uri="{BB962C8B-B14F-4D97-AF65-F5344CB8AC3E}">
        <p14:creationId xmlns:p14="http://schemas.microsoft.com/office/powerpoint/2010/main" val="1900381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7E742-5FAC-1E84-8EEF-3C2347092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FD3EA-5EDC-8519-6272-040A9B02F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82EDB-C348-D0A8-0E0B-B1A34DD9721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3F3EDF8-0918-FE4E-86E9-3070DA5F1A54}"/>
              </a:ext>
            </a:extLst>
          </p:cNvPr>
          <p:cNvSpPr>
            <a:spLocks noGrp="1"/>
          </p:cNvSpPr>
          <p:nvPr>
            <p:ph type="sldNum" sz="quarter" idx="5"/>
          </p:nvPr>
        </p:nvSpPr>
        <p:spPr/>
        <p:txBody>
          <a:bodyPr/>
          <a:lstStyle/>
          <a:p>
            <a:fld id="{0234DD50-34DE-4D47-B558-66C0F97853E9}" type="slidenum">
              <a:rPr lang="en-AU" smtClean="0"/>
              <a:t>38</a:t>
            </a:fld>
            <a:endParaRPr lang="en-AU"/>
          </a:p>
        </p:txBody>
      </p:sp>
    </p:spTree>
    <p:extLst>
      <p:ext uri="{BB962C8B-B14F-4D97-AF65-F5344CB8AC3E}">
        <p14:creationId xmlns:p14="http://schemas.microsoft.com/office/powerpoint/2010/main" val="2969958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C7E24-C709-1B9D-0EE3-772A3F688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23A7F8-B2D3-1E01-814C-43EB333A1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B7B4BE-6C36-4F4E-9918-06A5C2811F2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904B609-6999-92E4-C8A0-5CC0190BD5A3}"/>
              </a:ext>
            </a:extLst>
          </p:cNvPr>
          <p:cNvSpPr>
            <a:spLocks noGrp="1"/>
          </p:cNvSpPr>
          <p:nvPr>
            <p:ph type="sldNum" sz="quarter" idx="5"/>
          </p:nvPr>
        </p:nvSpPr>
        <p:spPr/>
        <p:txBody>
          <a:bodyPr/>
          <a:lstStyle/>
          <a:p>
            <a:fld id="{0234DD50-34DE-4D47-B558-66C0F97853E9}" type="slidenum">
              <a:rPr lang="en-AU" smtClean="0"/>
              <a:t>39</a:t>
            </a:fld>
            <a:endParaRPr lang="en-AU"/>
          </a:p>
        </p:txBody>
      </p:sp>
    </p:spTree>
    <p:extLst>
      <p:ext uri="{BB962C8B-B14F-4D97-AF65-F5344CB8AC3E}">
        <p14:creationId xmlns:p14="http://schemas.microsoft.com/office/powerpoint/2010/main" val="3788177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C5EB049D-E545-46CA-A671-FC2250A38260}" type="datetime1">
              <a:rPr lang="en-AU" smtClean="0"/>
              <a:t>9/04/2025</a:t>
            </a:fld>
            <a:endParaRPr lang="en-AU"/>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9F21BBE-7842-470C-94BF-4E4E50831BF5}" type="slidenum">
              <a:rPr lang="en-AU" smtClean="0"/>
              <a:t>‹#›</a:t>
            </a:fld>
            <a:endParaRPr lang="en-AU"/>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2712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87BCB1-9D17-440C-B15B-344CE40B4C3B}" type="datetime1">
              <a:rPr lang="en-AU" smtClean="0"/>
              <a:t>9/04/2025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1079171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91093-32B9-472A-A1CA-E391B558DF54}" type="datetime1">
              <a:rPr lang="en-AU" smtClean="0"/>
              <a:t>9/04/2025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F21BBE-7842-470C-94BF-4E4E50831BF5}" type="slidenum">
              <a:rPr lang="en-AU" smtClean="0"/>
              <a:t>‹#›</a:t>
            </a:fld>
            <a:endParaRPr lang="en-AU"/>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8078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758483-5FA8-4DDC-B623-A3914D43D28B}" type="datetime1">
              <a:rPr lang="en-AU" smtClean="0"/>
              <a:t>9/04/2025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3321103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B6FF8B-AC0C-4642-A9AA-4C3381031437}" type="datetime1">
              <a:rPr lang="en-AU" smtClean="0"/>
              <a:t>9/04/2025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290556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C3EB625-66F0-46E8-9D28-3671E7283EBE}" type="datetime1">
              <a:rPr lang="en-AU" smtClean="0"/>
              <a:t>9/04/2025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2321337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D15C7E-6F66-431E-ADF8-B02E6E9F5197}" type="datetime1">
              <a:rPr lang="en-AU" smtClean="0"/>
              <a:t>9/04/2025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361457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7E7DE2-CF9D-467D-801A-5B066E316751}" type="datetime1">
              <a:rPr lang="en-AU" smtClean="0"/>
              <a:t>9/04/2025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157705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FDDE1E-5270-422D-9B33-5ABC270BCF08}" type="datetime1">
              <a:rPr lang="en-AU" smtClean="0"/>
              <a:t>9/04/2025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2834848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7BA066-D1B0-48D4-97AB-3F5B9CFCAD82}" type="datetime1">
              <a:rPr lang="en-AU" smtClean="0"/>
              <a:t>9/04/2025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375487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8EA09A-13A9-46C1-9EBB-F20E5CC18448}" type="datetime1">
              <a:rPr lang="en-AU" smtClean="0"/>
              <a:t>9/04/2025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69F21BBE-7842-470C-94BF-4E4E50831BF5}" type="slidenum">
              <a:rPr lang="en-AU" smtClean="0"/>
              <a:t>‹#›</a:t>
            </a:fld>
            <a:endParaRPr lang="en-AU"/>
          </a:p>
        </p:txBody>
      </p:sp>
    </p:spTree>
    <p:extLst>
      <p:ext uri="{BB962C8B-B14F-4D97-AF65-F5344CB8AC3E}">
        <p14:creationId xmlns:p14="http://schemas.microsoft.com/office/powerpoint/2010/main" val="1008409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C380FBB4-6CF7-44B0-A8A9-C511B27E3B2E}" type="datetime1">
              <a:rPr lang="en-AU" smtClean="0"/>
              <a:t>9/04/2025</a:t>
            </a:fld>
            <a:endParaRPr lang="en-AU"/>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AU"/>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69F21BBE-7842-470C-94BF-4E4E50831BF5}" type="slidenum">
              <a:rPr lang="en-AU" smtClean="0"/>
              <a:t>‹#›</a:t>
            </a:fld>
            <a:endParaRPr lang="en-AU"/>
          </a:p>
        </p:txBody>
      </p:sp>
    </p:spTree>
    <p:extLst>
      <p:ext uri="{BB962C8B-B14F-4D97-AF65-F5344CB8AC3E}">
        <p14:creationId xmlns:p14="http://schemas.microsoft.com/office/powerpoint/2010/main" val="35195159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emf"/><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scaler.com/topics/nlp/what-is-text-normalization-in-nl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9CC2-3BB3-4DC9-24A3-84A608D544C1}"/>
              </a:ext>
            </a:extLst>
          </p:cNvPr>
          <p:cNvSpPr>
            <a:spLocks noGrp="1"/>
          </p:cNvSpPr>
          <p:nvPr>
            <p:ph type="ctrTitle"/>
          </p:nvPr>
        </p:nvSpPr>
        <p:spPr/>
        <p:txBody>
          <a:bodyPr>
            <a:normAutofit/>
          </a:bodyPr>
          <a:lstStyle/>
          <a:p>
            <a:r>
              <a:rPr lang="en-AU" sz="4800" dirty="0"/>
              <a:t>Text classification</a:t>
            </a:r>
          </a:p>
        </p:txBody>
      </p:sp>
      <p:sp>
        <p:nvSpPr>
          <p:cNvPr id="3" name="Subtitle 2">
            <a:extLst>
              <a:ext uri="{FF2B5EF4-FFF2-40B4-BE49-F238E27FC236}">
                <a16:creationId xmlns:a16="http://schemas.microsoft.com/office/drawing/2014/main" id="{40B938EC-878C-7438-22ED-7A7E2C3EC52E}"/>
              </a:ext>
            </a:extLst>
          </p:cNvPr>
          <p:cNvSpPr>
            <a:spLocks noGrp="1"/>
          </p:cNvSpPr>
          <p:nvPr>
            <p:ph type="subTitle" idx="1"/>
          </p:nvPr>
        </p:nvSpPr>
        <p:spPr/>
        <p:txBody>
          <a:bodyPr/>
          <a:lstStyle/>
          <a:p>
            <a:r>
              <a:rPr lang="en-AU" dirty="0"/>
              <a:t>Natural Language Processing</a:t>
            </a:r>
          </a:p>
        </p:txBody>
      </p:sp>
    </p:spTree>
    <p:extLst>
      <p:ext uri="{BB962C8B-B14F-4D97-AF65-F5344CB8AC3E}">
        <p14:creationId xmlns:p14="http://schemas.microsoft.com/office/powerpoint/2010/main" val="1470503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3C6-FB9F-A150-2B46-59684A8A8467}"/>
              </a:ext>
            </a:extLst>
          </p:cNvPr>
          <p:cNvSpPr>
            <a:spLocks noGrp="1"/>
          </p:cNvSpPr>
          <p:nvPr>
            <p:ph type="title"/>
          </p:nvPr>
        </p:nvSpPr>
        <p:spPr/>
        <p:txBody>
          <a:bodyPr/>
          <a:lstStyle/>
          <a:p>
            <a:r>
              <a:rPr lang="en-AU" dirty="0"/>
              <a:t>Basic Terminologies</a:t>
            </a:r>
          </a:p>
        </p:txBody>
      </p:sp>
      <p:sp>
        <p:nvSpPr>
          <p:cNvPr id="3" name="Content Placeholder 2">
            <a:extLst>
              <a:ext uri="{FF2B5EF4-FFF2-40B4-BE49-F238E27FC236}">
                <a16:creationId xmlns:a16="http://schemas.microsoft.com/office/drawing/2014/main" id="{5116D18E-CBB3-789D-2809-A9F1595E6284}"/>
              </a:ext>
            </a:extLst>
          </p:cNvPr>
          <p:cNvSpPr>
            <a:spLocks noGrp="1"/>
          </p:cNvSpPr>
          <p:nvPr>
            <p:ph idx="1"/>
          </p:nvPr>
        </p:nvSpPr>
        <p:spPr/>
        <p:txBody>
          <a:bodyPr/>
          <a:lstStyle/>
          <a:p>
            <a:r>
              <a:rPr lang="en-AU" dirty="0"/>
              <a:t>Dataset, attributes/features, label/class</a:t>
            </a:r>
          </a:p>
          <a:p>
            <a:endParaRPr lang="en-AU" dirty="0"/>
          </a:p>
        </p:txBody>
      </p:sp>
      <p:sp>
        <p:nvSpPr>
          <p:cNvPr id="4" name="Slide Number Placeholder 3">
            <a:extLst>
              <a:ext uri="{FF2B5EF4-FFF2-40B4-BE49-F238E27FC236}">
                <a16:creationId xmlns:a16="http://schemas.microsoft.com/office/drawing/2014/main" id="{6F6CF81A-1288-B96D-241F-0BCFF0728A27}"/>
              </a:ext>
            </a:extLst>
          </p:cNvPr>
          <p:cNvSpPr>
            <a:spLocks noGrp="1"/>
          </p:cNvSpPr>
          <p:nvPr>
            <p:ph type="sldNum" sz="quarter" idx="12"/>
          </p:nvPr>
        </p:nvSpPr>
        <p:spPr/>
        <p:txBody>
          <a:bodyPr/>
          <a:lstStyle/>
          <a:p>
            <a:fld id="{69F21BBE-7842-470C-94BF-4E4E50831BF5}" type="slidenum">
              <a:rPr lang="en-AU" smtClean="0"/>
              <a:t>2</a:t>
            </a:fld>
            <a:endParaRPr lang="en-AU"/>
          </a:p>
        </p:txBody>
      </p:sp>
      <p:pic>
        <p:nvPicPr>
          <p:cNvPr id="5" name="Picture 4">
            <a:extLst>
              <a:ext uri="{FF2B5EF4-FFF2-40B4-BE49-F238E27FC236}">
                <a16:creationId xmlns:a16="http://schemas.microsoft.com/office/drawing/2014/main" id="{6D9BF7F4-1EF0-2487-5C46-319FADC304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235" y="2998830"/>
            <a:ext cx="4978400" cy="335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704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49ECC-4135-C892-ACF5-D1B951D65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011A3-133C-CBC0-964E-E602BB09735A}"/>
              </a:ext>
            </a:extLst>
          </p:cNvPr>
          <p:cNvSpPr>
            <a:spLocks noGrp="1"/>
          </p:cNvSpPr>
          <p:nvPr>
            <p:ph type="title"/>
          </p:nvPr>
        </p:nvSpPr>
        <p:spPr/>
        <p:txBody>
          <a:bodyPr/>
          <a:lstStyle/>
          <a:p>
            <a:r>
              <a:rPr lang="en-AU" dirty="0"/>
              <a:t>Basic Terminologies</a:t>
            </a:r>
          </a:p>
        </p:txBody>
      </p:sp>
      <p:sp>
        <p:nvSpPr>
          <p:cNvPr id="3" name="Content Placeholder 2">
            <a:extLst>
              <a:ext uri="{FF2B5EF4-FFF2-40B4-BE49-F238E27FC236}">
                <a16:creationId xmlns:a16="http://schemas.microsoft.com/office/drawing/2014/main" id="{141CD40E-2E24-0297-107F-F7F832C61E81}"/>
              </a:ext>
            </a:extLst>
          </p:cNvPr>
          <p:cNvSpPr>
            <a:spLocks noGrp="1"/>
          </p:cNvSpPr>
          <p:nvPr>
            <p:ph idx="1"/>
          </p:nvPr>
        </p:nvSpPr>
        <p:spPr/>
        <p:txBody>
          <a:bodyPr/>
          <a:lstStyle/>
          <a:p>
            <a:r>
              <a:rPr lang="en-AU" dirty="0"/>
              <a:t>Dataset, document, attributes/features, label/class</a:t>
            </a:r>
          </a:p>
          <a:p>
            <a:endParaRPr lang="en-AU" dirty="0"/>
          </a:p>
        </p:txBody>
      </p:sp>
      <p:sp>
        <p:nvSpPr>
          <p:cNvPr id="4" name="Slide Number Placeholder 3">
            <a:extLst>
              <a:ext uri="{FF2B5EF4-FFF2-40B4-BE49-F238E27FC236}">
                <a16:creationId xmlns:a16="http://schemas.microsoft.com/office/drawing/2014/main" id="{C0C18A15-1252-867D-2455-23F675DB33AE}"/>
              </a:ext>
            </a:extLst>
          </p:cNvPr>
          <p:cNvSpPr>
            <a:spLocks noGrp="1"/>
          </p:cNvSpPr>
          <p:nvPr>
            <p:ph type="sldNum" sz="quarter" idx="12"/>
          </p:nvPr>
        </p:nvSpPr>
        <p:spPr/>
        <p:txBody>
          <a:bodyPr/>
          <a:lstStyle/>
          <a:p>
            <a:fld id="{69F21BBE-7842-470C-94BF-4E4E50831BF5}" type="slidenum">
              <a:rPr lang="en-AU" smtClean="0"/>
              <a:t>3</a:t>
            </a:fld>
            <a:endParaRPr lang="en-AU"/>
          </a:p>
        </p:txBody>
      </p:sp>
      <p:graphicFrame>
        <p:nvGraphicFramePr>
          <p:cNvPr id="6" name="Table 5">
            <a:extLst>
              <a:ext uri="{FF2B5EF4-FFF2-40B4-BE49-F238E27FC236}">
                <a16:creationId xmlns:a16="http://schemas.microsoft.com/office/drawing/2014/main" id="{80376F7C-C638-D867-6DDC-E888DEB64BBC}"/>
              </a:ext>
            </a:extLst>
          </p:cNvPr>
          <p:cNvGraphicFramePr>
            <a:graphicFrameLocks noGrp="1"/>
          </p:cNvGraphicFramePr>
          <p:nvPr>
            <p:extLst>
              <p:ext uri="{D42A27DB-BD31-4B8C-83A1-F6EECF244321}">
                <p14:modId xmlns:p14="http://schemas.microsoft.com/office/powerpoint/2010/main" val="1423763025"/>
              </p:ext>
            </p:extLst>
          </p:nvPr>
        </p:nvGraphicFramePr>
        <p:xfrm>
          <a:off x="1647907" y="3286953"/>
          <a:ext cx="8896186" cy="1854200"/>
        </p:xfrm>
        <a:graphic>
          <a:graphicData uri="http://schemas.openxmlformats.org/drawingml/2006/table">
            <a:tbl>
              <a:tblPr firstRow="1" bandRow="1">
                <a:tableStyleId>{5940675A-B579-460E-94D1-54222C63F5DA}</a:tableStyleId>
              </a:tblPr>
              <a:tblGrid>
                <a:gridCol w="7628479">
                  <a:extLst>
                    <a:ext uri="{9D8B030D-6E8A-4147-A177-3AD203B41FA5}">
                      <a16:colId xmlns:a16="http://schemas.microsoft.com/office/drawing/2014/main" val="853836342"/>
                    </a:ext>
                  </a:extLst>
                </a:gridCol>
                <a:gridCol w="1267707">
                  <a:extLst>
                    <a:ext uri="{9D8B030D-6E8A-4147-A177-3AD203B41FA5}">
                      <a16:colId xmlns:a16="http://schemas.microsoft.com/office/drawing/2014/main" val="212597754"/>
                    </a:ext>
                  </a:extLst>
                </a:gridCol>
              </a:tblGrid>
              <a:tr h="370840">
                <a:tc>
                  <a:txBody>
                    <a:bodyPr/>
                    <a:lstStyle/>
                    <a:p>
                      <a:pPr algn="ctr"/>
                      <a:r>
                        <a:rPr lang="en-AU" b="1" dirty="0"/>
                        <a:t>Text</a:t>
                      </a:r>
                    </a:p>
                  </a:txBody>
                  <a:tcPr>
                    <a:solidFill>
                      <a:schemeClr val="bg1">
                        <a:lumMod val="85000"/>
                      </a:schemeClr>
                    </a:solidFill>
                  </a:tcPr>
                </a:tc>
                <a:tc>
                  <a:txBody>
                    <a:bodyPr/>
                    <a:lstStyle/>
                    <a:p>
                      <a:pPr algn="ctr"/>
                      <a:r>
                        <a:rPr lang="en-AU" b="1" dirty="0"/>
                        <a:t>Lebel</a:t>
                      </a:r>
                    </a:p>
                  </a:txBody>
                  <a:tcPr>
                    <a:solidFill>
                      <a:schemeClr val="bg1">
                        <a:lumMod val="85000"/>
                      </a:schemeClr>
                    </a:solidFill>
                  </a:tcPr>
                </a:tc>
                <a:extLst>
                  <a:ext uri="{0D108BD9-81ED-4DB2-BD59-A6C34878D82A}">
                    <a16:rowId xmlns:a16="http://schemas.microsoft.com/office/drawing/2014/main" val="28855218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t>...zany characters and richly applied satire, and some great plot twists</a:t>
                      </a:r>
                    </a:p>
                  </a:txBody>
                  <a:tcPr/>
                </a:tc>
                <a:tc>
                  <a:txBody>
                    <a:bodyPr/>
                    <a:lstStyle/>
                    <a:p>
                      <a:r>
                        <a:rPr lang="en-AU" dirty="0"/>
                        <a:t>pos</a:t>
                      </a:r>
                    </a:p>
                  </a:txBody>
                  <a:tcPr/>
                </a:tc>
                <a:extLst>
                  <a:ext uri="{0D108BD9-81ED-4DB2-BD59-A6C34878D82A}">
                    <a16:rowId xmlns:a16="http://schemas.microsoft.com/office/drawing/2014/main" val="3290233680"/>
                  </a:ext>
                </a:extLst>
              </a:tr>
              <a:tr h="370840">
                <a:tc>
                  <a:txBody>
                    <a:bodyPr/>
                    <a:lstStyle/>
                    <a:p>
                      <a:r>
                        <a:rPr lang="en-US" sz="1800" b="0" i="0" u="none" strike="noStrike" baseline="0" dirty="0"/>
                        <a:t>It was pathetic. The worst part about it was the boxing scenes...</a:t>
                      </a:r>
                      <a:endParaRPr lang="en-AU" dirty="0"/>
                    </a:p>
                  </a:txBody>
                  <a:tcPr/>
                </a:tc>
                <a:tc>
                  <a:txBody>
                    <a:bodyPr/>
                    <a:lstStyle/>
                    <a:p>
                      <a:r>
                        <a:rPr lang="en-AU" dirty="0"/>
                        <a:t>neg</a:t>
                      </a:r>
                    </a:p>
                  </a:txBody>
                  <a:tcPr/>
                </a:tc>
                <a:extLst>
                  <a:ext uri="{0D108BD9-81ED-4DB2-BD59-A6C34878D82A}">
                    <a16:rowId xmlns:a16="http://schemas.microsoft.com/office/drawing/2014/main" val="3936811470"/>
                  </a:ext>
                </a:extLst>
              </a:tr>
              <a:tr h="370840">
                <a:tc>
                  <a:txBody>
                    <a:bodyPr/>
                    <a:lstStyle/>
                    <a:p>
                      <a:r>
                        <a:rPr lang="en-US" sz="1800" b="0" i="0" u="none" strike="noStrike" baseline="0" dirty="0"/>
                        <a:t>...awesome caramel sauce and sweet toasty almonds. I love this place!</a:t>
                      </a:r>
                      <a:endParaRPr lang="en-AU" dirty="0"/>
                    </a:p>
                  </a:txBody>
                  <a:tcPr/>
                </a:tc>
                <a:tc>
                  <a:txBody>
                    <a:bodyPr/>
                    <a:lstStyle/>
                    <a:p>
                      <a:r>
                        <a:rPr lang="en-AU" dirty="0"/>
                        <a:t>pos</a:t>
                      </a:r>
                    </a:p>
                  </a:txBody>
                  <a:tcPr/>
                </a:tc>
                <a:extLst>
                  <a:ext uri="{0D108BD9-81ED-4DB2-BD59-A6C34878D82A}">
                    <a16:rowId xmlns:a16="http://schemas.microsoft.com/office/drawing/2014/main" val="791309337"/>
                  </a:ext>
                </a:extLst>
              </a:tr>
              <a:tr h="370840">
                <a:tc>
                  <a:txBody>
                    <a:bodyPr/>
                    <a:lstStyle/>
                    <a:p>
                      <a:r>
                        <a:rPr lang="en-US" sz="1800" b="0" i="0" u="none" strike="noStrike" baseline="0" dirty="0"/>
                        <a:t>...awful pizza and ridiculously overpriced...</a:t>
                      </a:r>
                      <a:endParaRPr lang="en-AU" dirty="0"/>
                    </a:p>
                  </a:txBody>
                  <a:tcPr/>
                </a:tc>
                <a:tc>
                  <a:txBody>
                    <a:bodyPr/>
                    <a:lstStyle/>
                    <a:p>
                      <a:r>
                        <a:rPr lang="en-AU" dirty="0"/>
                        <a:t>neg</a:t>
                      </a:r>
                    </a:p>
                  </a:txBody>
                  <a:tcPr/>
                </a:tc>
                <a:extLst>
                  <a:ext uri="{0D108BD9-81ED-4DB2-BD59-A6C34878D82A}">
                    <a16:rowId xmlns:a16="http://schemas.microsoft.com/office/drawing/2014/main" val="2600338813"/>
                  </a:ext>
                </a:extLst>
              </a:tr>
            </a:tbl>
          </a:graphicData>
        </a:graphic>
      </p:graphicFrame>
    </p:spTree>
    <p:extLst>
      <p:ext uri="{BB962C8B-B14F-4D97-AF65-F5344CB8AC3E}">
        <p14:creationId xmlns:p14="http://schemas.microsoft.com/office/powerpoint/2010/main" val="838809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BEB0E-C643-1E29-9A42-1545124F28F1}"/>
              </a:ext>
            </a:extLst>
          </p:cNvPr>
          <p:cNvSpPr>
            <a:spLocks noGrp="1"/>
          </p:cNvSpPr>
          <p:nvPr>
            <p:ph type="title"/>
          </p:nvPr>
        </p:nvSpPr>
        <p:spPr/>
        <p:txBody>
          <a:bodyPr/>
          <a:lstStyle/>
          <a:p>
            <a:r>
              <a:rPr lang="en-AU" dirty="0"/>
              <a:t>Classification</a:t>
            </a:r>
          </a:p>
        </p:txBody>
      </p:sp>
      <p:sp>
        <p:nvSpPr>
          <p:cNvPr id="3" name="Content Placeholder 2">
            <a:extLst>
              <a:ext uri="{FF2B5EF4-FFF2-40B4-BE49-F238E27FC236}">
                <a16:creationId xmlns:a16="http://schemas.microsoft.com/office/drawing/2014/main" id="{6C12BFDD-5B39-140E-5DAE-4A04373D569B}"/>
              </a:ext>
            </a:extLst>
          </p:cNvPr>
          <p:cNvSpPr>
            <a:spLocks noGrp="1"/>
          </p:cNvSpPr>
          <p:nvPr>
            <p:ph idx="1"/>
          </p:nvPr>
        </p:nvSpPr>
        <p:spPr/>
        <p:txBody>
          <a:bodyPr>
            <a:noAutofit/>
          </a:bodyPr>
          <a:lstStyle/>
          <a:p>
            <a:pPr algn="just"/>
            <a:r>
              <a:rPr lang="en-US" dirty="0"/>
              <a:t>Classification is one form of prediction, where the value to be predicted is a label.</a:t>
            </a:r>
          </a:p>
        </p:txBody>
      </p:sp>
      <p:sp>
        <p:nvSpPr>
          <p:cNvPr id="4" name="Slide Number Placeholder 3">
            <a:extLst>
              <a:ext uri="{FF2B5EF4-FFF2-40B4-BE49-F238E27FC236}">
                <a16:creationId xmlns:a16="http://schemas.microsoft.com/office/drawing/2014/main" id="{B614B980-CB0F-1293-D106-081B42B448DB}"/>
              </a:ext>
            </a:extLst>
          </p:cNvPr>
          <p:cNvSpPr>
            <a:spLocks noGrp="1"/>
          </p:cNvSpPr>
          <p:nvPr>
            <p:ph type="sldNum" sz="quarter" idx="12"/>
          </p:nvPr>
        </p:nvSpPr>
        <p:spPr/>
        <p:txBody>
          <a:bodyPr/>
          <a:lstStyle/>
          <a:p>
            <a:fld id="{69F21BBE-7842-470C-94BF-4E4E50831BF5}" type="slidenum">
              <a:rPr lang="en-AU" smtClean="0"/>
              <a:t>4</a:t>
            </a:fld>
            <a:endParaRPr lang="en-AU"/>
          </a:p>
        </p:txBody>
      </p:sp>
      <p:pic>
        <p:nvPicPr>
          <p:cNvPr id="5" name="Picture 4">
            <a:extLst>
              <a:ext uri="{FF2B5EF4-FFF2-40B4-BE49-F238E27FC236}">
                <a16:creationId xmlns:a16="http://schemas.microsoft.com/office/drawing/2014/main" id="{4387CFD9-1B43-6CBB-FD84-B990AC5B8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6800" y="2551790"/>
            <a:ext cx="4978400" cy="335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a:extLst>
              <a:ext uri="{FF2B5EF4-FFF2-40B4-BE49-F238E27FC236}">
                <a16:creationId xmlns:a16="http://schemas.microsoft.com/office/drawing/2014/main" id="{7AA35874-27A1-42E2-2E82-FFD1FFC5AD74}"/>
              </a:ext>
            </a:extLst>
          </p:cNvPr>
          <p:cNvGraphicFramePr>
            <a:graphicFrameLocks noGrp="1"/>
          </p:cNvGraphicFramePr>
          <p:nvPr>
            <p:extLst>
              <p:ext uri="{D42A27DB-BD31-4B8C-83A1-F6EECF244321}">
                <p14:modId xmlns:p14="http://schemas.microsoft.com/office/powerpoint/2010/main" val="3868816516"/>
              </p:ext>
            </p:extLst>
          </p:nvPr>
        </p:nvGraphicFramePr>
        <p:xfrm>
          <a:off x="2489200" y="6055360"/>
          <a:ext cx="7213600" cy="436880"/>
        </p:xfrm>
        <a:graphic>
          <a:graphicData uri="http://schemas.openxmlformats.org/drawingml/2006/table">
            <a:tbl>
              <a:tblPr/>
              <a:tblGrid>
                <a:gridCol w="1844413">
                  <a:extLst>
                    <a:ext uri="{9D8B030D-6E8A-4147-A177-3AD203B41FA5}">
                      <a16:colId xmlns:a16="http://schemas.microsoft.com/office/drawing/2014/main" val="20000"/>
                    </a:ext>
                  </a:extLst>
                </a:gridCol>
                <a:gridCol w="1208550">
                  <a:extLst>
                    <a:ext uri="{9D8B030D-6E8A-4147-A177-3AD203B41FA5}">
                      <a16:colId xmlns:a16="http://schemas.microsoft.com/office/drawing/2014/main" val="20001"/>
                    </a:ext>
                  </a:extLst>
                </a:gridCol>
                <a:gridCol w="1598885">
                  <a:extLst>
                    <a:ext uri="{9D8B030D-6E8A-4147-A177-3AD203B41FA5}">
                      <a16:colId xmlns:a16="http://schemas.microsoft.com/office/drawing/2014/main" val="20002"/>
                    </a:ext>
                  </a:extLst>
                </a:gridCol>
                <a:gridCol w="1532716">
                  <a:extLst>
                    <a:ext uri="{9D8B030D-6E8A-4147-A177-3AD203B41FA5}">
                      <a16:colId xmlns:a16="http://schemas.microsoft.com/office/drawing/2014/main" val="20003"/>
                    </a:ext>
                  </a:extLst>
                </a:gridCol>
                <a:gridCol w="1029036">
                  <a:extLst>
                    <a:ext uri="{9D8B030D-6E8A-4147-A177-3AD203B41FA5}">
                      <a16:colId xmlns:a16="http://schemas.microsoft.com/office/drawing/2014/main" val="20004"/>
                    </a:ext>
                  </a:extLst>
                </a:gridCol>
              </a:tblGrid>
              <a:tr h="436880">
                <a:tc>
                  <a:txBody>
                    <a:bodyPr/>
                    <a:lstStyle/>
                    <a:p>
                      <a:r>
                        <a:rPr lang="en-US" sz="1800" dirty="0"/>
                        <a:t>Outlook=sunny</a:t>
                      </a:r>
                    </a:p>
                  </a:txBody>
                  <a:tcPr marL="91427" marR="91427" marT="45536" marB="45536">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r>
                        <a:rPr lang="en-US" sz="1800" dirty="0"/>
                        <a:t>Temp=79</a:t>
                      </a:r>
                    </a:p>
                  </a:txBody>
                  <a:tcPr marL="91427" marR="91427" marT="45536" marB="455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Humidity=88</a:t>
                      </a:r>
                    </a:p>
                  </a:txBody>
                  <a:tcPr marL="91427" marR="91427" marT="45536" marB="455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Windy=false</a:t>
                      </a:r>
                    </a:p>
                  </a:txBody>
                  <a:tcPr marL="91427" marR="91427" marT="45536" marB="455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Class=?</a:t>
                      </a:r>
                    </a:p>
                  </a:txBody>
                  <a:tcPr marL="91427" marR="91427" marT="45536" marB="45536">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Rectangle 6">
            <a:extLst>
              <a:ext uri="{FF2B5EF4-FFF2-40B4-BE49-F238E27FC236}">
                <a16:creationId xmlns:a16="http://schemas.microsoft.com/office/drawing/2014/main" id="{7250DFEB-9AAC-58D4-0F7E-02A82FFC8F5C}"/>
              </a:ext>
            </a:extLst>
          </p:cNvPr>
          <p:cNvSpPr/>
          <p:nvPr/>
        </p:nvSpPr>
        <p:spPr>
          <a:xfrm>
            <a:off x="8938038" y="2769014"/>
            <a:ext cx="2489200" cy="26517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dirty="0"/>
              <a:t>The goal of classification is to take a single observation, extract some useful features, and thereby classify the observation into one of a set of discrete classes.</a:t>
            </a:r>
            <a:endParaRPr lang="en-AU" dirty="0"/>
          </a:p>
        </p:txBody>
      </p:sp>
    </p:spTree>
    <p:extLst>
      <p:ext uri="{BB962C8B-B14F-4D97-AF65-F5344CB8AC3E}">
        <p14:creationId xmlns:p14="http://schemas.microsoft.com/office/powerpoint/2010/main" val="4235087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17D1B-8328-1623-32F4-87CC48BDC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FE566-8B8C-D0D4-6C5C-96B5A609D91E}"/>
              </a:ext>
            </a:extLst>
          </p:cNvPr>
          <p:cNvSpPr>
            <a:spLocks noGrp="1"/>
          </p:cNvSpPr>
          <p:nvPr>
            <p:ph type="title"/>
          </p:nvPr>
        </p:nvSpPr>
        <p:spPr/>
        <p:txBody>
          <a:bodyPr/>
          <a:lstStyle/>
          <a:p>
            <a:r>
              <a:rPr lang="en-AU" dirty="0"/>
              <a:t>Text Classification</a:t>
            </a:r>
          </a:p>
        </p:txBody>
      </p:sp>
      <p:sp>
        <p:nvSpPr>
          <p:cNvPr id="3" name="Content Placeholder 2">
            <a:extLst>
              <a:ext uri="{FF2B5EF4-FFF2-40B4-BE49-F238E27FC236}">
                <a16:creationId xmlns:a16="http://schemas.microsoft.com/office/drawing/2014/main" id="{C12D6DA1-5F67-0894-A85B-CC668ACF3E7D}"/>
              </a:ext>
            </a:extLst>
          </p:cNvPr>
          <p:cNvSpPr>
            <a:spLocks noGrp="1"/>
          </p:cNvSpPr>
          <p:nvPr>
            <p:ph idx="1"/>
          </p:nvPr>
        </p:nvSpPr>
        <p:spPr/>
        <p:txBody>
          <a:bodyPr>
            <a:noAutofit/>
          </a:bodyPr>
          <a:lstStyle/>
          <a:p>
            <a:pPr algn="just"/>
            <a:r>
              <a:rPr lang="en-US" dirty="0"/>
              <a:t>Text classification is the task of assigning a label (categories, topics, or genres) to an entire text or document.</a:t>
            </a:r>
          </a:p>
          <a:p>
            <a:pPr lvl="1" algn="just">
              <a:spcBef>
                <a:spcPts val="1200"/>
              </a:spcBef>
            </a:pPr>
            <a:r>
              <a:rPr lang="en-US" sz="2200" dirty="0"/>
              <a:t>Spam detection</a:t>
            </a:r>
          </a:p>
          <a:p>
            <a:pPr lvl="1" algn="just"/>
            <a:r>
              <a:rPr lang="en-US" sz="2200" dirty="0"/>
              <a:t>Authorship identification (who wrote this?)</a:t>
            </a:r>
          </a:p>
          <a:p>
            <a:pPr lvl="1" algn="just"/>
            <a:r>
              <a:rPr lang="en-US" sz="2200" dirty="0"/>
              <a:t>Language Identification (is this Portuguese?)</a:t>
            </a:r>
          </a:p>
          <a:p>
            <a:pPr lvl="1" algn="just"/>
            <a:r>
              <a:rPr lang="en-US" sz="2200" dirty="0"/>
              <a:t>Sentiment analysis (focus of this lecture)</a:t>
            </a:r>
          </a:p>
          <a:p>
            <a:pPr lvl="1" algn="just"/>
            <a:r>
              <a:rPr lang="en-US" sz="2200" dirty="0"/>
              <a:t>…</a:t>
            </a:r>
          </a:p>
          <a:p>
            <a:r>
              <a:rPr lang="en-US" i="1" dirty="0"/>
              <a:t>Input</a:t>
            </a:r>
            <a:r>
              <a:rPr lang="en-US" dirty="0"/>
              <a:t>:</a:t>
            </a:r>
          </a:p>
          <a:p>
            <a:pPr lvl="1"/>
            <a:r>
              <a:rPr lang="en-US" sz="2200" dirty="0"/>
              <a:t> a document </a:t>
            </a:r>
            <a:r>
              <a:rPr lang="en-US" sz="2200" i="1" dirty="0"/>
              <a:t>d</a:t>
            </a:r>
          </a:p>
          <a:p>
            <a:pPr lvl="1"/>
            <a:r>
              <a:rPr lang="en-US" sz="2200" i="1" dirty="0"/>
              <a:t> </a:t>
            </a:r>
            <a:r>
              <a:rPr lang="en-US" sz="2200" dirty="0">
                <a:ea typeface="ＭＳ Ｐゴシック" charset="0"/>
              </a:rPr>
              <a:t>a fixed set of classes  </a:t>
            </a:r>
            <a:r>
              <a:rPr lang="en-US" sz="2200" i="1" dirty="0">
                <a:ea typeface="ＭＳ Ｐゴシック" charset="0"/>
              </a:rPr>
              <a:t>C </a:t>
            </a:r>
            <a:r>
              <a:rPr lang="en-US" sz="2200" dirty="0">
                <a:ea typeface="ＭＳ Ｐゴシック" charset="0"/>
              </a:rPr>
              <a:t>=</a:t>
            </a:r>
            <a:r>
              <a:rPr lang="en-US" sz="2200" i="1" dirty="0">
                <a:ea typeface="ＭＳ Ｐゴシック" charset="0"/>
              </a:rPr>
              <a:t> </a:t>
            </a:r>
            <a:r>
              <a:rPr lang="en-US" sz="2200" dirty="0">
                <a:ea typeface="ＭＳ Ｐゴシック" charset="0"/>
                <a:sym typeface="Symbol" charset="0"/>
              </a:rPr>
              <a:t>{</a:t>
            </a:r>
            <a:r>
              <a:rPr lang="en-US" sz="2200" i="1" dirty="0">
                <a:ea typeface="ＭＳ Ｐゴシック" charset="0"/>
                <a:sym typeface="Symbol" charset="0"/>
              </a:rPr>
              <a:t>c</a:t>
            </a:r>
            <a:r>
              <a:rPr lang="en-US" sz="2200" baseline="-25000" dirty="0">
                <a:ea typeface="ＭＳ Ｐゴシック" charset="0"/>
                <a:sym typeface="Symbol" charset="0"/>
              </a:rPr>
              <a:t>1</a:t>
            </a:r>
            <a:r>
              <a:rPr lang="en-US" sz="2200" dirty="0">
                <a:ea typeface="ＭＳ Ｐゴシック" charset="0"/>
                <a:sym typeface="Symbol" charset="0"/>
              </a:rPr>
              <a:t>, </a:t>
            </a:r>
            <a:r>
              <a:rPr lang="en-US" sz="2200" i="1" dirty="0">
                <a:ea typeface="ＭＳ Ｐゴシック" charset="0"/>
                <a:sym typeface="Symbol" charset="0"/>
              </a:rPr>
              <a:t>c</a:t>
            </a:r>
            <a:r>
              <a:rPr lang="en-US" sz="2200" baseline="-25000" dirty="0">
                <a:ea typeface="ＭＳ Ｐゴシック" charset="0"/>
                <a:sym typeface="Symbol" charset="0"/>
              </a:rPr>
              <a:t>2</a:t>
            </a:r>
            <a:r>
              <a:rPr lang="en-US" sz="2200" dirty="0">
                <a:ea typeface="ＭＳ Ｐゴシック" charset="0"/>
                <a:sym typeface="Symbol" charset="0"/>
              </a:rPr>
              <a:t>,…, </a:t>
            </a:r>
            <a:r>
              <a:rPr lang="en-US" sz="2200" i="1" dirty="0" err="1">
                <a:ea typeface="ＭＳ Ｐゴシック" charset="0"/>
                <a:sym typeface="Symbol" charset="0"/>
              </a:rPr>
              <a:t>c</a:t>
            </a:r>
            <a:r>
              <a:rPr lang="en-US" sz="2200" i="1" baseline="-25000" dirty="0" err="1">
                <a:ea typeface="ＭＳ Ｐゴシック" charset="0"/>
                <a:sym typeface="Symbol" charset="0"/>
              </a:rPr>
              <a:t>J</a:t>
            </a:r>
            <a:r>
              <a:rPr lang="en-US" sz="2200" dirty="0">
                <a:ea typeface="ＭＳ Ｐゴシック" charset="0"/>
                <a:sym typeface="Symbol" charset="0"/>
              </a:rPr>
              <a:t>}</a:t>
            </a:r>
            <a:endParaRPr lang="en-US" sz="2200" i="1" dirty="0"/>
          </a:p>
          <a:p>
            <a:r>
              <a:rPr lang="en-US" i="1" dirty="0"/>
              <a:t>Output</a:t>
            </a:r>
            <a:r>
              <a:rPr lang="en-US" dirty="0"/>
              <a:t>: a predicted class </a:t>
            </a:r>
            <a:r>
              <a:rPr lang="en-US" i="1" dirty="0"/>
              <a:t>c</a:t>
            </a:r>
            <a:r>
              <a:rPr lang="en-US" dirty="0"/>
              <a:t> </a:t>
            </a:r>
            <a:r>
              <a:rPr lang="en-US" dirty="0">
                <a:ea typeface="ＭＳ Ｐゴシック" charset="0"/>
                <a:sym typeface="Symbol" charset="0"/>
              </a:rPr>
              <a:t> </a:t>
            </a:r>
            <a:r>
              <a:rPr lang="en-US" i="1" dirty="0">
                <a:ea typeface="ＭＳ Ｐゴシック" charset="0"/>
                <a:sym typeface="Symbol" charset="0"/>
              </a:rPr>
              <a:t>C</a:t>
            </a:r>
            <a:endParaRPr lang="en-AU" sz="2200" dirty="0"/>
          </a:p>
        </p:txBody>
      </p:sp>
      <p:sp>
        <p:nvSpPr>
          <p:cNvPr id="4" name="Slide Number Placeholder 3">
            <a:extLst>
              <a:ext uri="{FF2B5EF4-FFF2-40B4-BE49-F238E27FC236}">
                <a16:creationId xmlns:a16="http://schemas.microsoft.com/office/drawing/2014/main" id="{B997830F-AA1F-641D-FE52-124E6EB19B79}"/>
              </a:ext>
            </a:extLst>
          </p:cNvPr>
          <p:cNvSpPr>
            <a:spLocks noGrp="1"/>
          </p:cNvSpPr>
          <p:nvPr>
            <p:ph type="sldNum" sz="quarter" idx="12"/>
          </p:nvPr>
        </p:nvSpPr>
        <p:spPr/>
        <p:txBody>
          <a:bodyPr/>
          <a:lstStyle/>
          <a:p>
            <a:fld id="{69F21BBE-7842-470C-94BF-4E4E50831BF5}" type="slidenum">
              <a:rPr lang="en-AU" smtClean="0"/>
              <a:t>5</a:t>
            </a:fld>
            <a:endParaRPr lang="en-AU"/>
          </a:p>
        </p:txBody>
      </p:sp>
    </p:spTree>
    <p:extLst>
      <p:ext uri="{BB962C8B-B14F-4D97-AF65-F5344CB8AC3E}">
        <p14:creationId xmlns:p14="http://schemas.microsoft.com/office/powerpoint/2010/main" val="1864332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C3384-6BCC-8CE7-2CB0-30AC63BBEAFC}"/>
              </a:ext>
            </a:extLst>
          </p:cNvPr>
          <p:cNvSpPr>
            <a:spLocks noGrp="1"/>
          </p:cNvSpPr>
          <p:nvPr>
            <p:ph type="title"/>
          </p:nvPr>
        </p:nvSpPr>
        <p:spPr/>
        <p:txBody>
          <a:bodyPr/>
          <a:lstStyle/>
          <a:p>
            <a:r>
              <a:rPr lang="en-AU" dirty="0"/>
              <a:t>Spam Detection</a:t>
            </a:r>
          </a:p>
        </p:txBody>
      </p:sp>
      <p:sp>
        <p:nvSpPr>
          <p:cNvPr id="3" name="Content Placeholder 2">
            <a:extLst>
              <a:ext uri="{FF2B5EF4-FFF2-40B4-BE49-F238E27FC236}">
                <a16:creationId xmlns:a16="http://schemas.microsoft.com/office/drawing/2014/main" id="{A475F690-840F-1E0C-18AF-CF6856958694}"/>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9B986A43-0E1A-9CC3-AEB3-C77164E63861}"/>
              </a:ext>
            </a:extLst>
          </p:cNvPr>
          <p:cNvSpPr>
            <a:spLocks noGrp="1"/>
          </p:cNvSpPr>
          <p:nvPr>
            <p:ph type="sldNum" sz="quarter" idx="12"/>
          </p:nvPr>
        </p:nvSpPr>
        <p:spPr/>
        <p:txBody>
          <a:bodyPr/>
          <a:lstStyle/>
          <a:p>
            <a:fld id="{69F21BBE-7842-470C-94BF-4E4E50831BF5}" type="slidenum">
              <a:rPr lang="en-AU" smtClean="0"/>
              <a:t>6</a:t>
            </a:fld>
            <a:endParaRPr lang="en-AU"/>
          </a:p>
        </p:txBody>
      </p:sp>
      <p:pic>
        <p:nvPicPr>
          <p:cNvPr id="5" name="Content Placeholder 5">
            <a:extLst>
              <a:ext uri="{FF2B5EF4-FFF2-40B4-BE49-F238E27FC236}">
                <a16:creationId xmlns:a16="http://schemas.microsoft.com/office/drawing/2014/main" id="{07C64328-1C12-EF62-FC59-D70E63F9EC02}"/>
              </a:ext>
            </a:extLst>
          </p:cNvPr>
          <p:cNvPicPr>
            <a:picLocks noChangeAspect="1"/>
          </p:cNvPicPr>
          <p:nvPr/>
        </p:nvPicPr>
        <p:blipFill>
          <a:blip r:embed="rId2"/>
          <a:srcRect/>
          <a:stretch/>
        </p:blipFill>
        <p:spPr bwMode="auto">
          <a:xfrm>
            <a:off x="1280159" y="1805020"/>
            <a:ext cx="9441715" cy="470697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pic>
      <p:sp>
        <p:nvSpPr>
          <p:cNvPr id="7" name="Rectangle 6">
            <a:extLst>
              <a:ext uri="{FF2B5EF4-FFF2-40B4-BE49-F238E27FC236}">
                <a16:creationId xmlns:a16="http://schemas.microsoft.com/office/drawing/2014/main" id="{19AE24E0-E9E3-3A98-0F95-6820144529EA}"/>
              </a:ext>
            </a:extLst>
          </p:cNvPr>
          <p:cNvSpPr/>
          <p:nvPr/>
        </p:nvSpPr>
        <p:spPr>
          <a:xfrm>
            <a:off x="6355080" y="1014027"/>
            <a:ext cx="4693920" cy="125476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sz="2200" dirty="0"/>
              <a:t>Is this spam or not?</a:t>
            </a:r>
          </a:p>
          <a:p>
            <a:r>
              <a:rPr lang="en-US" sz="2200" dirty="0"/>
              <a:t>Labels: “spam” and “not spam”</a:t>
            </a:r>
          </a:p>
          <a:p>
            <a:r>
              <a:rPr lang="en-US" sz="2200" dirty="0"/>
              <a:t>Binary classification task</a:t>
            </a:r>
            <a:endParaRPr lang="en-AU" sz="2200" dirty="0"/>
          </a:p>
        </p:txBody>
      </p:sp>
    </p:spTree>
    <p:extLst>
      <p:ext uri="{BB962C8B-B14F-4D97-AF65-F5344CB8AC3E}">
        <p14:creationId xmlns:p14="http://schemas.microsoft.com/office/powerpoint/2010/main" val="1179774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B192-4DD6-CCFA-4178-B3562E82BA0B}"/>
              </a:ext>
            </a:extLst>
          </p:cNvPr>
          <p:cNvSpPr>
            <a:spLocks noGrp="1"/>
          </p:cNvSpPr>
          <p:nvPr>
            <p:ph type="title"/>
          </p:nvPr>
        </p:nvSpPr>
        <p:spPr/>
        <p:txBody>
          <a:bodyPr/>
          <a:lstStyle/>
          <a:p>
            <a:r>
              <a:rPr lang="en-AU" dirty="0"/>
              <a:t>Authorship Attribution</a:t>
            </a:r>
          </a:p>
        </p:txBody>
      </p:sp>
      <p:sp>
        <p:nvSpPr>
          <p:cNvPr id="3" name="Content Placeholder 2">
            <a:extLst>
              <a:ext uri="{FF2B5EF4-FFF2-40B4-BE49-F238E27FC236}">
                <a16:creationId xmlns:a16="http://schemas.microsoft.com/office/drawing/2014/main" id="{C23F2637-43B8-CBB2-43E6-1B32BEEF76F8}"/>
              </a:ext>
            </a:extLst>
          </p:cNvPr>
          <p:cNvSpPr>
            <a:spLocks noGrp="1"/>
          </p:cNvSpPr>
          <p:nvPr>
            <p:ph idx="1"/>
          </p:nvPr>
        </p:nvSpPr>
        <p:spPr/>
        <p:txBody>
          <a:bodyPr/>
          <a:lstStyle/>
          <a:p>
            <a:r>
              <a:rPr lang="en-AU" dirty="0" err="1"/>
              <a:t>sdfsd</a:t>
            </a:r>
            <a:endParaRPr lang="en-AU" dirty="0"/>
          </a:p>
        </p:txBody>
      </p:sp>
      <p:sp>
        <p:nvSpPr>
          <p:cNvPr id="4" name="Slide Number Placeholder 3">
            <a:extLst>
              <a:ext uri="{FF2B5EF4-FFF2-40B4-BE49-F238E27FC236}">
                <a16:creationId xmlns:a16="http://schemas.microsoft.com/office/drawing/2014/main" id="{1E1977F0-7E53-38EB-511E-444737C26FAD}"/>
              </a:ext>
            </a:extLst>
          </p:cNvPr>
          <p:cNvSpPr>
            <a:spLocks noGrp="1"/>
          </p:cNvSpPr>
          <p:nvPr>
            <p:ph type="sldNum" sz="quarter" idx="12"/>
          </p:nvPr>
        </p:nvSpPr>
        <p:spPr/>
        <p:txBody>
          <a:bodyPr/>
          <a:lstStyle/>
          <a:p>
            <a:fld id="{69F21BBE-7842-470C-94BF-4E4E50831BF5}" type="slidenum">
              <a:rPr lang="en-AU" smtClean="0"/>
              <a:t>7</a:t>
            </a:fld>
            <a:endParaRPr lang="en-AU"/>
          </a:p>
        </p:txBody>
      </p:sp>
      <p:pic>
        <p:nvPicPr>
          <p:cNvPr id="1030" name="Picture 6" descr="শেষের কবিতা">
            <a:extLst>
              <a:ext uri="{FF2B5EF4-FFF2-40B4-BE49-F238E27FC236}">
                <a16:creationId xmlns:a16="http://schemas.microsoft.com/office/drawing/2014/main" id="{DF5E1EE2-B819-A8F5-84EB-E1CAC061F0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3632" y="2057400"/>
            <a:ext cx="236220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মৃত্যুক্ষুধা">
            <a:extLst>
              <a:ext uri="{FF2B5EF4-FFF2-40B4-BE49-F238E27FC236}">
                <a16:creationId xmlns:a16="http://schemas.microsoft.com/office/drawing/2014/main" id="{52FC51D9-EF0E-A7DA-43D6-B1C5611A59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268" y="2057400"/>
            <a:ext cx="2295525" cy="3429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কুহেলিকা">
            <a:extLst>
              <a:ext uri="{FF2B5EF4-FFF2-40B4-BE49-F238E27FC236}">
                <a16:creationId xmlns:a16="http://schemas.microsoft.com/office/drawing/2014/main" id="{AB682F95-38FF-08F3-BA49-77B5B56AE6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3671" y="2057400"/>
            <a:ext cx="2295525" cy="3429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E4E8D3B-2F61-1D48-8742-E1D408D6ED15}"/>
              </a:ext>
            </a:extLst>
          </p:cNvPr>
          <p:cNvSpPr/>
          <p:nvPr/>
        </p:nvSpPr>
        <p:spPr>
          <a:xfrm>
            <a:off x="1040268" y="5634548"/>
            <a:ext cx="2295525" cy="46145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dirty="0"/>
              <a:t>Kazi Nazrul Islam</a:t>
            </a:r>
          </a:p>
        </p:txBody>
      </p:sp>
      <p:sp>
        <p:nvSpPr>
          <p:cNvPr id="6" name="Rectangle 5">
            <a:extLst>
              <a:ext uri="{FF2B5EF4-FFF2-40B4-BE49-F238E27FC236}">
                <a16:creationId xmlns:a16="http://schemas.microsoft.com/office/drawing/2014/main" id="{B95D7AA4-1004-0136-8309-0E5CA07F78C1}"/>
              </a:ext>
            </a:extLst>
          </p:cNvPr>
          <p:cNvSpPr/>
          <p:nvPr/>
        </p:nvSpPr>
        <p:spPr>
          <a:xfrm>
            <a:off x="4743948" y="5634548"/>
            <a:ext cx="2501568" cy="46145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dirty="0"/>
              <a:t>Rabindranath Tagore</a:t>
            </a:r>
          </a:p>
        </p:txBody>
      </p:sp>
      <p:sp>
        <p:nvSpPr>
          <p:cNvPr id="7" name="Rectangle 6">
            <a:extLst>
              <a:ext uri="{FF2B5EF4-FFF2-40B4-BE49-F238E27FC236}">
                <a16:creationId xmlns:a16="http://schemas.microsoft.com/office/drawing/2014/main" id="{824A6078-A53B-4B75-595D-AC28E29805EA}"/>
              </a:ext>
            </a:extLst>
          </p:cNvPr>
          <p:cNvSpPr/>
          <p:nvPr/>
        </p:nvSpPr>
        <p:spPr>
          <a:xfrm>
            <a:off x="8653671" y="5634548"/>
            <a:ext cx="2295525" cy="461452"/>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dirty="0"/>
              <a:t>???</a:t>
            </a:r>
          </a:p>
        </p:txBody>
      </p:sp>
    </p:spTree>
    <p:extLst>
      <p:ext uri="{BB962C8B-B14F-4D97-AF65-F5344CB8AC3E}">
        <p14:creationId xmlns:p14="http://schemas.microsoft.com/office/powerpoint/2010/main" val="3746050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B7A09-B287-093E-9DDA-7F6469D4FC08}"/>
              </a:ext>
            </a:extLst>
          </p:cNvPr>
          <p:cNvSpPr>
            <a:spLocks noGrp="1"/>
          </p:cNvSpPr>
          <p:nvPr>
            <p:ph type="title"/>
          </p:nvPr>
        </p:nvSpPr>
        <p:spPr/>
        <p:txBody>
          <a:bodyPr/>
          <a:lstStyle/>
          <a:p>
            <a:r>
              <a:rPr lang="en-AU" dirty="0"/>
              <a:t>Article Categorization</a:t>
            </a:r>
          </a:p>
        </p:txBody>
      </p:sp>
      <p:sp>
        <p:nvSpPr>
          <p:cNvPr id="3" name="Content Placeholder 2">
            <a:extLst>
              <a:ext uri="{FF2B5EF4-FFF2-40B4-BE49-F238E27FC236}">
                <a16:creationId xmlns:a16="http://schemas.microsoft.com/office/drawing/2014/main" id="{202D059D-6979-5692-D595-1167DD7372AA}"/>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103F45B9-66D2-B4F6-BDD0-C927D1C2E36E}"/>
              </a:ext>
            </a:extLst>
          </p:cNvPr>
          <p:cNvSpPr>
            <a:spLocks noGrp="1"/>
          </p:cNvSpPr>
          <p:nvPr>
            <p:ph type="sldNum" sz="quarter" idx="12"/>
          </p:nvPr>
        </p:nvSpPr>
        <p:spPr/>
        <p:txBody>
          <a:bodyPr/>
          <a:lstStyle/>
          <a:p>
            <a:fld id="{69F21BBE-7842-470C-94BF-4E4E50831BF5}" type="slidenum">
              <a:rPr lang="en-AU" smtClean="0"/>
              <a:t>8</a:t>
            </a:fld>
            <a:endParaRPr lang="en-AU"/>
          </a:p>
        </p:txBody>
      </p:sp>
      <p:sp>
        <p:nvSpPr>
          <p:cNvPr id="5" name="Notched Right Arrow 4">
            <a:extLst>
              <a:ext uri="{FF2B5EF4-FFF2-40B4-BE49-F238E27FC236}">
                <a16:creationId xmlns:a16="http://schemas.microsoft.com/office/drawing/2014/main" id="{4E3F7C0E-BA88-38EB-3AC4-6B3612D6C77F}"/>
              </a:ext>
            </a:extLst>
          </p:cNvPr>
          <p:cNvSpPr/>
          <p:nvPr/>
        </p:nvSpPr>
        <p:spPr>
          <a:xfrm>
            <a:off x="4112769" y="3603359"/>
            <a:ext cx="1136903" cy="893711"/>
          </a:xfrm>
          <a:prstGeom prst="notch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707313FA-FC51-C058-A35F-BD0C4DAAC833}"/>
              </a:ext>
            </a:extLst>
          </p:cNvPr>
          <p:cNvSpPr txBox="1">
            <a:spLocks/>
          </p:cNvSpPr>
          <p:nvPr/>
        </p:nvSpPr>
        <p:spPr>
          <a:xfrm>
            <a:off x="6014721" y="2797476"/>
            <a:ext cx="4429760" cy="3429000"/>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r>
              <a:rPr lang="en-US" dirty="0" err="1"/>
              <a:t>Antogonists</a:t>
            </a:r>
            <a:r>
              <a:rPr lang="en-US" dirty="0"/>
              <a:t> and Inhibitors</a:t>
            </a:r>
          </a:p>
          <a:p>
            <a:r>
              <a:rPr lang="en-US" dirty="0"/>
              <a:t>Blood Supply</a:t>
            </a:r>
          </a:p>
          <a:p>
            <a:r>
              <a:rPr lang="en-US" dirty="0"/>
              <a:t>Chemistry</a:t>
            </a:r>
          </a:p>
          <a:p>
            <a:r>
              <a:rPr lang="en-US" dirty="0"/>
              <a:t>Drug Therapy</a:t>
            </a:r>
          </a:p>
          <a:p>
            <a:r>
              <a:rPr lang="en-US" dirty="0"/>
              <a:t>Embryology</a:t>
            </a:r>
          </a:p>
          <a:p>
            <a:r>
              <a:rPr lang="en-US" dirty="0"/>
              <a:t>Epidemiology</a:t>
            </a:r>
          </a:p>
          <a:p>
            <a:r>
              <a:rPr lang="en-US" dirty="0"/>
              <a:t>…</a:t>
            </a:r>
          </a:p>
          <a:p>
            <a:endParaRPr lang="en-US" dirty="0"/>
          </a:p>
        </p:txBody>
      </p:sp>
      <p:sp>
        <p:nvSpPr>
          <p:cNvPr id="7" name="TextBox 6">
            <a:extLst>
              <a:ext uri="{FF2B5EF4-FFF2-40B4-BE49-F238E27FC236}">
                <a16:creationId xmlns:a16="http://schemas.microsoft.com/office/drawing/2014/main" id="{74A5B9CA-1025-965A-FC76-7C8635229AEB}"/>
              </a:ext>
            </a:extLst>
          </p:cNvPr>
          <p:cNvSpPr txBox="1"/>
          <p:nvPr/>
        </p:nvSpPr>
        <p:spPr>
          <a:xfrm>
            <a:off x="4930661" y="2211070"/>
            <a:ext cx="5198859" cy="523220"/>
          </a:xfrm>
          <a:prstGeom prst="rect">
            <a:avLst/>
          </a:prstGeom>
          <a:noFill/>
        </p:spPr>
        <p:txBody>
          <a:bodyPr wrap="none" rtlCol="0">
            <a:spAutoFit/>
          </a:bodyPr>
          <a:lstStyle/>
          <a:p>
            <a:r>
              <a:rPr lang="en-US" sz="2800" b="1" dirty="0" err="1">
                <a:latin typeface="+mn-lt"/>
              </a:rPr>
              <a:t>MeSH</a:t>
            </a:r>
            <a:r>
              <a:rPr lang="en-US" sz="2800" b="1" dirty="0">
                <a:latin typeface="+mn-lt"/>
              </a:rPr>
              <a:t> Subject Category Hierarchy</a:t>
            </a:r>
          </a:p>
        </p:txBody>
      </p:sp>
      <p:sp>
        <p:nvSpPr>
          <p:cNvPr id="8" name="TextBox 7">
            <a:extLst>
              <a:ext uri="{FF2B5EF4-FFF2-40B4-BE49-F238E27FC236}">
                <a16:creationId xmlns:a16="http://schemas.microsoft.com/office/drawing/2014/main" id="{634BF77C-33A7-3308-EA62-15CC02D25618}"/>
              </a:ext>
            </a:extLst>
          </p:cNvPr>
          <p:cNvSpPr txBox="1"/>
          <p:nvPr/>
        </p:nvSpPr>
        <p:spPr>
          <a:xfrm>
            <a:off x="4440358" y="3727048"/>
            <a:ext cx="533400" cy="646331"/>
          </a:xfrm>
          <a:prstGeom prst="rect">
            <a:avLst/>
          </a:prstGeom>
          <a:noFill/>
        </p:spPr>
        <p:txBody>
          <a:bodyPr wrap="square" rtlCol="0">
            <a:spAutoFit/>
          </a:bodyPr>
          <a:lstStyle/>
          <a:p>
            <a:r>
              <a:rPr lang="en-US" sz="3600" dirty="0">
                <a:latin typeface="+mn-lt"/>
              </a:rPr>
              <a:t>?</a:t>
            </a:r>
          </a:p>
        </p:txBody>
      </p:sp>
      <p:sp>
        <p:nvSpPr>
          <p:cNvPr id="9" name="TextBox 8">
            <a:extLst>
              <a:ext uri="{FF2B5EF4-FFF2-40B4-BE49-F238E27FC236}">
                <a16:creationId xmlns:a16="http://schemas.microsoft.com/office/drawing/2014/main" id="{B9B27F24-83FA-B55E-4928-F35688795AD4}"/>
              </a:ext>
            </a:extLst>
          </p:cNvPr>
          <p:cNvSpPr txBox="1"/>
          <p:nvPr/>
        </p:nvSpPr>
        <p:spPr>
          <a:xfrm>
            <a:off x="1383271" y="2211070"/>
            <a:ext cx="2133600" cy="646331"/>
          </a:xfrm>
          <a:prstGeom prst="rect">
            <a:avLst/>
          </a:prstGeom>
          <a:noFill/>
        </p:spPr>
        <p:txBody>
          <a:bodyPr wrap="square" rtlCol="0">
            <a:spAutoFit/>
          </a:bodyPr>
          <a:lstStyle/>
          <a:p>
            <a:r>
              <a:rPr lang="en-US" sz="1800" dirty="0">
                <a:latin typeface="Lucida Sans" pitchFamily="-65" charset="0"/>
              </a:rPr>
              <a:t>MEDLINE Article</a:t>
            </a:r>
          </a:p>
          <a:p>
            <a:endParaRPr lang="en-US" sz="1800" dirty="0">
              <a:latin typeface="+mn-lt"/>
            </a:endParaRPr>
          </a:p>
        </p:txBody>
      </p:sp>
      <p:pic>
        <p:nvPicPr>
          <p:cNvPr id="10" name="Picture 9" descr="medline.tiff">
            <a:extLst>
              <a:ext uri="{FF2B5EF4-FFF2-40B4-BE49-F238E27FC236}">
                <a16:creationId xmlns:a16="http://schemas.microsoft.com/office/drawing/2014/main" id="{033AB078-1229-2CEE-FE9B-F7C80E1F1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744470"/>
            <a:ext cx="2614142" cy="3477528"/>
          </a:xfrm>
          <a:prstGeom prst="rect">
            <a:avLst/>
          </a:prstGeom>
          <a:ln>
            <a:solidFill>
              <a:schemeClr val="tx1"/>
            </a:solidFill>
          </a:ln>
        </p:spPr>
      </p:pic>
    </p:spTree>
    <p:extLst>
      <p:ext uri="{BB962C8B-B14F-4D97-AF65-F5344CB8AC3E}">
        <p14:creationId xmlns:p14="http://schemas.microsoft.com/office/powerpoint/2010/main" val="151639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65DB8-9CF9-E5D6-293C-4497BE0B08C0}"/>
              </a:ext>
            </a:extLst>
          </p:cNvPr>
          <p:cNvSpPr>
            <a:spLocks noGrp="1"/>
          </p:cNvSpPr>
          <p:nvPr>
            <p:ph type="title"/>
          </p:nvPr>
        </p:nvSpPr>
        <p:spPr/>
        <p:txBody>
          <a:bodyPr/>
          <a:lstStyle/>
          <a:p>
            <a:r>
              <a:rPr lang="en-AU" dirty="0"/>
              <a:t>Sentiment Analysis</a:t>
            </a:r>
          </a:p>
        </p:txBody>
      </p:sp>
      <p:sp>
        <p:nvSpPr>
          <p:cNvPr id="3" name="Content Placeholder 2">
            <a:extLst>
              <a:ext uri="{FF2B5EF4-FFF2-40B4-BE49-F238E27FC236}">
                <a16:creationId xmlns:a16="http://schemas.microsoft.com/office/drawing/2014/main" id="{1DEFE5F5-3A5D-18A8-379E-C5593DF0091E}"/>
              </a:ext>
            </a:extLst>
          </p:cNvPr>
          <p:cNvSpPr>
            <a:spLocks noGrp="1"/>
          </p:cNvSpPr>
          <p:nvPr>
            <p:ph idx="1"/>
          </p:nvPr>
        </p:nvSpPr>
        <p:spPr/>
        <p:txBody>
          <a:bodyPr/>
          <a:lstStyle/>
          <a:p>
            <a:pPr algn="just"/>
            <a:r>
              <a:rPr lang="en-US" dirty="0"/>
              <a:t>The simplest version of sentiment analysis is a binary classification task, and the words of the review provide excellent cues. </a:t>
            </a:r>
          </a:p>
          <a:p>
            <a:pPr algn="just"/>
            <a:r>
              <a:rPr lang="en-US" dirty="0"/>
              <a:t>Consider, for example, the following phrases extracted from positive and negative reviews of movies and restaurants.</a:t>
            </a:r>
          </a:p>
          <a:p>
            <a:pPr algn="just"/>
            <a:r>
              <a:rPr lang="en-US" dirty="0"/>
              <a:t>Words like great, richly, awesome, and pathetic, and awful and ridiculously are very informative cues.</a:t>
            </a:r>
            <a:endParaRPr lang="en-AU" dirty="0"/>
          </a:p>
        </p:txBody>
      </p:sp>
      <p:sp>
        <p:nvSpPr>
          <p:cNvPr id="4" name="Slide Number Placeholder 3">
            <a:extLst>
              <a:ext uri="{FF2B5EF4-FFF2-40B4-BE49-F238E27FC236}">
                <a16:creationId xmlns:a16="http://schemas.microsoft.com/office/drawing/2014/main" id="{EDCC41FD-0ED8-6ABC-B41A-1F98B8A9EBCF}"/>
              </a:ext>
            </a:extLst>
          </p:cNvPr>
          <p:cNvSpPr>
            <a:spLocks noGrp="1"/>
          </p:cNvSpPr>
          <p:nvPr>
            <p:ph type="sldNum" sz="quarter" idx="12"/>
          </p:nvPr>
        </p:nvSpPr>
        <p:spPr/>
        <p:txBody>
          <a:bodyPr/>
          <a:lstStyle/>
          <a:p>
            <a:fld id="{69F21BBE-7842-470C-94BF-4E4E50831BF5}" type="slidenum">
              <a:rPr lang="en-AU" smtClean="0"/>
              <a:t>9</a:t>
            </a:fld>
            <a:endParaRPr lang="en-AU"/>
          </a:p>
        </p:txBody>
      </p:sp>
      <p:graphicFrame>
        <p:nvGraphicFramePr>
          <p:cNvPr id="6" name="Table 5">
            <a:extLst>
              <a:ext uri="{FF2B5EF4-FFF2-40B4-BE49-F238E27FC236}">
                <a16:creationId xmlns:a16="http://schemas.microsoft.com/office/drawing/2014/main" id="{720EFE4A-53E3-E7F5-1D02-849493F6B822}"/>
              </a:ext>
            </a:extLst>
          </p:cNvPr>
          <p:cNvGraphicFramePr>
            <a:graphicFrameLocks noGrp="1"/>
          </p:cNvGraphicFramePr>
          <p:nvPr>
            <p:extLst>
              <p:ext uri="{D42A27DB-BD31-4B8C-83A1-F6EECF244321}">
                <p14:modId xmlns:p14="http://schemas.microsoft.com/office/powerpoint/2010/main" val="2997954070"/>
              </p:ext>
            </p:extLst>
          </p:nvPr>
        </p:nvGraphicFramePr>
        <p:xfrm>
          <a:off x="1647907" y="4363913"/>
          <a:ext cx="8896186" cy="2225040"/>
        </p:xfrm>
        <a:graphic>
          <a:graphicData uri="http://schemas.openxmlformats.org/drawingml/2006/table">
            <a:tbl>
              <a:tblPr firstRow="1" bandRow="1">
                <a:tableStyleId>{5940675A-B579-460E-94D1-54222C63F5DA}</a:tableStyleId>
              </a:tblPr>
              <a:tblGrid>
                <a:gridCol w="7628479">
                  <a:extLst>
                    <a:ext uri="{9D8B030D-6E8A-4147-A177-3AD203B41FA5}">
                      <a16:colId xmlns:a16="http://schemas.microsoft.com/office/drawing/2014/main" val="853836342"/>
                    </a:ext>
                  </a:extLst>
                </a:gridCol>
                <a:gridCol w="1267707">
                  <a:extLst>
                    <a:ext uri="{9D8B030D-6E8A-4147-A177-3AD203B41FA5}">
                      <a16:colId xmlns:a16="http://schemas.microsoft.com/office/drawing/2014/main" val="212597754"/>
                    </a:ext>
                  </a:extLst>
                </a:gridCol>
              </a:tblGrid>
              <a:tr h="370840">
                <a:tc>
                  <a:txBody>
                    <a:bodyPr/>
                    <a:lstStyle/>
                    <a:p>
                      <a:pPr algn="ctr"/>
                      <a:r>
                        <a:rPr lang="en-AU" b="1" dirty="0"/>
                        <a:t>Text</a:t>
                      </a:r>
                    </a:p>
                  </a:txBody>
                  <a:tcPr>
                    <a:solidFill>
                      <a:schemeClr val="bg1">
                        <a:lumMod val="85000"/>
                      </a:schemeClr>
                    </a:solidFill>
                  </a:tcPr>
                </a:tc>
                <a:tc>
                  <a:txBody>
                    <a:bodyPr/>
                    <a:lstStyle/>
                    <a:p>
                      <a:pPr algn="ctr"/>
                      <a:r>
                        <a:rPr lang="en-AU" b="1" dirty="0"/>
                        <a:t>Lebel</a:t>
                      </a:r>
                    </a:p>
                  </a:txBody>
                  <a:tcPr>
                    <a:solidFill>
                      <a:schemeClr val="bg1">
                        <a:lumMod val="85000"/>
                      </a:schemeClr>
                    </a:solidFill>
                  </a:tcPr>
                </a:tc>
                <a:extLst>
                  <a:ext uri="{0D108BD9-81ED-4DB2-BD59-A6C34878D82A}">
                    <a16:rowId xmlns:a16="http://schemas.microsoft.com/office/drawing/2014/main" val="28855218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t>...zany characters and richly applied satire, and some great plot twists</a:t>
                      </a:r>
                    </a:p>
                  </a:txBody>
                  <a:tcPr/>
                </a:tc>
                <a:tc>
                  <a:txBody>
                    <a:bodyPr/>
                    <a:lstStyle/>
                    <a:p>
                      <a:r>
                        <a:rPr lang="en-AU" dirty="0"/>
                        <a:t>pos</a:t>
                      </a:r>
                    </a:p>
                  </a:txBody>
                  <a:tcPr/>
                </a:tc>
                <a:extLst>
                  <a:ext uri="{0D108BD9-81ED-4DB2-BD59-A6C34878D82A}">
                    <a16:rowId xmlns:a16="http://schemas.microsoft.com/office/drawing/2014/main" val="3290233680"/>
                  </a:ext>
                </a:extLst>
              </a:tr>
              <a:tr h="370840">
                <a:tc>
                  <a:txBody>
                    <a:bodyPr/>
                    <a:lstStyle/>
                    <a:p>
                      <a:r>
                        <a:rPr lang="en-US" sz="1800" b="0" i="0" u="none" strike="noStrike" baseline="0" dirty="0"/>
                        <a:t>It was pathetic. The worst part about it was the boxing scenes...</a:t>
                      </a:r>
                      <a:endParaRPr lang="en-AU" dirty="0"/>
                    </a:p>
                  </a:txBody>
                  <a:tcPr/>
                </a:tc>
                <a:tc>
                  <a:txBody>
                    <a:bodyPr/>
                    <a:lstStyle/>
                    <a:p>
                      <a:r>
                        <a:rPr lang="en-AU" dirty="0"/>
                        <a:t>neg</a:t>
                      </a:r>
                    </a:p>
                  </a:txBody>
                  <a:tcPr/>
                </a:tc>
                <a:extLst>
                  <a:ext uri="{0D108BD9-81ED-4DB2-BD59-A6C34878D82A}">
                    <a16:rowId xmlns:a16="http://schemas.microsoft.com/office/drawing/2014/main" val="3936811470"/>
                  </a:ext>
                </a:extLst>
              </a:tr>
              <a:tr h="370840">
                <a:tc>
                  <a:txBody>
                    <a:bodyPr/>
                    <a:lstStyle/>
                    <a:p>
                      <a:r>
                        <a:rPr lang="en-US" sz="1800" b="0" i="0" u="none" strike="noStrike" baseline="0" dirty="0"/>
                        <a:t>...awesome caramel sauce and sweet toasty almonds. I love this place!</a:t>
                      </a:r>
                      <a:endParaRPr lang="en-AU" dirty="0"/>
                    </a:p>
                  </a:txBody>
                  <a:tcPr/>
                </a:tc>
                <a:tc>
                  <a:txBody>
                    <a:bodyPr/>
                    <a:lstStyle/>
                    <a:p>
                      <a:r>
                        <a:rPr lang="en-AU" dirty="0"/>
                        <a:t>pos</a:t>
                      </a:r>
                    </a:p>
                  </a:txBody>
                  <a:tcPr/>
                </a:tc>
                <a:extLst>
                  <a:ext uri="{0D108BD9-81ED-4DB2-BD59-A6C34878D82A}">
                    <a16:rowId xmlns:a16="http://schemas.microsoft.com/office/drawing/2014/main" val="791309337"/>
                  </a:ext>
                </a:extLst>
              </a:tr>
              <a:tr h="370840">
                <a:tc>
                  <a:txBody>
                    <a:bodyPr/>
                    <a:lstStyle/>
                    <a:p>
                      <a:r>
                        <a:rPr lang="en-US" sz="1800" b="0" i="0" u="none" strike="noStrike" baseline="0" dirty="0"/>
                        <a:t>...awful pizza and ridiculously overpriced...</a:t>
                      </a:r>
                      <a:endParaRPr lang="en-AU" dirty="0"/>
                    </a:p>
                  </a:txBody>
                  <a:tcPr/>
                </a:tc>
                <a:tc>
                  <a:txBody>
                    <a:bodyPr/>
                    <a:lstStyle/>
                    <a:p>
                      <a:r>
                        <a:rPr lang="en-AU" dirty="0"/>
                        <a:t>neg</a:t>
                      </a:r>
                    </a:p>
                  </a:txBody>
                  <a:tcPr/>
                </a:tc>
                <a:extLst>
                  <a:ext uri="{0D108BD9-81ED-4DB2-BD59-A6C34878D82A}">
                    <a16:rowId xmlns:a16="http://schemas.microsoft.com/office/drawing/2014/main" val="2600338813"/>
                  </a:ext>
                </a:extLst>
              </a:tr>
              <a:tr h="370840">
                <a:tc>
                  <a:txBody>
                    <a:bodyPr/>
                    <a:lstStyle/>
                    <a:p>
                      <a:r>
                        <a:rPr lang="en-AU" dirty="0"/>
                        <a:t>This burger is pathetic.</a:t>
                      </a:r>
                    </a:p>
                  </a:txBody>
                  <a:tcPr/>
                </a:tc>
                <a:tc>
                  <a:txBody>
                    <a:bodyPr/>
                    <a:lstStyle/>
                    <a:p>
                      <a:r>
                        <a:rPr lang="en-AU" dirty="0"/>
                        <a:t>???</a:t>
                      </a:r>
                    </a:p>
                  </a:txBody>
                  <a:tcPr/>
                </a:tc>
                <a:extLst>
                  <a:ext uri="{0D108BD9-81ED-4DB2-BD59-A6C34878D82A}">
                    <a16:rowId xmlns:a16="http://schemas.microsoft.com/office/drawing/2014/main" val="1842115362"/>
                  </a:ext>
                </a:extLst>
              </a:tr>
            </a:tbl>
          </a:graphicData>
        </a:graphic>
      </p:graphicFrame>
    </p:spTree>
    <p:extLst>
      <p:ext uri="{BB962C8B-B14F-4D97-AF65-F5344CB8AC3E}">
        <p14:creationId xmlns:p14="http://schemas.microsoft.com/office/powerpoint/2010/main" val="656963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B2510-83BF-CF32-4405-998AE76560CD}"/>
              </a:ext>
            </a:extLst>
          </p:cNvPr>
          <p:cNvSpPr>
            <a:spLocks noGrp="1"/>
          </p:cNvSpPr>
          <p:nvPr>
            <p:ph type="title"/>
          </p:nvPr>
        </p:nvSpPr>
        <p:spPr/>
        <p:txBody>
          <a:bodyPr/>
          <a:lstStyle/>
          <a:p>
            <a:r>
              <a:rPr lang="en-AU" dirty="0"/>
              <a:t>Sentiment Analysis Methods</a:t>
            </a:r>
          </a:p>
        </p:txBody>
      </p:sp>
      <p:sp>
        <p:nvSpPr>
          <p:cNvPr id="3" name="Content Placeholder 2">
            <a:extLst>
              <a:ext uri="{FF2B5EF4-FFF2-40B4-BE49-F238E27FC236}">
                <a16:creationId xmlns:a16="http://schemas.microsoft.com/office/drawing/2014/main" id="{082D1467-E9CD-781E-CC09-FEA7D387CE66}"/>
              </a:ext>
            </a:extLst>
          </p:cNvPr>
          <p:cNvSpPr>
            <a:spLocks noGrp="1"/>
          </p:cNvSpPr>
          <p:nvPr>
            <p:ph idx="1"/>
          </p:nvPr>
        </p:nvSpPr>
        <p:spPr/>
        <p:txBody>
          <a:bodyPr/>
          <a:lstStyle/>
          <a:p>
            <a:r>
              <a:rPr lang="en-US" dirty="0"/>
              <a:t>A rule-based algorithm composed by a human (e.g., VADER scikit-learn)</a:t>
            </a:r>
          </a:p>
          <a:p>
            <a:r>
              <a:rPr lang="en-US" dirty="0"/>
              <a:t>A machine learning model based on data (e.g., Naive Bayes scikit-learn)</a:t>
            </a:r>
            <a:endParaRPr lang="en-AU" dirty="0"/>
          </a:p>
        </p:txBody>
      </p:sp>
      <p:sp>
        <p:nvSpPr>
          <p:cNvPr id="4" name="Slide Number Placeholder 3">
            <a:extLst>
              <a:ext uri="{FF2B5EF4-FFF2-40B4-BE49-F238E27FC236}">
                <a16:creationId xmlns:a16="http://schemas.microsoft.com/office/drawing/2014/main" id="{50BC0234-2EE8-A56F-2716-EFDA321A6CAD}"/>
              </a:ext>
            </a:extLst>
          </p:cNvPr>
          <p:cNvSpPr>
            <a:spLocks noGrp="1"/>
          </p:cNvSpPr>
          <p:nvPr>
            <p:ph type="sldNum" sz="quarter" idx="12"/>
          </p:nvPr>
        </p:nvSpPr>
        <p:spPr/>
        <p:txBody>
          <a:bodyPr/>
          <a:lstStyle/>
          <a:p>
            <a:fld id="{69F21BBE-7842-470C-94BF-4E4E50831BF5}" type="slidenum">
              <a:rPr lang="en-AU" smtClean="0"/>
              <a:t>10</a:t>
            </a:fld>
            <a:endParaRPr lang="en-AU"/>
          </a:p>
        </p:txBody>
      </p:sp>
    </p:spTree>
    <p:extLst>
      <p:ext uri="{BB962C8B-B14F-4D97-AF65-F5344CB8AC3E}">
        <p14:creationId xmlns:p14="http://schemas.microsoft.com/office/powerpoint/2010/main" val="3711489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825D9-5F90-38EA-2178-5393514B36B4}"/>
              </a:ext>
            </a:extLst>
          </p:cNvPr>
          <p:cNvSpPr>
            <a:spLocks noGrp="1"/>
          </p:cNvSpPr>
          <p:nvPr>
            <p:ph type="title"/>
          </p:nvPr>
        </p:nvSpPr>
        <p:spPr/>
        <p:txBody>
          <a:bodyPr/>
          <a:lstStyle/>
          <a:p>
            <a:r>
              <a:rPr lang="en-AU" dirty="0"/>
              <a:t>Rule Based Approach</a:t>
            </a:r>
          </a:p>
        </p:txBody>
      </p:sp>
      <p:sp>
        <p:nvSpPr>
          <p:cNvPr id="3" name="Content Placeholder 2">
            <a:extLst>
              <a:ext uri="{FF2B5EF4-FFF2-40B4-BE49-F238E27FC236}">
                <a16:creationId xmlns:a16="http://schemas.microsoft.com/office/drawing/2014/main" id="{7E436435-68FE-1A8A-2605-33E6646450EB}"/>
              </a:ext>
            </a:extLst>
          </p:cNvPr>
          <p:cNvSpPr>
            <a:spLocks noGrp="1"/>
          </p:cNvSpPr>
          <p:nvPr>
            <p:ph idx="1"/>
          </p:nvPr>
        </p:nvSpPr>
        <p:spPr/>
        <p:txBody>
          <a:bodyPr>
            <a:normAutofit/>
          </a:bodyPr>
          <a:lstStyle/>
          <a:p>
            <a:r>
              <a:rPr lang="en-US" dirty="0"/>
              <a:t>Rules based on combinations of words or other features</a:t>
            </a:r>
          </a:p>
          <a:p>
            <a:pPr lvl="1"/>
            <a:r>
              <a:rPr lang="en-US" sz="2200" dirty="0"/>
              <a:t>spam: black-list-address OR (“dollars” AND “have been selected”)</a:t>
            </a:r>
          </a:p>
          <a:p>
            <a:r>
              <a:rPr lang="en-US" dirty="0"/>
              <a:t>Accuracy can be high</a:t>
            </a:r>
          </a:p>
          <a:p>
            <a:pPr lvl="1"/>
            <a:r>
              <a:rPr lang="en-US" sz="2200" dirty="0"/>
              <a:t>In very specific domains</a:t>
            </a:r>
          </a:p>
          <a:p>
            <a:pPr lvl="1"/>
            <a:r>
              <a:rPr lang="en-US" sz="2200" dirty="0"/>
              <a:t>If rules are carefully refined by experts</a:t>
            </a:r>
          </a:p>
          <a:p>
            <a:r>
              <a:rPr lang="en-US" dirty="0"/>
              <a:t>But:</a:t>
            </a:r>
          </a:p>
          <a:p>
            <a:pPr lvl="1"/>
            <a:r>
              <a:rPr lang="en-US" sz="2200" dirty="0"/>
              <a:t>rules can be fragile, as situations or data change over time</a:t>
            </a:r>
          </a:p>
          <a:p>
            <a:pPr lvl="1"/>
            <a:r>
              <a:rPr lang="en-US" sz="2200" dirty="0"/>
              <a:t>building and maintaining rules is expensive</a:t>
            </a:r>
          </a:p>
          <a:p>
            <a:pPr lvl="1"/>
            <a:r>
              <a:rPr lang="en-US" sz="2200" dirty="0"/>
              <a:t>they are too literal and specific: "high-precision, low-recall"</a:t>
            </a:r>
          </a:p>
          <a:p>
            <a:endParaRPr lang="en-AU" dirty="0"/>
          </a:p>
        </p:txBody>
      </p:sp>
      <p:sp>
        <p:nvSpPr>
          <p:cNvPr id="4" name="Slide Number Placeholder 3">
            <a:extLst>
              <a:ext uri="{FF2B5EF4-FFF2-40B4-BE49-F238E27FC236}">
                <a16:creationId xmlns:a16="http://schemas.microsoft.com/office/drawing/2014/main" id="{9474BC9D-8372-45F5-BF37-A4100C5A2A18}"/>
              </a:ext>
            </a:extLst>
          </p:cNvPr>
          <p:cNvSpPr>
            <a:spLocks noGrp="1"/>
          </p:cNvSpPr>
          <p:nvPr>
            <p:ph type="sldNum" sz="quarter" idx="12"/>
          </p:nvPr>
        </p:nvSpPr>
        <p:spPr/>
        <p:txBody>
          <a:bodyPr/>
          <a:lstStyle/>
          <a:p>
            <a:fld id="{69F21BBE-7842-470C-94BF-4E4E50831BF5}" type="slidenum">
              <a:rPr lang="en-AU" smtClean="0"/>
              <a:t>11</a:t>
            </a:fld>
            <a:endParaRPr lang="en-AU"/>
          </a:p>
        </p:txBody>
      </p:sp>
    </p:spTree>
    <p:extLst>
      <p:ext uri="{BB962C8B-B14F-4D97-AF65-F5344CB8AC3E}">
        <p14:creationId xmlns:p14="http://schemas.microsoft.com/office/powerpoint/2010/main" val="2072259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9179-D6CA-B84F-CFD3-2A0C9AA7A968}"/>
              </a:ext>
            </a:extLst>
          </p:cNvPr>
          <p:cNvSpPr>
            <a:spLocks noGrp="1"/>
          </p:cNvSpPr>
          <p:nvPr>
            <p:ph type="title"/>
          </p:nvPr>
        </p:nvSpPr>
        <p:spPr/>
        <p:txBody>
          <a:bodyPr/>
          <a:lstStyle/>
          <a:p>
            <a:r>
              <a:rPr lang="en-AU" dirty="0"/>
              <a:t>Machine Learning Approach</a:t>
            </a:r>
          </a:p>
        </p:txBody>
      </p:sp>
      <p:sp>
        <p:nvSpPr>
          <p:cNvPr id="3" name="Content Placeholder 2">
            <a:extLst>
              <a:ext uri="{FF2B5EF4-FFF2-40B4-BE49-F238E27FC236}">
                <a16:creationId xmlns:a16="http://schemas.microsoft.com/office/drawing/2014/main" id="{8BD2275C-537D-B920-DDB0-80EB8446D387}"/>
              </a:ext>
            </a:extLst>
          </p:cNvPr>
          <p:cNvSpPr>
            <a:spLocks noGrp="1"/>
          </p:cNvSpPr>
          <p:nvPr>
            <p:ph idx="1"/>
          </p:nvPr>
        </p:nvSpPr>
        <p:spPr>
          <a:xfrm>
            <a:off x="1143000" y="2057399"/>
            <a:ext cx="9872871" cy="4531553"/>
          </a:xfrm>
        </p:spPr>
        <p:txBody>
          <a:bodyPr>
            <a:normAutofit lnSpcReduction="10000"/>
          </a:bodyPr>
          <a:lstStyle/>
          <a:p>
            <a:pPr algn="just"/>
            <a:r>
              <a:rPr lang="en-US" dirty="0"/>
              <a:t>Machine learning, relies on a labeled set of statements or documents to train a machine learning model to create rules. </a:t>
            </a:r>
          </a:p>
          <a:p>
            <a:pPr algn="just"/>
            <a:r>
              <a:rPr lang="en-US" dirty="0"/>
              <a:t>A machine learning sentiment model is trained to process input text and output a numerical value for the sentiment we are trying to measure. This approach is known as </a:t>
            </a:r>
            <a:r>
              <a:rPr lang="en-US" b="1" dirty="0"/>
              <a:t>supervised machine learning</a:t>
            </a:r>
            <a:r>
              <a:rPr lang="en-US" dirty="0"/>
              <a:t>.</a:t>
            </a:r>
          </a:p>
          <a:p>
            <a:pPr algn="just"/>
            <a:r>
              <a:rPr lang="en-US" i="1" dirty="0"/>
              <a:t>Input: </a:t>
            </a:r>
          </a:p>
          <a:p>
            <a:pPr lvl="1" algn="just"/>
            <a:r>
              <a:rPr lang="en-US" sz="2200" dirty="0"/>
              <a:t>a document </a:t>
            </a:r>
            <a:r>
              <a:rPr lang="en-US" sz="2200" i="1" dirty="0"/>
              <a:t>d</a:t>
            </a:r>
          </a:p>
          <a:p>
            <a:pPr lvl="1" algn="just"/>
            <a:r>
              <a:rPr lang="en-US" sz="2200" i="1" dirty="0"/>
              <a:t> </a:t>
            </a:r>
            <a:r>
              <a:rPr lang="en-US" sz="2200" dirty="0">
                <a:ea typeface="ＭＳ Ｐゴシック" charset="0"/>
              </a:rPr>
              <a:t>a fixed set of classes  </a:t>
            </a:r>
            <a:r>
              <a:rPr lang="en-US" sz="2200" i="1" dirty="0">
                <a:ea typeface="ＭＳ Ｐゴシック" charset="0"/>
              </a:rPr>
              <a:t>C </a:t>
            </a:r>
            <a:r>
              <a:rPr lang="en-US" sz="2200" dirty="0">
                <a:ea typeface="ＭＳ Ｐゴシック" charset="0"/>
              </a:rPr>
              <a:t>=</a:t>
            </a:r>
            <a:r>
              <a:rPr lang="en-US" sz="2200" i="1" dirty="0">
                <a:ea typeface="ＭＳ Ｐゴシック" charset="0"/>
              </a:rPr>
              <a:t> </a:t>
            </a:r>
            <a:r>
              <a:rPr lang="en-US" sz="2200" dirty="0">
                <a:ea typeface="ＭＳ Ｐゴシック" charset="0"/>
                <a:sym typeface="Symbol" charset="0"/>
              </a:rPr>
              <a:t>{</a:t>
            </a:r>
            <a:r>
              <a:rPr lang="en-US" sz="2200" i="1" dirty="0">
                <a:ea typeface="ＭＳ Ｐゴシック" charset="0"/>
                <a:sym typeface="Symbol" charset="0"/>
              </a:rPr>
              <a:t>c</a:t>
            </a:r>
            <a:r>
              <a:rPr lang="en-US" sz="2200" baseline="-25000" dirty="0">
                <a:ea typeface="ＭＳ Ｐゴシック" charset="0"/>
                <a:sym typeface="Symbol" charset="0"/>
              </a:rPr>
              <a:t>1</a:t>
            </a:r>
            <a:r>
              <a:rPr lang="en-US" sz="2200" dirty="0">
                <a:ea typeface="ＭＳ Ｐゴシック" charset="0"/>
                <a:sym typeface="Symbol" charset="0"/>
              </a:rPr>
              <a:t>, </a:t>
            </a:r>
            <a:r>
              <a:rPr lang="en-US" sz="2200" i="1" dirty="0">
                <a:ea typeface="ＭＳ Ｐゴシック" charset="0"/>
                <a:sym typeface="Symbol" charset="0"/>
              </a:rPr>
              <a:t>c</a:t>
            </a:r>
            <a:r>
              <a:rPr lang="en-US" sz="2200" baseline="-25000" dirty="0">
                <a:ea typeface="ＭＳ Ｐゴシック" charset="0"/>
                <a:sym typeface="Symbol" charset="0"/>
              </a:rPr>
              <a:t>2</a:t>
            </a:r>
            <a:r>
              <a:rPr lang="en-US" sz="2200" dirty="0">
                <a:ea typeface="ＭＳ Ｐゴシック" charset="0"/>
                <a:sym typeface="Symbol" charset="0"/>
              </a:rPr>
              <a:t>,…, </a:t>
            </a:r>
            <a:r>
              <a:rPr lang="en-US" sz="2200" i="1" dirty="0" err="1">
                <a:ea typeface="ＭＳ Ｐゴシック" charset="0"/>
                <a:sym typeface="Symbol" charset="0"/>
              </a:rPr>
              <a:t>c</a:t>
            </a:r>
            <a:r>
              <a:rPr lang="en-US" sz="2200" i="1" baseline="-25000" dirty="0" err="1">
                <a:ea typeface="ＭＳ Ｐゴシック" charset="0"/>
                <a:sym typeface="Symbol" charset="0"/>
              </a:rPr>
              <a:t>J</a:t>
            </a:r>
            <a:r>
              <a:rPr lang="en-US" sz="2200" dirty="0">
                <a:ea typeface="ＭＳ Ｐゴシック" charset="0"/>
                <a:sym typeface="Symbol" charset="0"/>
              </a:rPr>
              <a:t>}</a:t>
            </a:r>
            <a:endParaRPr lang="en-US" sz="2200" i="1" dirty="0"/>
          </a:p>
          <a:p>
            <a:pPr lvl="1" algn="just"/>
            <a:r>
              <a:rPr lang="en-US" sz="2200" dirty="0"/>
              <a:t>A </a:t>
            </a:r>
            <a:r>
              <a:rPr lang="en-US" sz="2200" b="1" dirty="0"/>
              <a:t>training set</a:t>
            </a:r>
            <a:r>
              <a:rPr lang="en-US" sz="2200" dirty="0"/>
              <a:t> of </a:t>
            </a:r>
            <a:r>
              <a:rPr lang="en-US" sz="2200" i="1" dirty="0"/>
              <a:t>m </a:t>
            </a:r>
            <a:r>
              <a:rPr lang="en-US" sz="2200" dirty="0"/>
              <a:t>hand-labeled </a:t>
            </a:r>
          </a:p>
          <a:p>
            <a:pPr marL="274320" lvl="1" indent="0" algn="just">
              <a:buNone/>
            </a:pPr>
            <a:r>
              <a:rPr lang="en-US" sz="2200" dirty="0"/>
              <a:t>documents </a:t>
            </a:r>
            <a:r>
              <a:rPr lang="en-US" sz="2200" i="1" dirty="0"/>
              <a:t>(d</a:t>
            </a:r>
            <a:r>
              <a:rPr lang="en-US" sz="2200" i="1" baseline="-25000" dirty="0"/>
              <a:t>1</a:t>
            </a:r>
            <a:r>
              <a:rPr lang="en-US" sz="2200" i="1" dirty="0"/>
              <a:t>,c</a:t>
            </a:r>
            <a:r>
              <a:rPr lang="en-US" sz="2200" i="1" baseline="-25000" dirty="0"/>
              <a:t>1</a:t>
            </a:r>
            <a:r>
              <a:rPr lang="en-US" sz="2200" i="1" dirty="0"/>
              <a:t>),....,(</a:t>
            </a:r>
            <a:r>
              <a:rPr lang="en-US" sz="2200" i="1" dirty="0" err="1"/>
              <a:t>d</a:t>
            </a:r>
            <a:r>
              <a:rPr lang="en-US" sz="2200" i="1" baseline="-25000" dirty="0" err="1"/>
              <a:t>m</a:t>
            </a:r>
            <a:r>
              <a:rPr lang="en-US" sz="2200" i="1" dirty="0" err="1"/>
              <a:t>,c</a:t>
            </a:r>
            <a:r>
              <a:rPr lang="en-US" sz="2200" i="1" baseline="-25000" dirty="0" err="1"/>
              <a:t>m</a:t>
            </a:r>
            <a:r>
              <a:rPr lang="en-US" sz="2200" i="1" dirty="0"/>
              <a:t>)</a:t>
            </a:r>
          </a:p>
          <a:p>
            <a:pPr algn="just"/>
            <a:r>
              <a:rPr lang="en-US" i="1" dirty="0"/>
              <a:t>Output: </a:t>
            </a:r>
          </a:p>
          <a:p>
            <a:pPr lvl="1" algn="just"/>
            <a:r>
              <a:rPr lang="en-US" sz="2200" dirty="0"/>
              <a:t>a learned classifier </a:t>
            </a:r>
            <a:r>
              <a:rPr lang="en-US" sz="2200" i="1" dirty="0"/>
              <a:t>γ:d </a:t>
            </a:r>
            <a:r>
              <a:rPr lang="en-US" sz="2200" i="1" dirty="0">
                <a:sym typeface="Wingdings" charset="2"/>
              </a:rPr>
              <a:t> c</a:t>
            </a:r>
            <a:endParaRPr lang="en-US" sz="2200" i="1" dirty="0"/>
          </a:p>
        </p:txBody>
      </p:sp>
      <p:sp>
        <p:nvSpPr>
          <p:cNvPr id="4" name="Slide Number Placeholder 3">
            <a:extLst>
              <a:ext uri="{FF2B5EF4-FFF2-40B4-BE49-F238E27FC236}">
                <a16:creationId xmlns:a16="http://schemas.microsoft.com/office/drawing/2014/main" id="{E09BCD19-2F01-2DDC-C4A9-F55CDE42FCC2}"/>
              </a:ext>
            </a:extLst>
          </p:cNvPr>
          <p:cNvSpPr>
            <a:spLocks noGrp="1"/>
          </p:cNvSpPr>
          <p:nvPr>
            <p:ph type="sldNum" sz="quarter" idx="12"/>
          </p:nvPr>
        </p:nvSpPr>
        <p:spPr/>
        <p:txBody>
          <a:bodyPr/>
          <a:lstStyle/>
          <a:p>
            <a:fld id="{69F21BBE-7842-470C-94BF-4E4E50831BF5}" type="slidenum">
              <a:rPr lang="en-AU" smtClean="0"/>
              <a:t>12</a:t>
            </a:fld>
            <a:endParaRPr lang="en-AU"/>
          </a:p>
        </p:txBody>
      </p:sp>
      <p:sp>
        <p:nvSpPr>
          <p:cNvPr id="5" name="Rectangle 4">
            <a:extLst>
              <a:ext uri="{FF2B5EF4-FFF2-40B4-BE49-F238E27FC236}">
                <a16:creationId xmlns:a16="http://schemas.microsoft.com/office/drawing/2014/main" id="{0DCC62C0-7E6D-3E55-5FE8-F14B4B3A68B9}"/>
              </a:ext>
            </a:extLst>
          </p:cNvPr>
          <p:cNvSpPr/>
          <p:nvPr/>
        </p:nvSpPr>
        <p:spPr>
          <a:xfrm>
            <a:off x="6750877" y="3743960"/>
            <a:ext cx="4284870" cy="238760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2200" dirty="0"/>
              <a:t>Many kinds of classifiers!</a:t>
            </a:r>
          </a:p>
          <a:p>
            <a:pPr lvl="1">
              <a:buFont typeface="Arial" panose="020B0604020202020204" pitchFamily="34" charset="0"/>
              <a:buChar char="•"/>
            </a:pPr>
            <a:r>
              <a:rPr lang="en-US" sz="2200" dirty="0"/>
              <a:t> Na</a:t>
            </a:r>
            <a:r>
              <a:rPr lang="fr-FR" sz="2200" dirty="0"/>
              <a:t>ï</a:t>
            </a:r>
            <a:r>
              <a:rPr lang="en-US" sz="2200" dirty="0" err="1"/>
              <a:t>ve</a:t>
            </a:r>
            <a:r>
              <a:rPr lang="en-US" sz="2200" dirty="0"/>
              <a:t> Bayes (this lecture)</a:t>
            </a:r>
          </a:p>
          <a:p>
            <a:pPr lvl="1">
              <a:buFont typeface="Arial" panose="020B0604020202020204" pitchFamily="34" charset="0"/>
              <a:buChar char="•"/>
            </a:pPr>
            <a:r>
              <a:rPr lang="en-US" sz="2200" dirty="0"/>
              <a:t> </a:t>
            </a:r>
            <a:r>
              <a:rPr lang="en-US" sz="2200" i="1" dirty="0"/>
              <a:t>k</a:t>
            </a:r>
            <a:r>
              <a:rPr lang="en-US" sz="2200" dirty="0"/>
              <a:t>-nearest neighbors </a:t>
            </a:r>
          </a:p>
          <a:p>
            <a:pPr lvl="1">
              <a:buFont typeface="Arial" panose="020B0604020202020204" pitchFamily="34" charset="0"/>
              <a:buChar char="•"/>
            </a:pPr>
            <a:r>
              <a:rPr lang="en-US" sz="2200" dirty="0"/>
              <a:t> Logistic regression  </a:t>
            </a:r>
          </a:p>
          <a:p>
            <a:pPr lvl="1">
              <a:buFont typeface="Arial" panose="020B0604020202020204" pitchFamily="34" charset="0"/>
              <a:buChar char="•"/>
            </a:pPr>
            <a:r>
              <a:rPr lang="en-US" sz="2200" dirty="0"/>
              <a:t> Neural networks</a:t>
            </a:r>
          </a:p>
          <a:p>
            <a:pPr lvl="1">
              <a:buFont typeface="Arial" panose="020B0604020202020204" pitchFamily="34" charset="0"/>
              <a:buChar char="•"/>
            </a:pPr>
            <a:r>
              <a:rPr lang="en-US" sz="2200" i="1" dirty="0"/>
              <a:t> </a:t>
            </a:r>
            <a:r>
              <a:rPr lang="en-US" sz="2200" dirty="0"/>
              <a:t>…</a:t>
            </a:r>
          </a:p>
        </p:txBody>
      </p:sp>
    </p:spTree>
    <p:extLst>
      <p:ext uri="{BB962C8B-B14F-4D97-AF65-F5344CB8AC3E}">
        <p14:creationId xmlns:p14="http://schemas.microsoft.com/office/powerpoint/2010/main" val="4085733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EF97-216B-51F6-65B6-F368FD7890DF}"/>
              </a:ext>
            </a:extLst>
          </p:cNvPr>
          <p:cNvSpPr>
            <a:spLocks noGrp="1"/>
          </p:cNvSpPr>
          <p:nvPr>
            <p:ph type="title"/>
          </p:nvPr>
        </p:nvSpPr>
        <p:spPr/>
        <p:txBody>
          <a:bodyPr/>
          <a:lstStyle/>
          <a:p>
            <a:r>
              <a:rPr lang="en-AU" dirty="0"/>
              <a:t>Bag of Words (</a:t>
            </a:r>
            <a:r>
              <a:rPr lang="en-AU" dirty="0" err="1"/>
              <a:t>BoW</a:t>
            </a:r>
            <a:r>
              <a:rPr lang="en-AU" dirty="0"/>
              <a:t>)</a:t>
            </a:r>
          </a:p>
        </p:txBody>
      </p:sp>
      <p:sp>
        <p:nvSpPr>
          <p:cNvPr id="3" name="Content Placeholder 2">
            <a:extLst>
              <a:ext uri="{FF2B5EF4-FFF2-40B4-BE49-F238E27FC236}">
                <a16:creationId xmlns:a16="http://schemas.microsoft.com/office/drawing/2014/main" id="{83480031-BB2E-356A-5712-FC3DD1C0348B}"/>
              </a:ext>
            </a:extLst>
          </p:cNvPr>
          <p:cNvSpPr>
            <a:spLocks noGrp="1"/>
          </p:cNvSpPr>
          <p:nvPr>
            <p:ph idx="1"/>
          </p:nvPr>
        </p:nvSpPr>
        <p:spPr/>
        <p:txBody>
          <a:bodyPr/>
          <a:lstStyle/>
          <a:p>
            <a:endParaRPr lang="en-AU"/>
          </a:p>
        </p:txBody>
      </p:sp>
      <p:sp>
        <p:nvSpPr>
          <p:cNvPr id="4" name="Slide Number Placeholder 3">
            <a:extLst>
              <a:ext uri="{FF2B5EF4-FFF2-40B4-BE49-F238E27FC236}">
                <a16:creationId xmlns:a16="http://schemas.microsoft.com/office/drawing/2014/main" id="{A0A14B7D-5174-FB58-C182-D1AA4E238D0A}"/>
              </a:ext>
            </a:extLst>
          </p:cNvPr>
          <p:cNvSpPr>
            <a:spLocks noGrp="1"/>
          </p:cNvSpPr>
          <p:nvPr>
            <p:ph type="sldNum" sz="quarter" idx="12"/>
          </p:nvPr>
        </p:nvSpPr>
        <p:spPr/>
        <p:txBody>
          <a:bodyPr/>
          <a:lstStyle/>
          <a:p>
            <a:fld id="{69F21BBE-7842-470C-94BF-4E4E50831BF5}" type="slidenum">
              <a:rPr lang="en-AU" smtClean="0"/>
              <a:t>13</a:t>
            </a:fld>
            <a:endParaRPr lang="en-AU"/>
          </a:p>
        </p:txBody>
      </p:sp>
      <p:pic>
        <p:nvPicPr>
          <p:cNvPr id="8" name="Picture 7">
            <a:extLst>
              <a:ext uri="{FF2B5EF4-FFF2-40B4-BE49-F238E27FC236}">
                <a16:creationId xmlns:a16="http://schemas.microsoft.com/office/drawing/2014/main" id="{DC5AFD0D-6365-E582-6CC2-23E0DA2E8338}"/>
              </a:ext>
            </a:extLst>
          </p:cNvPr>
          <p:cNvPicPr>
            <a:picLocks noChangeAspect="1"/>
          </p:cNvPicPr>
          <p:nvPr/>
        </p:nvPicPr>
        <p:blipFill>
          <a:blip r:embed="rId3"/>
          <a:stretch>
            <a:fillRect/>
          </a:stretch>
        </p:blipFill>
        <p:spPr>
          <a:xfrm>
            <a:off x="345440" y="1704662"/>
            <a:ext cx="9032240" cy="4771183"/>
          </a:xfrm>
          <a:prstGeom prst="rect">
            <a:avLst/>
          </a:prstGeom>
        </p:spPr>
      </p:pic>
      <p:sp>
        <p:nvSpPr>
          <p:cNvPr id="9" name="Rectangle 8">
            <a:extLst>
              <a:ext uri="{FF2B5EF4-FFF2-40B4-BE49-F238E27FC236}">
                <a16:creationId xmlns:a16="http://schemas.microsoft.com/office/drawing/2014/main" id="{79F4BDE5-E15B-16AA-6084-8797ACC47D18}"/>
              </a:ext>
            </a:extLst>
          </p:cNvPr>
          <p:cNvSpPr/>
          <p:nvPr/>
        </p:nvSpPr>
        <p:spPr>
          <a:xfrm>
            <a:off x="9476631" y="1965960"/>
            <a:ext cx="2336800" cy="32195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b="0" i="0" u="none" strike="noStrike" baseline="0" dirty="0"/>
              <a:t>A </a:t>
            </a:r>
            <a:r>
              <a:rPr lang="en-US" sz="2200" b="1" i="0" u="none" strike="noStrike" baseline="0" dirty="0"/>
              <a:t>bag of words </a:t>
            </a:r>
            <a:r>
              <a:rPr lang="en-US" sz="2200" b="0" i="0" u="none" strike="noStrike" baseline="0" dirty="0"/>
              <a:t>is an unordered set of words whose position is ignored, keeping only their frequency in the document.</a:t>
            </a:r>
            <a:endParaRPr lang="en-AU" sz="2200" dirty="0"/>
          </a:p>
        </p:txBody>
      </p:sp>
    </p:spTree>
    <p:extLst>
      <p:ext uri="{BB962C8B-B14F-4D97-AF65-F5344CB8AC3E}">
        <p14:creationId xmlns:p14="http://schemas.microsoft.com/office/powerpoint/2010/main" val="1528738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3A262-476D-3C7A-6808-FE9783D7271D}"/>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8DFABF89-94AD-1E6F-4047-D7FDBE7E1278}"/>
              </a:ext>
            </a:extLst>
          </p:cNvPr>
          <p:cNvSpPr>
            <a:spLocks noGrp="1"/>
          </p:cNvSpPr>
          <p:nvPr>
            <p:ph idx="1"/>
          </p:nvPr>
        </p:nvSpPr>
        <p:spPr/>
        <p:txBody>
          <a:bodyPr/>
          <a:lstStyle/>
          <a:p>
            <a:pPr algn="just"/>
            <a:r>
              <a:rPr lang="en-AU" dirty="0"/>
              <a:t>This method is based on Bayes’ rule.</a:t>
            </a:r>
          </a:p>
          <a:p>
            <a:pPr algn="just"/>
            <a:r>
              <a:rPr lang="en-AU" dirty="0"/>
              <a:t>It relies on </a:t>
            </a:r>
            <a:r>
              <a:rPr lang="en-AU" dirty="0" err="1"/>
              <a:t>BoW</a:t>
            </a:r>
            <a:r>
              <a:rPr lang="en-AU" dirty="0"/>
              <a:t> representation.</a:t>
            </a:r>
          </a:p>
          <a:p>
            <a:pPr algn="just"/>
            <a:r>
              <a:rPr lang="en-US" dirty="0"/>
              <a:t>Naive Bayes is a probabilistic classifier, meaning that for a document d, out of all classes c </a:t>
            </a:r>
            <a:r>
              <a:rPr lang="en-US" dirty="0">
                <a:ea typeface="ＭＳ Ｐゴシック" charset="0"/>
                <a:sym typeface="Symbol" charset="0"/>
              </a:rPr>
              <a:t></a:t>
            </a:r>
            <a:r>
              <a:rPr lang="en-US" dirty="0"/>
              <a:t> C the classifier returns the class c which has the maximum posterior probability given the document.</a:t>
            </a:r>
            <a:endParaRPr lang="en-AU" dirty="0"/>
          </a:p>
        </p:txBody>
      </p:sp>
      <p:sp>
        <p:nvSpPr>
          <p:cNvPr id="4" name="Slide Number Placeholder 3">
            <a:extLst>
              <a:ext uri="{FF2B5EF4-FFF2-40B4-BE49-F238E27FC236}">
                <a16:creationId xmlns:a16="http://schemas.microsoft.com/office/drawing/2014/main" id="{3AF787F2-65E5-7EEE-0EB1-206FA17675E7}"/>
              </a:ext>
            </a:extLst>
          </p:cNvPr>
          <p:cNvSpPr>
            <a:spLocks noGrp="1"/>
          </p:cNvSpPr>
          <p:nvPr>
            <p:ph type="sldNum" sz="quarter" idx="12"/>
          </p:nvPr>
        </p:nvSpPr>
        <p:spPr/>
        <p:txBody>
          <a:bodyPr/>
          <a:lstStyle/>
          <a:p>
            <a:fld id="{69F21BBE-7842-470C-94BF-4E4E50831BF5}" type="slidenum">
              <a:rPr lang="en-AU" smtClean="0"/>
              <a:t>14</a:t>
            </a:fld>
            <a:endParaRPr lang="en-AU"/>
          </a:p>
        </p:txBody>
      </p:sp>
      <p:pic>
        <p:nvPicPr>
          <p:cNvPr id="6" name="Picture 5">
            <a:extLst>
              <a:ext uri="{FF2B5EF4-FFF2-40B4-BE49-F238E27FC236}">
                <a16:creationId xmlns:a16="http://schemas.microsoft.com/office/drawing/2014/main" id="{359599DE-410C-6384-3246-A9202D5F0E5A}"/>
              </a:ext>
            </a:extLst>
          </p:cNvPr>
          <p:cNvPicPr>
            <a:picLocks noChangeAspect="1"/>
          </p:cNvPicPr>
          <p:nvPr/>
        </p:nvPicPr>
        <p:blipFill>
          <a:blip r:embed="rId2"/>
          <a:stretch>
            <a:fillRect/>
          </a:stretch>
        </p:blipFill>
        <p:spPr>
          <a:xfrm>
            <a:off x="4313236" y="4392373"/>
            <a:ext cx="3565527" cy="950807"/>
          </a:xfrm>
          <a:prstGeom prst="rect">
            <a:avLst/>
          </a:prstGeom>
        </p:spPr>
      </p:pic>
    </p:spTree>
    <p:extLst>
      <p:ext uri="{BB962C8B-B14F-4D97-AF65-F5344CB8AC3E}">
        <p14:creationId xmlns:p14="http://schemas.microsoft.com/office/powerpoint/2010/main" val="1903943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A6F5F-3D35-7AD7-E964-19AB71B6F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8911F-65EB-C6B1-9683-CF38D51C1311}"/>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C80D0F7B-AB82-2B09-B894-CF1C7B2D4F28}"/>
              </a:ext>
            </a:extLst>
          </p:cNvPr>
          <p:cNvSpPr>
            <a:spLocks noGrp="1"/>
          </p:cNvSpPr>
          <p:nvPr>
            <p:ph idx="1"/>
          </p:nvPr>
        </p:nvSpPr>
        <p:spPr>
          <a:xfrm>
            <a:off x="1143000" y="2057400"/>
            <a:ext cx="10449560" cy="4445000"/>
          </a:xfrm>
        </p:spPr>
        <p:txBody>
          <a:bodyPr>
            <a:normAutofit/>
          </a:bodyPr>
          <a:lstStyle/>
          <a:p>
            <a:pPr algn="just"/>
            <a:endParaRPr lang="en-AU" dirty="0"/>
          </a:p>
          <a:p>
            <a:pPr algn="just"/>
            <a:endParaRPr lang="en-AU" dirty="0"/>
          </a:p>
          <a:p>
            <a:pPr algn="just"/>
            <a:endParaRPr lang="en-AU" dirty="0"/>
          </a:p>
        </p:txBody>
      </p:sp>
      <p:sp>
        <p:nvSpPr>
          <p:cNvPr id="4" name="Slide Number Placeholder 3">
            <a:extLst>
              <a:ext uri="{FF2B5EF4-FFF2-40B4-BE49-F238E27FC236}">
                <a16:creationId xmlns:a16="http://schemas.microsoft.com/office/drawing/2014/main" id="{EE345C73-F26D-8FF5-23D6-0765CC7C6CB8}"/>
              </a:ext>
            </a:extLst>
          </p:cNvPr>
          <p:cNvSpPr>
            <a:spLocks noGrp="1"/>
          </p:cNvSpPr>
          <p:nvPr>
            <p:ph type="sldNum" sz="quarter" idx="12"/>
          </p:nvPr>
        </p:nvSpPr>
        <p:spPr/>
        <p:txBody>
          <a:bodyPr/>
          <a:lstStyle/>
          <a:p>
            <a:fld id="{69F21BBE-7842-470C-94BF-4E4E50831BF5}" type="slidenum">
              <a:rPr lang="en-AU" smtClean="0"/>
              <a:t>15</a:t>
            </a:fld>
            <a:endParaRPr lang="en-AU"/>
          </a:p>
        </p:txBody>
      </p:sp>
      <p:pic>
        <p:nvPicPr>
          <p:cNvPr id="6" name="Picture 5">
            <a:extLst>
              <a:ext uri="{FF2B5EF4-FFF2-40B4-BE49-F238E27FC236}">
                <a16:creationId xmlns:a16="http://schemas.microsoft.com/office/drawing/2014/main" id="{82A8D836-B0BA-CC9A-95B2-118396622B2B}"/>
              </a:ext>
            </a:extLst>
          </p:cNvPr>
          <p:cNvPicPr>
            <a:picLocks noChangeAspect="1"/>
          </p:cNvPicPr>
          <p:nvPr/>
        </p:nvPicPr>
        <p:blipFill>
          <a:blip r:embed="rId2"/>
          <a:stretch>
            <a:fillRect/>
          </a:stretch>
        </p:blipFill>
        <p:spPr>
          <a:xfrm>
            <a:off x="1143000" y="1722120"/>
            <a:ext cx="3565527" cy="950807"/>
          </a:xfrm>
          <a:prstGeom prst="rect">
            <a:avLst/>
          </a:prstGeom>
        </p:spPr>
      </p:pic>
      <p:pic>
        <p:nvPicPr>
          <p:cNvPr id="5" name="Picture 4">
            <a:extLst>
              <a:ext uri="{FF2B5EF4-FFF2-40B4-BE49-F238E27FC236}">
                <a16:creationId xmlns:a16="http://schemas.microsoft.com/office/drawing/2014/main" id="{5B303C87-CD55-3018-1151-43065D93FEC6}"/>
              </a:ext>
            </a:extLst>
          </p:cNvPr>
          <p:cNvPicPr>
            <a:picLocks noChangeAspect="1"/>
          </p:cNvPicPr>
          <p:nvPr/>
        </p:nvPicPr>
        <p:blipFill>
          <a:blip r:embed="rId3"/>
          <a:stretch>
            <a:fillRect/>
          </a:stretch>
        </p:blipFill>
        <p:spPr>
          <a:xfrm>
            <a:off x="5821321" y="1851237"/>
            <a:ext cx="5771239" cy="2313940"/>
          </a:xfrm>
          <a:prstGeom prst="rect">
            <a:avLst/>
          </a:prstGeom>
        </p:spPr>
      </p:pic>
    </p:spTree>
    <p:extLst>
      <p:ext uri="{BB962C8B-B14F-4D97-AF65-F5344CB8AC3E}">
        <p14:creationId xmlns:p14="http://schemas.microsoft.com/office/powerpoint/2010/main" val="812251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38CB3-E4FB-48B9-24FC-D2CA6B6D9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6899F-245F-7108-2574-AFF1E9604D57}"/>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CAB0E44C-CD0D-0541-714B-A188A4C147ED}"/>
              </a:ext>
            </a:extLst>
          </p:cNvPr>
          <p:cNvSpPr>
            <a:spLocks noGrp="1"/>
          </p:cNvSpPr>
          <p:nvPr>
            <p:ph idx="1"/>
          </p:nvPr>
        </p:nvSpPr>
        <p:spPr>
          <a:xfrm>
            <a:off x="1143000" y="2057400"/>
            <a:ext cx="10449560" cy="4445000"/>
          </a:xfrm>
        </p:spPr>
        <p:txBody>
          <a:bodyPr>
            <a:normAutofit/>
          </a:bodyPr>
          <a:lstStyle/>
          <a:p>
            <a:pPr algn="just"/>
            <a:endParaRPr lang="en-AU" dirty="0"/>
          </a:p>
          <a:p>
            <a:pPr algn="just"/>
            <a:endParaRPr lang="en-AU" dirty="0"/>
          </a:p>
          <a:p>
            <a:pPr algn="just"/>
            <a:endParaRPr lang="en-AU" dirty="0"/>
          </a:p>
        </p:txBody>
      </p:sp>
      <p:sp>
        <p:nvSpPr>
          <p:cNvPr id="4" name="Slide Number Placeholder 3">
            <a:extLst>
              <a:ext uri="{FF2B5EF4-FFF2-40B4-BE49-F238E27FC236}">
                <a16:creationId xmlns:a16="http://schemas.microsoft.com/office/drawing/2014/main" id="{9E535DC1-E0DE-E382-7ADE-93DBEBCB51D2}"/>
              </a:ext>
            </a:extLst>
          </p:cNvPr>
          <p:cNvSpPr>
            <a:spLocks noGrp="1"/>
          </p:cNvSpPr>
          <p:nvPr>
            <p:ph type="sldNum" sz="quarter" idx="12"/>
          </p:nvPr>
        </p:nvSpPr>
        <p:spPr/>
        <p:txBody>
          <a:bodyPr/>
          <a:lstStyle/>
          <a:p>
            <a:fld id="{69F21BBE-7842-470C-94BF-4E4E50831BF5}" type="slidenum">
              <a:rPr lang="en-AU" smtClean="0"/>
              <a:t>16</a:t>
            </a:fld>
            <a:endParaRPr lang="en-AU" dirty="0"/>
          </a:p>
        </p:txBody>
      </p:sp>
      <p:pic>
        <p:nvPicPr>
          <p:cNvPr id="6" name="Picture 5">
            <a:extLst>
              <a:ext uri="{FF2B5EF4-FFF2-40B4-BE49-F238E27FC236}">
                <a16:creationId xmlns:a16="http://schemas.microsoft.com/office/drawing/2014/main" id="{76954A04-FB84-C7BC-5CDE-885E9DB21C98}"/>
              </a:ext>
            </a:extLst>
          </p:cNvPr>
          <p:cNvPicPr>
            <a:picLocks noChangeAspect="1"/>
          </p:cNvPicPr>
          <p:nvPr/>
        </p:nvPicPr>
        <p:blipFill>
          <a:blip r:embed="rId2"/>
          <a:stretch>
            <a:fillRect/>
          </a:stretch>
        </p:blipFill>
        <p:spPr>
          <a:xfrm>
            <a:off x="1143000" y="1722120"/>
            <a:ext cx="3565527" cy="950807"/>
          </a:xfrm>
          <a:prstGeom prst="rect">
            <a:avLst/>
          </a:prstGeom>
        </p:spPr>
      </p:pic>
      <p:pic>
        <p:nvPicPr>
          <p:cNvPr id="5" name="Picture 4">
            <a:extLst>
              <a:ext uri="{FF2B5EF4-FFF2-40B4-BE49-F238E27FC236}">
                <a16:creationId xmlns:a16="http://schemas.microsoft.com/office/drawing/2014/main" id="{B58C1C98-6BE3-B80C-D3C8-BCAFBA6151D3}"/>
              </a:ext>
            </a:extLst>
          </p:cNvPr>
          <p:cNvPicPr>
            <a:picLocks noChangeAspect="1"/>
          </p:cNvPicPr>
          <p:nvPr/>
        </p:nvPicPr>
        <p:blipFill>
          <a:blip r:embed="rId3"/>
          <a:stretch>
            <a:fillRect/>
          </a:stretch>
        </p:blipFill>
        <p:spPr>
          <a:xfrm>
            <a:off x="5821321" y="1851237"/>
            <a:ext cx="5771239" cy="2313940"/>
          </a:xfrm>
          <a:prstGeom prst="rect">
            <a:avLst/>
          </a:prstGeom>
        </p:spPr>
      </p:pic>
      <p:cxnSp>
        <p:nvCxnSpPr>
          <p:cNvPr id="10" name="Straight Arrow Connector 9">
            <a:extLst>
              <a:ext uri="{FF2B5EF4-FFF2-40B4-BE49-F238E27FC236}">
                <a16:creationId xmlns:a16="http://schemas.microsoft.com/office/drawing/2014/main" id="{04A7B100-6740-266D-4F61-5BCFB997EEDD}"/>
              </a:ext>
            </a:extLst>
          </p:cNvPr>
          <p:cNvCxnSpPr>
            <a:cxnSpLocks/>
          </p:cNvCxnSpPr>
          <p:nvPr/>
        </p:nvCxnSpPr>
        <p:spPr>
          <a:xfrm flipV="1">
            <a:off x="6520543" y="4361126"/>
            <a:ext cx="341942" cy="60956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2E16A5DC-B3D0-1714-164D-09B3139CD3E4}"/>
              </a:ext>
            </a:extLst>
          </p:cNvPr>
          <p:cNvCxnSpPr>
            <a:cxnSpLocks/>
          </p:cNvCxnSpPr>
          <p:nvPr/>
        </p:nvCxnSpPr>
        <p:spPr>
          <a:xfrm flipV="1">
            <a:off x="7521529" y="4370889"/>
            <a:ext cx="329522" cy="58030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D9697082-4B45-3EDA-A44A-3375B918DC74}"/>
              </a:ext>
            </a:extLst>
          </p:cNvPr>
          <p:cNvSpPr/>
          <p:nvPr/>
        </p:nvSpPr>
        <p:spPr>
          <a:xfrm>
            <a:off x="6781052" y="3805773"/>
            <a:ext cx="475536"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AF4CD369-49A3-2A59-74FC-934B650B34C3}"/>
              </a:ext>
            </a:extLst>
          </p:cNvPr>
          <p:cNvSpPr/>
          <p:nvPr/>
        </p:nvSpPr>
        <p:spPr>
          <a:xfrm>
            <a:off x="7455966" y="3805772"/>
            <a:ext cx="2896348"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C1C04A72-0287-47C2-5B1F-9DE2FD0FCC4A}"/>
              </a:ext>
            </a:extLst>
          </p:cNvPr>
          <p:cNvSpPr/>
          <p:nvPr/>
        </p:nvSpPr>
        <p:spPr>
          <a:xfrm>
            <a:off x="7521529" y="4970690"/>
            <a:ext cx="4081417" cy="4955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dirty="0"/>
              <a:t>this is our test document  </a:t>
            </a:r>
            <a:r>
              <a:rPr lang="en-AU" sz="2200" i="1" dirty="0"/>
              <a:t>d</a:t>
            </a:r>
            <a:endParaRPr lang="en-AU" sz="2200" dirty="0"/>
          </a:p>
        </p:txBody>
      </p:sp>
      <p:sp>
        <p:nvSpPr>
          <p:cNvPr id="8" name="Rectangle 7">
            <a:extLst>
              <a:ext uri="{FF2B5EF4-FFF2-40B4-BE49-F238E27FC236}">
                <a16:creationId xmlns:a16="http://schemas.microsoft.com/office/drawing/2014/main" id="{0D50F33B-0CD9-C76C-A58D-32BF44D093E7}"/>
              </a:ext>
            </a:extLst>
          </p:cNvPr>
          <p:cNvSpPr/>
          <p:nvPr/>
        </p:nvSpPr>
        <p:spPr>
          <a:xfrm>
            <a:off x="2122714" y="4970690"/>
            <a:ext cx="4387444" cy="49553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dirty="0"/>
              <a:t>we want to predict the class (</a:t>
            </a:r>
            <a:r>
              <a:rPr lang="en-AU" sz="2200" i="1" dirty="0"/>
              <a:t>c</a:t>
            </a:r>
            <a:r>
              <a:rPr lang="en-AU" sz="2200" dirty="0"/>
              <a:t>)</a:t>
            </a:r>
          </a:p>
        </p:txBody>
      </p:sp>
      <p:pic>
        <p:nvPicPr>
          <p:cNvPr id="9" name="Picture 8">
            <a:extLst>
              <a:ext uri="{FF2B5EF4-FFF2-40B4-BE49-F238E27FC236}">
                <a16:creationId xmlns:a16="http://schemas.microsoft.com/office/drawing/2014/main" id="{3304A59F-5E63-394C-16A7-4BC279537380}"/>
              </a:ext>
            </a:extLst>
          </p:cNvPr>
          <p:cNvPicPr>
            <a:picLocks noChangeAspect="1"/>
          </p:cNvPicPr>
          <p:nvPr/>
        </p:nvPicPr>
        <p:blipFill>
          <a:blip r:embed="rId4"/>
          <a:stretch>
            <a:fillRect/>
          </a:stretch>
        </p:blipFill>
        <p:spPr>
          <a:xfrm>
            <a:off x="5924622" y="4999436"/>
            <a:ext cx="476316" cy="466790"/>
          </a:xfrm>
          <a:prstGeom prst="rect">
            <a:avLst/>
          </a:prstGeom>
        </p:spPr>
      </p:pic>
    </p:spTree>
    <p:extLst>
      <p:ext uri="{BB962C8B-B14F-4D97-AF65-F5344CB8AC3E}">
        <p14:creationId xmlns:p14="http://schemas.microsoft.com/office/powerpoint/2010/main" val="998098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406A-DA00-C21C-CC3B-8B8C83AAA91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06DF50E6-984B-E989-20F3-DDC545E45D5F}"/>
              </a:ext>
            </a:extLst>
          </p:cNvPr>
          <p:cNvSpPr/>
          <p:nvPr/>
        </p:nvSpPr>
        <p:spPr>
          <a:xfrm>
            <a:off x="3074686" y="3381551"/>
            <a:ext cx="2585813"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Anyone of these two will be</a:t>
            </a:r>
          </a:p>
        </p:txBody>
      </p:sp>
      <p:sp>
        <p:nvSpPr>
          <p:cNvPr id="2" name="Title 1">
            <a:extLst>
              <a:ext uri="{FF2B5EF4-FFF2-40B4-BE49-F238E27FC236}">
                <a16:creationId xmlns:a16="http://schemas.microsoft.com/office/drawing/2014/main" id="{E6DAC04F-501B-C065-494E-74EC1A1CAE52}"/>
              </a:ext>
            </a:extLst>
          </p:cNvPr>
          <p:cNvSpPr>
            <a:spLocks noGrp="1"/>
          </p:cNvSpPr>
          <p:nvPr>
            <p:ph type="title"/>
          </p:nvPr>
        </p:nvSpPr>
        <p:spPr/>
        <p:txBody>
          <a:bodyPr/>
          <a:lstStyle/>
          <a:p>
            <a:r>
              <a:rPr lang="en-AU" dirty="0"/>
              <a:t>Naive Bayes Classifier</a:t>
            </a:r>
          </a:p>
        </p:txBody>
      </p:sp>
      <p:sp>
        <p:nvSpPr>
          <p:cNvPr id="4" name="Slide Number Placeholder 3">
            <a:extLst>
              <a:ext uri="{FF2B5EF4-FFF2-40B4-BE49-F238E27FC236}">
                <a16:creationId xmlns:a16="http://schemas.microsoft.com/office/drawing/2014/main" id="{E9C3EB43-E979-44C2-33A2-85C1BB8FC609}"/>
              </a:ext>
            </a:extLst>
          </p:cNvPr>
          <p:cNvSpPr>
            <a:spLocks noGrp="1"/>
          </p:cNvSpPr>
          <p:nvPr>
            <p:ph type="sldNum" sz="quarter" idx="12"/>
          </p:nvPr>
        </p:nvSpPr>
        <p:spPr/>
        <p:txBody>
          <a:bodyPr/>
          <a:lstStyle/>
          <a:p>
            <a:fld id="{69F21BBE-7842-470C-94BF-4E4E50831BF5}" type="slidenum">
              <a:rPr lang="en-AU" smtClean="0"/>
              <a:t>17</a:t>
            </a:fld>
            <a:endParaRPr lang="en-AU"/>
          </a:p>
        </p:txBody>
      </p:sp>
      <p:pic>
        <p:nvPicPr>
          <p:cNvPr id="6" name="Picture 5">
            <a:extLst>
              <a:ext uri="{FF2B5EF4-FFF2-40B4-BE49-F238E27FC236}">
                <a16:creationId xmlns:a16="http://schemas.microsoft.com/office/drawing/2014/main" id="{383BA36D-86A2-33E0-AC34-4DD2118E91C5}"/>
              </a:ext>
            </a:extLst>
          </p:cNvPr>
          <p:cNvPicPr>
            <a:picLocks noChangeAspect="1"/>
          </p:cNvPicPr>
          <p:nvPr/>
        </p:nvPicPr>
        <p:blipFill>
          <a:blip r:embed="rId2"/>
          <a:stretch>
            <a:fillRect/>
          </a:stretch>
        </p:blipFill>
        <p:spPr>
          <a:xfrm>
            <a:off x="1143000" y="1722120"/>
            <a:ext cx="3565527" cy="950807"/>
          </a:xfrm>
          <a:prstGeom prst="rect">
            <a:avLst/>
          </a:prstGeom>
        </p:spPr>
      </p:pic>
      <p:pic>
        <p:nvPicPr>
          <p:cNvPr id="5" name="Picture 4">
            <a:extLst>
              <a:ext uri="{FF2B5EF4-FFF2-40B4-BE49-F238E27FC236}">
                <a16:creationId xmlns:a16="http://schemas.microsoft.com/office/drawing/2014/main" id="{3B1AB939-3DC9-9BBF-D5BB-03263364777B}"/>
              </a:ext>
            </a:extLst>
          </p:cNvPr>
          <p:cNvPicPr>
            <a:picLocks noChangeAspect="1"/>
          </p:cNvPicPr>
          <p:nvPr/>
        </p:nvPicPr>
        <p:blipFill>
          <a:blip r:embed="rId3"/>
          <a:stretch>
            <a:fillRect/>
          </a:stretch>
        </p:blipFill>
        <p:spPr>
          <a:xfrm>
            <a:off x="5821321" y="1851237"/>
            <a:ext cx="5771239" cy="2313940"/>
          </a:xfrm>
          <a:prstGeom prst="rect">
            <a:avLst/>
          </a:prstGeom>
        </p:spPr>
      </p:pic>
      <p:pic>
        <p:nvPicPr>
          <p:cNvPr id="8" name="Picture 7">
            <a:extLst>
              <a:ext uri="{FF2B5EF4-FFF2-40B4-BE49-F238E27FC236}">
                <a16:creationId xmlns:a16="http://schemas.microsoft.com/office/drawing/2014/main" id="{CBCE0919-C7CA-B182-349C-08032FA446C4}"/>
              </a:ext>
            </a:extLst>
          </p:cNvPr>
          <p:cNvPicPr>
            <a:picLocks noChangeAspect="1"/>
          </p:cNvPicPr>
          <p:nvPr/>
        </p:nvPicPr>
        <p:blipFill>
          <a:blip r:embed="rId4"/>
          <a:stretch>
            <a:fillRect/>
          </a:stretch>
        </p:blipFill>
        <p:spPr>
          <a:xfrm>
            <a:off x="6169516" y="4866782"/>
            <a:ext cx="476316" cy="466790"/>
          </a:xfrm>
          <a:prstGeom prst="rect">
            <a:avLst/>
          </a:prstGeom>
        </p:spPr>
      </p:pic>
      <p:cxnSp>
        <p:nvCxnSpPr>
          <p:cNvPr id="10" name="Straight Arrow Connector 9">
            <a:extLst>
              <a:ext uri="{FF2B5EF4-FFF2-40B4-BE49-F238E27FC236}">
                <a16:creationId xmlns:a16="http://schemas.microsoft.com/office/drawing/2014/main" id="{F2579FF1-308B-5497-B770-10B7FD53F6D0}"/>
              </a:ext>
            </a:extLst>
          </p:cNvPr>
          <p:cNvCxnSpPr>
            <a:cxnSpLocks/>
          </p:cNvCxnSpPr>
          <p:nvPr/>
        </p:nvCxnSpPr>
        <p:spPr>
          <a:xfrm flipV="1">
            <a:off x="6520543" y="4361126"/>
            <a:ext cx="341942" cy="60956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3172AA26-5AD9-877B-E947-993195A7E23A}"/>
              </a:ext>
            </a:extLst>
          </p:cNvPr>
          <p:cNvSpPr txBox="1"/>
          <p:nvPr/>
        </p:nvSpPr>
        <p:spPr>
          <a:xfrm>
            <a:off x="7192007" y="4866782"/>
            <a:ext cx="370614" cy="461665"/>
          </a:xfrm>
          <a:prstGeom prst="rect">
            <a:avLst/>
          </a:prstGeom>
          <a:noFill/>
        </p:spPr>
        <p:txBody>
          <a:bodyPr wrap="none" rtlCol="0">
            <a:spAutoFit/>
          </a:bodyPr>
          <a:lstStyle/>
          <a:p>
            <a:r>
              <a:rPr lang="en-AU" sz="2400" i="1" dirty="0"/>
              <a:t>d</a:t>
            </a:r>
            <a:endParaRPr lang="en-AU" i="1" dirty="0"/>
          </a:p>
        </p:txBody>
      </p:sp>
      <p:cxnSp>
        <p:nvCxnSpPr>
          <p:cNvPr id="16" name="Straight Arrow Connector 15">
            <a:extLst>
              <a:ext uri="{FF2B5EF4-FFF2-40B4-BE49-F238E27FC236}">
                <a16:creationId xmlns:a16="http://schemas.microsoft.com/office/drawing/2014/main" id="{1AAC3481-D832-BAEE-7C29-F6DA1C2D5EFA}"/>
              </a:ext>
            </a:extLst>
          </p:cNvPr>
          <p:cNvCxnSpPr>
            <a:cxnSpLocks/>
          </p:cNvCxnSpPr>
          <p:nvPr/>
        </p:nvCxnSpPr>
        <p:spPr>
          <a:xfrm flipV="1">
            <a:off x="7521529" y="4370889"/>
            <a:ext cx="329522" cy="58030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BFF7C996-6320-87DE-D178-65209B8B9D87}"/>
              </a:ext>
            </a:extLst>
          </p:cNvPr>
          <p:cNvSpPr/>
          <p:nvPr/>
        </p:nvSpPr>
        <p:spPr>
          <a:xfrm>
            <a:off x="6781052" y="3805773"/>
            <a:ext cx="475536"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40E1905A-9378-A9E8-2C45-DEDA08D7F4F8}"/>
              </a:ext>
            </a:extLst>
          </p:cNvPr>
          <p:cNvSpPr/>
          <p:nvPr/>
        </p:nvSpPr>
        <p:spPr>
          <a:xfrm>
            <a:off x="7455966" y="3805772"/>
            <a:ext cx="2896348"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Content Placeholder 8">
            <a:extLst>
              <a:ext uri="{FF2B5EF4-FFF2-40B4-BE49-F238E27FC236}">
                <a16:creationId xmlns:a16="http://schemas.microsoft.com/office/drawing/2014/main" id="{8E1C3A0E-B01F-6F13-C75A-EA120E92AB17}"/>
              </a:ext>
            </a:extLst>
          </p:cNvPr>
          <p:cNvSpPr>
            <a:spLocks noGrp="1"/>
          </p:cNvSpPr>
          <p:nvPr>
            <p:ph idx="1"/>
          </p:nvPr>
        </p:nvSpPr>
        <p:spPr/>
        <p:txBody>
          <a:bodyPr/>
          <a:lstStyle/>
          <a:p>
            <a:endParaRPr lang="en-AU" dirty="0"/>
          </a:p>
          <a:p>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p:txBody>
      </p:sp>
      <p:sp>
        <p:nvSpPr>
          <p:cNvPr id="11" name="Right Brace 10">
            <a:extLst>
              <a:ext uri="{FF2B5EF4-FFF2-40B4-BE49-F238E27FC236}">
                <a16:creationId xmlns:a16="http://schemas.microsoft.com/office/drawing/2014/main" id="{6BBD2B82-964D-0C68-7FAC-BB49397F8B99}"/>
              </a:ext>
            </a:extLst>
          </p:cNvPr>
          <p:cNvSpPr/>
          <p:nvPr/>
        </p:nvSpPr>
        <p:spPr>
          <a:xfrm>
            <a:off x="2667000" y="3581400"/>
            <a:ext cx="475536" cy="719908"/>
          </a:xfrm>
          <a:prstGeom prst="rightBrace">
            <a:avLst>
              <a:gd name="adj1" fmla="val 11447"/>
              <a:gd name="adj2" fmla="val 50000"/>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AU"/>
          </a:p>
        </p:txBody>
      </p:sp>
      <p:pic>
        <p:nvPicPr>
          <p:cNvPr id="12" name="Picture 11">
            <a:extLst>
              <a:ext uri="{FF2B5EF4-FFF2-40B4-BE49-F238E27FC236}">
                <a16:creationId xmlns:a16="http://schemas.microsoft.com/office/drawing/2014/main" id="{EEBF2164-481A-6C14-355F-5B2C66B4AC54}"/>
              </a:ext>
            </a:extLst>
          </p:cNvPr>
          <p:cNvPicPr>
            <a:picLocks noChangeAspect="1"/>
          </p:cNvPicPr>
          <p:nvPr/>
        </p:nvPicPr>
        <p:blipFill>
          <a:blip r:embed="rId4"/>
          <a:stretch>
            <a:fillRect/>
          </a:stretch>
        </p:blipFill>
        <p:spPr>
          <a:xfrm>
            <a:off x="4612857" y="3820145"/>
            <a:ext cx="476316" cy="466790"/>
          </a:xfrm>
          <a:prstGeom prst="rect">
            <a:avLst/>
          </a:prstGeom>
        </p:spPr>
      </p:pic>
    </p:spTree>
    <p:extLst>
      <p:ext uri="{BB962C8B-B14F-4D97-AF65-F5344CB8AC3E}">
        <p14:creationId xmlns:p14="http://schemas.microsoft.com/office/powerpoint/2010/main" val="586935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434E-3C81-13BF-FB04-03398972ECE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B73AB86-3155-7A2E-432B-387DA1A775AF}"/>
              </a:ext>
            </a:extLst>
          </p:cNvPr>
          <p:cNvSpPr/>
          <p:nvPr/>
        </p:nvSpPr>
        <p:spPr>
          <a:xfrm>
            <a:off x="3074686" y="3381551"/>
            <a:ext cx="2585813"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Anyone of these two will be</a:t>
            </a:r>
          </a:p>
        </p:txBody>
      </p:sp>
      <p:sp>
        <p:nvSpPr>
          <p:cNvPr id="2" name="Title 1">
            <a:extLst>
              <a:ext uri="{FF2B5EF4-FFF2-40B4-BE49-F238E27FC236}">
                <a16:creationId xmlns:a16="http://schemas.microsoft.com/office/drawing/2014/main" id="{B19BA3B3-BF32-8CAC-3366-463E1460898D}"/>
              </a:ext>
            </a:extLst>
          </p:cNvPr>
          <p:cNvSpPr>
            <a:spLocks noGrp="1"/>
          </p:cNvSpPr>
          <p:nvPr>
            <p:ph type="title"/>
          </p:nvPr>
        </p:nvSpPr>
        <p:spPr/>
        <p:txBody>
          <a:bodyPr/>
          <a:lstStyle/>
          <a:p>
            <a:r>
              <a:rPr lang="en-AU" dirty="0"/>
              <a:t>Naive Bayes Classifier</a:t>
            </a:r>
          </a:p>
        </p:txBody>
      </p:sp>
      <p:sp>
        <p:nvSpPr>
          <p:cNvPr id="4" name="Slide Number Placeholder 3">
            <a:extLst>
              <a:ext uri="{FF2B5EF4-FFF2-40B4-BE49-F238E27FC236}">
                <a16:creationId xmlns:a16="http://schemas.microsoft.com/office/drawing/2014/main" id="{DFC1FD2F-EF5C-8381-AEAB-F569CFD57A09}"/>
              </a:ext>
            </a:extLst>
          </p:cNvPr>
          <p:cNvSpPr>
            <a:spLocks noGrp="1"/>
          </p:cNvSpPr>
          <p:nvPr>
            <p:ph type="sldNum" sz="quarter" idx="12"/>
          </p:nvPr>
        </p:nvSpPr>
        <p:spPr/>
        <p:txBody>
          <a:bodyPr/>
          <a:lstStyle/>
          <a:p>
            <a:fld id="{69F21BBE-7842-470C-94BF-4E4E50831BF5}" type="slidenum">
              <a:rPr lang="en-AU" smtClean="0"/>
              <a:t>18</a:t>
            </a:fld>
            <a:endParaRPr lang="en-AU"/>
          </a:p>
        </p:txBody>
      </p:sp>
      <p:pic>
        <p:nvPicPr>
          <p:cNvPr id="6" name="Picture 5">
            <a:extLst>
              <a:ext uri="{FF2B5EF4-FFF2-40B4-BE49-F238E27FC236}">
                <a16:creationId xmlns:a16="http://schemas.microsoft.com/office/drawing/2014/main" id="{8FAE4DA6-53A8-6EC3-FF28-523C655E3CE0}"/>
              </a:ext>
            </a:extLst>
          </p:cNvPr>
          <p:cNvPicPr>
            <a:picLocks noChangeAspect="1"/>
          </p:cNvPicPr>
          <p:nvPr/>
        </p:nvPicPr>
        <p:blipFill>
          <a:blip r:embed="rId2"/>
          <a:stretch>
            <a:fillRect/>
          </a:stretch>
        </p:blipFill>
        <p:spPr>
          <a:xfrm>
            <a:off x="1143000" y="1722120"/>
            <a:ext cx="3565527" cy="950807"/>
          </a:xfrm>
          <a:prstGeom prst="rect">
            <a:avLst/>
          </a:prstGeom>
        </p:spPr>
      </p:pic>
      <p:pic>
        <p:nvPicPr>
          <p:cNvPr id="5" name="Picture 4">
            <a:extLst>
              <a:ext uri="{FF2B5EF4-FFF2-40B4-BE49-F238E27FC236}">
                <a16:creationId xmlns:a16="http://schemas.microsoft.com/office/drawing/2014/main" id="{8E39DDAD-96AF-7C02-03CC-A805F270BF34}"/>
              </a:ext>
            </a:extLst>
          </p:cNvPr>
          <p:cNvPicPr>
            <a:picLocks noChangeAspect="1"/>
          </p:cNvPicPr>
          <p:nvPr/>
        </p:nvPicPr>
        <p:blipFill>
          <a:blip r:embed="rId3"/>
          <a:stretch>
            <a:fillRect/>
          </a:stretch>
        </p:blipFill>
        <p:spPr>
          <a:xfrm>
            <a:off x="5821321" y="1851237"/>
            <a:ext cx="5771239" cy="2313940"/>
          </a:xfrm>
          <a:prstGeom prst="rect">
            <a:avLst/>
          </a:prstGeom>
        </p:spPr>
      </p:pic>
      <p:pic>
        <p:nvPicPr>
          <p:cNvPr id="8" name="Picture 7">
            <a:extLst>
              <a:ext uri="{FF2B5EF4-FFF2-40B4-BE49-F238E27FC236}">
                <a16:creationId xmlns:a16="http://schemas.microsoft.com/office/drawing/2014/main" id="{30A129A6-A503-63B5-A223-0CB0B4783C3F}"/>
              </a:ext>
            </a:extLst>
          </p:cNvPr>
          <p:cNvPicPr>
            <a:picLocks noChangeAspect="1"/>
          </p:cNvPicPr>
          <p:nvPr/>
        </p:nvPicPr>
        <p:blipFill>
          <a:blip r:embed="rId4"/>
          <a:stretch>
            <a:fillRect/>
          </a:stretch>
        </p:blipFill>
        <p:spPr>
          <a:xfrm>
            <a:off x="6169516" y="4866782"/>
            <a:ext cx="476316" cy="466790"/>
          </a:xfrm>
          <a:prstGeom prst="rect">
            <a:avLst/>
          </a:prstGeom>
        </p:spPr>
      </p:pic>
      <p:cxnSp>
        <p:nvCxnSpPr>
          <p:cNvPr id="10" name="Straight Arrow Connector 9">
            <a:extLst>
              <a:ext uri="{FF2B5EF4-FFF2-40B4-BE49-F238E27FC236}">
                <a16:creationId xmlns:a16="http://schemas.microsoft.com/office/drawing/2014/main" id="{47243F7E-AB1B-4020-815C-4BC26041C8A5}"/>
              </a:ext>
            </a:extLst>
          </p:cNvPr>
          <p:cNvCxnSpPr>
            <a:cxnSpLocks/>
          </p:cNvCxnSpPr>
          <p:nvPr/>
        </p:nvCxnSpPr>
        <p:spPr>
          <a:xfrm flipV="1">
            <a:off x="6520543" y="4361126"/>
            <a:ext cx="341942" cy="60956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2F7528A4-3ED9-A108-7D03-BD82C11ECD4F}"/>
              </a:ext>
            </a:extLst>
          </p:cNvPr>
          <p:cNvSpPr txBox="1"/>
          <p:nvPr/>
        </p:nvSpPr>
        <p:spPr>
          <a:xfrm>
            <a:off x="7192007" y="4866782"/>
            <a:ext cx="370614" cy="461665"/>
          </a:xfrm>
          <a:prstGeom prst="rect">
            <a:avLst/>
          </a:prstGeom>
          <a:noFill/>
        </p:spPr>
        <p:txBody>
          <a:bodyPr wrap="none" rtlCol="0">
            <a:spAutoFit/>
          </a:bodyPr>
          <a:lstStyle/>
          <a:p>
            <a:r>
              <a:rPr lang="en-AU" sz="2400" i="1" dirty="0"/>
              <a:t>d</a:t>
            </a:r>
            <a:endParaRPr lang="en-AU" i="1" dirty="0"/>
          </a:p>
        </p:txBody>
      </p:sp>
      <p:cxnSp>
        <p:nvCxnSpPr>
          <p:cNvPr id="16" name="Straight Arrow Connector 15">
            <a:extLst>
              <a:ext uri="{FF2B5EF4-FFF2-40B4-BE49-F238E27FC236}">
                <a16:creationId xmlns:a16="http://schemas.microsoft.com/office/drawing/2014/main" id="{A4620016-7645-A736-C088-B90CFE363833}"/>
              </a:ext>
            </a:extLst>
          </p:cNvPr>
          <p:cNvCxnSpPr>
            <a:cxnSpLocks/>
          </p:cNvCxnSpPr>
          <p:nvPr/>
        </p:nvCxnSpPr>
        <p:spPr>
          <a:xfrm flipV="1">
            <a:off x="7521529" y="4370889"/>
            <a:ext cx="329522" cy="58030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18C841FE-495B-57FE-1435-A8B950DA8C71}"/>
              </a:ext>
            </a:extLst>
          </p:cNvPr>
          <p:cNvSpPr/>
          <p:nvPr/>
        </p:nvSpPr>
        <p:spPr>
          <a:xfrm>
            <a:off x="6781052" y="3805773"/>
            <a:ext cx="475536"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2EB00914-F4F4-0370-2E60-4794BF3CE19F}"/>
              </a:ext>
            </a:extLst>
          </p:cNvPr>
          <p:cNvSpPr/>
          <p:nvPr/>
        </p:nvSpPr>
        <p:spPr>
          <a:xfrm>
            <a:off x="7455966" y="3805772"/>
            <a:ext cx="2896348"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Content Placeholder 8">
            <a:extLst>
              <a:ext uri="{FF2B5EF4-FFF2-40B4-BE49-F238E27FC236}">
                <a16:creationId xmlns:a16="http://schemas.microsoft.com/office/drawing/2014/main" id="{E02D08B4-A1BF-85E2-CED2-8AE48EDE4963}"/>
              </a:ext>
            </a:extLst>
          </p:cNvPr>
          <p:cNvSpPr>
            <a:spLocks noGrp="1"/>
          </p:cNvSpPr>
          <p:nvPr>
            <p:ph idx="1"/>
          </p:nvPr>
        </p:nvSpPr>
        <p:spPr/>
        <p:txBody>
          <a:bodyPr/>
          <a:lstStyle/>
          <a:p>
            <a:endParaRPr lang="en-AU" dirty="0"/>
          </a:p>
          <a:p>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p:txBody>
      </p:sp>
      <p:sp>
        <p:nvSpPr>
          <p:cNvPr id="11" name="Right Brace 10">
            <a:extLst>
              <a:ext uri="{FF2B5EF4-FFF2-40B4-BE49-F238E27FC236}">
                <a16:creationId xmlns:a16="http://schemas.microsoft.com/office/drawing/2014/main" id="{F4FDE264-DC04-E822-053F-B7780B6E703E}"/>
              </a:ext>
            </a:extLst>
          </p:cNvPr>
          <p:cNvSpPr/>
          <p:nvPr/>
        </p:nvSpPr>
        <p:spPr>
          <a:xfrm>
            <a:off x="2667000" y="3581400"/>
            <a:ext cx="475536" cy="719908"/>
          </a:xfrm>
          <a:prstGeom prst="rightBrace">
            <a:avLst>
              <a:gd name="adj1" fmla="val 11447"/>
              <a:gd name="adj2" fmla="val 50000"/>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AU"/>
          </a:p>
        </p:txBody>
      </p:sp>
      <p:pic>
        <p:nvPicPr>
          <p:cNvPr id="12" name="Picture 11">
            <a:extLst>
              <a:ext uri="{FF2B5EF4-FFF2-40B4-BE49-F238E27FC236}">
                <a16:creationId xmlns:a16="http://schemas.microsoft.com/office/drawing/2014/main" id="{403C017D-336D-4E2F-17F5-A951D12E8A34}"/>
              </a:ext>
            </a:extLst>
          </p:cNvPr>
          <p:cNvPicPr>
            <a:picLocks noChangeAspect="1"/>
          </p:cNvPicPr>
          <p:nvPr/>
        </p:nvPicPr>
        <p:blipFill>
          <a:blip r:embed="rId4"/>
          <a:stretch>
            <a:fillRect/>
          </a:stretch>
        </p:blipFill>
        <p:spPr>
          <a:xfrm>
            <a:off x="4612857" y="3820145"/>
            <a:ext cx="476316" cy="466790"/>
          </a:xfrm>
          <a:prstGeom prst="rect">
            <a:avLst/>
          </a:prstGeom>
        </p:spPr>
      </p:pic>
      <p:sp>
        <p:nvSpPr>
          <p:cNvPr id="3" name="Rectangle 2">
            <a:extLst>
              <a:ext uri="{FF2B5EF4-FFF2-40B4-BE49-F238E27FC236}">
                <a16:creationId xmlns:a16="http://schemas.microsoft.com/office/drawing/2014/main" id="{8B3E0663-2E5C-BEE9-D482-60D18A6D83A6}"/>
              </a:ext>
            </a:extLst>
          </p:cNvPr>
          <p:cNvSpPr/>
          <p:nvPr/>
        </p:nvSpPr>
        <p:spPr>
          <a:xfrm>
            <a:off x="1374093" y="5406546"/>
            <a:ext cx="9872871"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Why conditional probability </a:t>
            </a:r>
            <a:r>
              <a:rPr lang="en-AU" sz="2200" i="1" dirty="0"/>
              <a:t>P(</a:t>
            </a:r>
            <a:r>
              <a:rPr lang="en-AU" sz="2200" i="1" dirty="0" err="1"/>
              <a:t>c|d</a:t>
            </a:r>
            <a:r>
              <a:rPr lang="en-AU" sz="2200" i="1" dirty="0"/>
              <a:t>)</a:t>
            </a:r>
            <a:r>
              <a:rPr lang="en-AU" sz="2200" dirty="0"/>
              <a:t>? </a:t>
            </a:r>
          </a:p>
        </p:txBody>
      </p:sp>
    </p:spTree>
    <p:extLst>
      <p:ext uri="{BB962C8B-B14F-4D97-AF65-F5344CB8AC3E}">
        <p14:creationId xmlns:p14="http://schemas.microsoft.com/office/powerpoint/2010/main" val="2042916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7F5A6-5FAD-2786-A3BA-CFC761EF5546}"/>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5D02711E-7CFB-62B9-563B-ED0BB89C3783}"/>
              </a:ext>
            </a:extLst>
          </p:cNvPr>
          <p:cNvSpPr/>
          <p:nvPr/>
        </p:nvSpPr>
        <p:spPr>
          <a:xfrm>
            <a:off x="3074686" y="3381551"/>
            <a:ext cx="2585813"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Anyone of these two will be</a:t>
            </a:r>
          </a:p>
        </p:txBody>
      </p:sp>
      <p:sp>
        <p:nvSpPr>
          <p:cNvPr id="2" name="Title 1">
            <a:extLst>
              <a:ext uri="{FF2B5EF4-FFF2-40B4-BE49-F238E27FC236}">
                <a16:creationId xmlns:a16="http://schemas.microsoft.com/office/drawing/2014/main" id="{E8B7A7B8-A923-EA7B-0169-FD28C0B905B3}"/>
              </a:ext>
            </a:extLst>
          </p:cNvPr>
          <p:cNvSpPr>
            <a:spLocks noGrp="1"/>
          </p:cNvSpPr>
          <p:nvPr>
            <p:ph type="title"/>
          </p:nvPr>
        </p:nvSpPr>
        <p:spPr/>
        <p:txBody>
          <a:bodyPr/>
          <a:lstStyle/>
          <a:p>
            <a:r>
              <a:rPr lang="en-AU" dirty="0"/>
              <a:t>Naive Bayes Classifier</a:t>
            </a:r>
          </a:p>
        </p:txBody>
      </p:sp>
      <p:sp>
        <p:nvSpPr>
          <p:cNvPr id="4" name="Slide Number Placeholder 3">
            <a:extLst>
              <a:ext uri="{FF2B5EF4-FFF2-40B4-BE49-F238E27FC236}">
                <a16:creationId xmlns:a16="http://schemas.microsoft.com/office/drawing/2014/main" id="{E74E0F4E-E32D-C908-C498-C1C8714E7462}"/>
              </a:ext>
            </a:extLst>
          </p:cNvPr>
          <p:cNvSpPr>
            <a:spLocks noGrp="1"/>
          </p:cNvSpPr>
          <p:nvPr>
            <p:ph type="sldNum" sz="quarter" idx="12"/>
          </p:nvPr>
        </p:nvSpPr>
        <p:spPr/>
        <p:txBody>
          <a:bodyPr/>
          <a:lstStyle/>
          <a:p>
            <a:fld id="{69F21BBE-7842-470C-94BF-4E4E50831BF5}" type="slidenum">
              <a:rPr lang="en-AU" smtClean="0"/>
              <a:t>19</a:t>
            </a:fld>
            <a:endParaRPr lang="en-AU"/>
          </a:p>
        </p:txBody>
      </p:sp>
      <p:pic>
        <p:nvPicPr>
          <p:cNvPr id="6" name="Picture 5">
            <a:extLst>
              <a:ext uri="{FF2B5EF4-FFF2-40B4-BE49-F238E27FC236}">
                <a16:creationId xmlns:a16="http://schemas.microsoft.com/office/drawing/2014/main" id="{D5D1CA05-D0FB-FB7B-1AD5-1912C6F25EE3}"/>
              </a:ext>
            </a:extLst>
          </p:cNvPr>
          <p:cNvPicPr>
            <a:picLocks noChangeAspect="1"/>
          </p:cNvPicPr>
          <p:nvPr/>
        </p:nvPicPr>
        <p:blipFill>
          <a:blip r:embed="rId2"/>
          <a:stretch>
            <a:fillRect/>
          </a:stretch>
        </p:blipFill>
        <p:spPr>
          <a:xfrm>
            <a:off x="1143000" y="1722120"/>
            <a:ext cx="3565527" cy="950807"/>
          </a:xfrm>
          <a:prstGeom prst="rect">
            <a:avLst/>
          </a:prstGeom>
        </p:spPr>
      </p:pic>
      <p:pic>
        <p:nvPicPr>
          <p:cNvPr id="5" name="Picture 4">
            <a:extLst>
              <a:ext uri="{FF2B5EF4-FFF2-40B4-BE49-F238E27FC236}">
                <a16:creationId xmlns:a16="http://schemas.microsoft.com/office/drawing/2014/main" id="{6E7377B9-276A-FB6F-8069-211B42529A76}"/>
              </a:ext>
            </a:extLst>
          </p:cNvPr>
          <p:cNvPicPr>
            <a:picLocks noChangeAspect="1"/>
          </p:cNvPicPr>
          <p:nvPr/>
        </p:nvPicPr>
        <p:blipFill>
          <a:blip r:embed="rId3"/>
          <a:stretch>
            <a:fillRect/>
          </a:stretch>
        </p:blipFill>
        <p:spPr>
          <a:xfrm>
            <a:off x="5821321" y="1851237"/>
            <a:ext cx="5771239" cy="2313940"/>
          </a:xfrm>
          <a:prstGeom prst="rect">
            <a:avLst/>
          </a:prstGeom>
        </p:spPr>
      </p:pic>
      <p:pic>
        <p:nvPicPr>
          <p:cNvPr id="8" name="Picture 7">
            <a:extLst>
              <a:ext uri="{FF2B5EF4-FFF2-40B4-BE49-F238E27FC236}">
                <a16:creationId xmlns:a16="http://schemas.microsoft.com/office/drawing/2014/main" id="{7AE48FAB-53A6-56AC-AA2A-D36254F2BC57}"/>
              </a:ext>
            </a:extLst>
          </p:cNvPr>
          <p:cNvPicPr>
            <a:picLocks noChangeAspect="1"/>
          </p:cNvPicPr>
          <p:nvPr/>
        </p:nvPicPr>
        <p:blipFill>
          <a:blip r:embed="rId4"/>
          <a:stretch>
            <a:fillRect/>
          </a:stretch>
        </p:blipFill>
        <p:spPr>
          <a:xfrm>
            <a:off x="6169516" y="4866782"/>
            <a:ext cx="476316" cy="466790"/>
          </a:xfrm>
          <a:prstGeom prst="rect">
            <a:avLst/>
          </a:prstGeom>
        </p:spPr>
      </p:pic>
      <p:cxnSp>
        <p:nvCxnSpPr>
          <p:cNvPr id="10" name="Straight Arrow Connector 9">
            <a:extLst>
              <a:ext uri="{FF2B5EF4-FFF2-40B4-BE49-F238E27FC236}">
                <a16:creationId xmlns:a16="http://schemas.microsoft.com/office/drawing/2014/main" id="{E78FA833-12D9-2736-8F3F-30E6F6D1FB49}"/>
              </a:ext>
            </a:extLst>
          </p:cNvPr>
          <p:cNvCxnSpPr>
            <a:cxnSpLocks/>
          </p:cNvCxnSpPr>
          <p:nvPr/>
        </p:nvCxnSpPr>
        <p:spPr>
          <a:xfrm flipV="1">
            <a:off x="6520543" y="4361126"/>
            <a:ext cx="341942" cy="609564"/>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4EF7DC38-8844-5C1F-D7A1-FCB9280BE7FE}"/>
              </a:ext>
            </a:extLst>
          </p:cNvPr>
          <p:cNvSpPr txBox="1"/>
          <p:nvPr/>
        </p:nvSpPr>
        <p:spPr>
          <a:xfrm>
            <a:off x="7192007" y="4866782"/>
            <a:ext cx="370614" cy="461665"/>
          </a:xfrm>
          <a:prstGeom prst="rect">
            <a:avLst/>
          </a:prstGeom>
          <a:noFill/>
        </p:spPr>
        <p:txBody>
          <a:bodyPr wrap="none" rtlCol="0">
            <a:spAutoFit/>
          </a:bodyPr>
          <a:lstStyle/>
          <a:p>
            <a:r>
              <a:rPr lang="en-AU" sz="2400" i="1" dirty="0"/>
              <a:t>d</a:t>
            </a:r>
            <a:endParaRPr lang="en-AU" i="1" dirty="0"/>
          </a:p>
        </p:txBody>
      </p:sp>
      <p:cxnSp>
        <p:nvCxnSpPr>
          <p:cNvPr id="16" name="Straight Arrow Connector 15">
            <a:extLst>
              <a:ext uri="{FF2B5EF4-FFF2-40B4-BE49-F238E27FC236}">
                <a16:creationId xmlns:a16="http://schemas.microsoft.com/office/drawing/2014/main" id="{58F192DF-2714-679A-3470-6FDD9A940A2D}"/>
              </a:ext>
            </a:extLst>
          </p:cNvPr>
          <p:cNvCxnSpPr>
            <a:cxnSpLocks/>
          </p:cNvCxnSpPr>
          <p:nvPr/>
        </p:nvCxnSpPr>
        <p:spPr>
          <a:xfrm flipV="1">
            <a:off x="7521529" y="4370889"/>
            <a:ext cx="329522" cy="580301"/>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CEBAE8AF-7BD0-116B-CD85-ACF1527EA3ED}"/>
              </a:ext>
            </a:extLst>
          </p:cNvPr>
          <p:cNvSpPr/>
          <p:nvPr/>
        </p:nvSpPr>
        <p:spPr>
          <a:xfrm>
            <a:off x="6781052" y="3805773"/>
            <a:ext cx="475536"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8">
            <a:extLst>
              <a:ext uri="{FF2B5EF4-FFF2-40B4-BE49-F238E27FC236}">
                <a16:creationId xmlns:a16="http://schemas.microsoft.com/office/drawing/2014/main" id="{293CE165-CFD2-E259-6714-D013FA1FCF11}"/>
              </a:ext>
            </a:extLst>
          </p:cNvPr>
          <p:cNvSpPr/>
          <p:nvPr/>
        </p:nvSpPr>
        <p:spPr>
          <a:xfrm>
            <a:off x="7455966" y="3805772"/>
            <a:ext cx="2896348" cy="4955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Content Placeholder 8">
            <a:extLst>
              <a:ext uri="{FF2B5EF4-FFF2-40B4-BE49-F238E27FC236}">
                <a16:creationId xmlns:a16="http://schemas.microsoft.com/office/drawing/2014/main" id="{4FB04CE8-B5C9-D3F4-8D94-249770CD6B2B}"/>
              </a:ext>
            </a:extLst>
          </p:cNvPr>
          <p:cNvSpPr>
            <a:spLocks noGrp="1"/>
          </p:cNvSpPr>
          <p:nvPr>
            <p:ph idx="1"/>
          </p:nvPr>
        </p:nvSpPr>
        <p:spPr/>
        <p:txBody>
          <a:bodyPr/>
          <a:lstStyle/>
          <a:p>
            <a:endParaRPr lang="en-AU" dirty="0"/>
          </a:p>
          <a:p>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p:txBody>
      </p:sp>
      <p:sp>
        <p:nvSpPr>
          <p:cNvPr id="11" name="Right Brace 10">
            <a:extLst>
              <a:ext uri="{FF2B5EF4-FFF2-40B4-BE49-F238E27FC236}">
                <a16:creationId xmlns:a16="http://schemas.microsoft.com/office/drawing/2014/main" id="{3BC834E8-B535-2857-8BD9-E22DE2B09E88}"/>
              </a:ext>
            </a:extLst>
          </p:cNvPr>
          <p:cNvSpPr/>
          <p:nvPr/>
        </p:nvSpPr>
        <p:spPr>
          <a:xfrm>
            <a:off x="2667000" y="3581400"/>
            <a:ext cx="475536" cy="719908"/>
          </a:xfrm>
          <a:prstGeom prst="rightBrace">
            <a:avLst>
              <a:gd name="adj1" fmla="val 11447"/>
              <a:gd name="adj2" fmla="val 50000"/>
            </a:avLst>
          </a:prstGeom>
          <a:ln w="38100"/>
        </p:spPr>
        <p:style>
          <a:lnRef idx="1">
            <a:schemeClr val="accent2"/>
          </a:lnRef>
          <a:fillRef idx="0">
            <a:schemeClr val="accent2"/>
          </a:fillRef>
          <a:effectRef idx="0">
            <a:schemeClr val="accent2"/>
          </a:effectRef>
          <a:fontRef idx="minor">
            <a:schemeClr val="tx1"/>
          </a:fontRef>
        </p:style>
        <p:txBody>
          <a:bodyPr rtlCol="0" anchor="ctr"/>
          <a:lstStyle/>
          <a:p>
            <a:pPr algn="ctr"/>
            <a:endParaRPr lang="en-AU"/>
          </a:p>
        </p:txBody>
      </p:sp>
      <p:pic>
        <p:nvPicPr>
          <p:cNvPr id="12" name="Picture 11">
            <a:extLst>
              <a:ext uri="{FF2B5EF4-FFF2-40B4-BE49-F238E27FC236}">
                <a16:creationId xmlns:a16="http://schemas.microsoft.com/office/drawing/2014/main" id="{332B3ED9-F130-0064-5CE3-7DCD59291F13}"/>
              </a:ext>
            </a:extLst>
          </p:cNvPr>
          <p:cNvPicPr>
            <a:picLocks noChangeAspect="1"/>
          </p:cNvPicPr>
          <p:nvPr/>
        </p:nvPicPr>
        <p:blipFill>
          <a:blip r:embed="rId4"/>
          <a:stretch>
            <a:fillRect/>
          </a:stretch>
        </p:blipFill>
        <p:spPr>
          <a:xfrm>
            <a:off x="4612857" y="3820145"/>
            <a:ext cx="476316" cy="466790"/>
          </a:xfrm>
          <a:prstGeom prst="rect">
            <a:avLst/>
          </a:prstGeom>
        </p:spPr>
      </p:pic>
      <p:sp>
        <p:nvSpPr>
          <p:cNvPr id="7" name="Rectangle 6">
            <a:extLst>
              <a:ext uri="{FF2B5EF4-FFF2-40B4-BE49-F238E27FC236}">
                <a16:creationId xmlns:a16="http://schemas.microsoft.com/office/drawing/2014/main" id="{9235F19C-AF20-A40E-492E-FD8C70E9CBEF}"/>
              </a:ext>
            </a:extLst>
          </p:cNvPr>
          <p:cNvSpPr/>
          <p:nvPr/>
        </p:nvSpPr>
        <p:spPr>
          <a:xfrm>
            <a:off x="1374093" y="5406546"/>
            <a:ext cx="9872871"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Why </a:t>
            </a:r>
            <a:r>
              <a:rPr lang="en-AU" sz="2200" i="1" dirty="0"/>
              <a:t>P(</a:t>
            </a:r>
            <a:r>
              <a:rPr lang="en-AU" sz="2200" i="1" dirty="0" err="1"/>
              <a:t>c|d</a:t>
            </a:r>
            <a:r>
              <a:rPr lang="en-AU" sz="2200" i="1" dirty="0"/>
              <a:t>)</a:t>
            </a:r>
            <a:r>
              <a:rPr lang="en-AU" sz="2200" dirty="0"/>
              <a:t>? Because we want to find the probability value for (c1 &amp; c2) </a:t>
            </a:r>
          </a:p>
          <a:p>
            <a:pPr algn="just"/>
            <a:r>
              <a:rPr lang="en-AU" sz="2200" dirty="0"/>
              <a:t>“if document d=‘predictable with no fun’, then what is the value of class c”</a:t>
            </a:r>
          </a:p>
        </p:txBody>
      </p:sp>
    </p:spTree>
    <p:extLst>
      <p:ext uri="{BB962C8B-B14F-4D97-AF65-F5344CB8AC3E}">
        <p14:creationId xmlns:p14="http://schemas.microsoft.com/office/powerpoint/2010/main" val="2392890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7DDD8-4104-BA34-9391-EC12A88B9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46AE1-EACA-B4EE-7E28-CCFE5E136F32}"/>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E8671527-0ED1-8DBA-DBB4-0B9E67A8E9F7}"/>
              </a:ext>
            </a:extLst>
          </p:cNvPr>
          <p:cNvSpPr>
            <a:spLocks noGrp="1"/>
          </p:cNvSpPr>
          <p:nvPr>
            <p:ph idx="1"/>
          </p:nvPr>
        </p:nvSpPr>
        <p:spPr>
          <a:xfrm>
            <a:off x="1143000" y="2057399"/>
            <a:ext cx="10449560" cy="4691743"/>
          </a:xfrm>
        </p:spPr>
        <p:txBody>
          <a:bodyPr>
            <a:normAutofit/>
          </a:bodyPr>
          <a:lstStyle/>
          <a:p>
            <a:pPr algn="just"/>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a:p>
            <a:pPr algn="just"/>
            <a:r>
              <a:rPr lang="en-AU" dirty="0"/>
              <a:t>P(c1|d) = P(“-” | “predictable with no fun”)</a:t>
            </a:r>
          </a:p>
          <a:p>
            <a:pPr algn="just"/>
            <a:r>
              <a:rPr lang="en-AU" dirty="0"/>
              <a:t>P(c2|d) = P(“+” | “predictable with no fun”)</a:t>
            </a:r>
          </a:p>
        </p:txBody>
      </p:sp>
      <p:sp>
        <p:nvSpPr>
          <p:cNvPr id="4" name="Slide Number Placeholder 3">
            <a:extLst>
              <a:ext uri="{FF2B5EF4-FFF2-40B4-BE49-F238E27FC236}">
                <a16:creationId xmlns:a16="http://schemas.microsoft.com/office/drawing/2014/main" id="{C307A07E-A594-CBAA-F202-21A815A9750D}"/>
              </a:ext>
            </a:extLst>
          </p:cNvPr>
          <p:cNvSpPr>
            <a:spLocks noGrp="1"/>
          </p:cNvSpPr>
          <p:nvPr>
            <p:ph type="sldNum" sz="quarter" idx="12"/>
          </p:nvPr>
        </p:nvSpPr>
        <p:spPr/>
        <p:txBody>
          <a:bodyPr/>
          <a:lstStyle/>
          <a:p>
            <a:fld id="{69F21BBE-7842-470C-94BF-4E4E50831BF5}" type="slidenum">
              <a:rPr lang="en-AU" smtClean="0"/>
              <a:t>20</a:t>
            </a:fld>
            <a:endParaRPr lang="en-AU"/>
          </a:p>
        </p:txBody>
      </p:sp>
      <p:pic>
        <p:nvPicPr>
          <p:cNvPr id="6" name="Picture 5">
            <a:extLst>
              <a:ext uri="{FF2B5EF4-FFF2-40B4-BE49-F238E27FC236}">
                <a16:creationId xmlns:a16="http://schemas.microsoft.com/office/drawing/2014/main" id="{B283F0DC-065C-E5A8-E68A-50DD1345ED7E}"/>
              </a:ext>
            </a:extLst>
          </p:cNvPr>
          <p:cNvPicPr>
            <a:picLocks noChangeAspect="1"/>
          </p:cNvPicPr>
          <p:nvPr/>
        </p:nvPicPr>
        <p:blipFill>
          <a:blip r:embed="rId2"/>
          <a:stretch>
            <a:fillRect/>
          </a:stretch>
        </p:blipFill>
        <p:spPr>
          <a:xfrm>
            <a:off x="1143000" y="1559560"/>
            <a:ext cx="3565527" cy="950807"/>
          </a:xfrm>
          <a:prstGeom prst="rect">
            <a:avLst/>
          </a:prstGeom>
        </p:spPr>
      </p:pic>
      <p:pic>
        <p:nvPicPr>
          <p:cNvPr id="5" name="Picture 4">
            <a:extLst>
              <a:ext uri="{FF2B5EF4-FFF2-40B4-BE49-F238E27FC236}">
                <a16:creationId xmlns:a16="http://schemas.microsoft.com/office/drawing/2014/main" id="{B54BEA79-12EA-7AED-ECBD-F7CE272B5860}"/>
              </a:ext>
            </a:extLst>
          </p:cNvPr>
          <p:cNvPicPr>
            <a:picLocks noChangeAspect="1"/>
          </p:cNvPicPr>
          <p:nvPr/>
        </p:nvPicPr>
        <p:blipFill>
          <a:blip r:embed="rId3"/>
          <a:stretch>
            <a:fillRect/>
          </a:stretch>
        </p:blipFill>
        <p:spPr>
          <a:xfrm>
            <a:off x="5821321" y="1851237"/>
            <a:ext cx="5771239" cy="2313940"/>
          </a:xfrm>
          <a:prstGeom prst="rect">
            <a:avLst/>
          </a:prstGeom>
        </p:spPr>
      </p:pic>
      <p:sp>
        <p:nvSpPr>
          <p:cNvPr id="7" name="Rectangle 6">
            <a:extLst>
              <a:ext uri="{FF2B5EF4-FFF2-40B4-BE49-F238E27FC236}">
                <a16:creationId xmlns:a16="http://schemas.microsoft.com/office/drawing/2014/main" id="{FAC13157-8B62-145A-5056-253D9BE0DF6F}"/>
              </a:ext>
            </a:extLst>
          </p:cNvPr>
          <p:cNvSpPr/>
          <p:nvPr/>
        </p:nvSpPr>
        <p:spPr>
          <a:xfrm>
            <a:off x="1374093" y="5406546"/>
            <a:ext cx="9872871"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Why </a:t>
            </a:r>
            <a:r>
              <a:rPr lang="en-AU" sz="2200" i="1" dirty="0"/>
              <a:t>P(</a:t>
            </a:r>
            <a:r>
              <a:rPr lang="en-AU" sz="2200" i="1" dirty="0" err="1"/>
              <a:t>c|d</a:t>
            </a:r>
            <a:r>
              <a:rPr lang="en-AU" sz="2200" i="1" dirty="0"/>
              <a:t>)</a:t>
            </a:r>
            <a:r>
              <a:rPr lang="en-AU" sz="2200" dirty="0"/>
              <a:t>? Because we want to find the probability value for (c1 &amp; c2) </a:t>
            </a:r>
          </a:p>
          <a:p>
            <a:pPr algn="just"/>
            <a:r>
              <a:rPr lang="en-AU" sz="2200" dirty="0"/>
              <a:t>“if document d=‘predictable with no fun’, then what is the value of class c”</a:t>
            </a:r>
          </a:p>
        </p:txBody>
      </p:sp>
    </p:spTree>
    <p:extLst>
      <p:ext uri="{BB962C8B-B14F-4D97-AF65-F5344CB8AC3E}">
        <p14:creationId xmlns:p14="http://schemas.microsoft.com/office/powerpoint/2010/main" val="2970505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2D8D9-1E46-C3C7-AC1D-305F78096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D97EC-4BCA-2DBA-C331-E5ABEDAEDF39}"/>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7DB06B4C-C7A7-18F8-A654-D27F4BC9D453}"/>
              </a:ext>
            </a:extLst>
          </p:cNvPr>
          <p:cNvSpPr>
            <a:spLocks noGrp="1"/>
          </p:cNvSpPr>
          <p:nvPr>
            <p:ph idx="1"/>
          </p:nvPr>
        </p:nvSpPr>
        <p:spPr>
          <a:xfrm>
            <a:off x="1143000" y="2057399"/>
            <a:ext cx="10449560" cy="4691743"/>
          </a:xfrm>
        </p:spPr>
        <p:txBody>
          <a:bodyPr>
            <a:normAutofit/>
          </a:bodyPr>
          <a:lstStyle/>
          <a:p>
            <a:pPr algn="just"/>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a:p>
            <a:pPr algn="just"/>
            <a:r>
              <a:rPr lang="en-AU" dirty="0"/>
              <a:t>P(c1|d) = P(“-” | “predictable with no fun”)</a:t>
            </a:r>
          </a:p>
          <a:p>
            <a:pPr algn="just"/>
            <a:r>
              <a:rPr lang="en-AU" dirty="0"/>
              <a:t>P(c2|d) = P(“+” | “predictable with no fun”)</a:t>
            </a:r>
          </a:p>
        </p:txBody>
      </p:sp>
      <p:sp>
        <p:nvSpPr>
          <p:cNvPr id="4" name="Slide Number Placeholder 3">
            <a:extLst>
              <a:ext uri="{FF2B5EF4-FFF2-40B4-BE49-F238E27FC236}">
                <a16:creationId xmlns:a16="http://schemas.microsoft.com/office/drawing/2014/main" id="{698D10FF-5D3D-1BA0-212E-79E63CD63C4B}"/>
              </a:ext>
            </a:extLst>
          </p:cNvPr>
          <p:cNvSpPr>
            <a:spLocks noGrp="1"/>
          </p:cNvSpPr>
          <p:nvPr>
            <p:ph type="sldNum" sz="quarter" idx="12"/>
          </p:nvPr>
        </p:nvSpPr>
        <p:spPr/>
        <p:txBody>
          <a:bodyPr/>
          <a:lstStyle/>
          <a:p>
            <a:fld id="{69F21BBE-7842-470C-94BF-4E4E50831BF5}" type="slidenum">
              <a:rPr lang="en-AU" smtClean="0"/>
              <a:t>21</a:t>
            </a:fld>
            <a:endParaRPr lang="en-AU"/>
          </a:p>
        </p:txBody>
      </p:sp>
      <p:pic>
        <p:nvPicPr>
          <p:cNvPr id="6" name="Picture 5">
            <a:extLst>
              <a:ext uri="{FF2B5EF4-FFF2-40B4-BE49-F238E27FC236}">
                <a16:creationId xmlns:a16="http://schemas.microsoft.com/office/drawing/2014/main" id="{B4C1DD48-D3C2-1162-BEEA-A273237F17C8}"/>
              </a:ext>
            </a:extLst>
          </p:cNvPr>
          <p:cNvPicPr>
            <a:picLocks noChangeAspect="1"/>
          </p:cNvPicPr>
          <p:nvPr/>
        </p:nvPicPr>
        <p:blipFill>
          <a:blip r:embed="rId2"/>
          <a:stretch>
            <a:fillRect/>
          </a:stretch>
        </p:blipFill>
        <p:spPr>
          <a:xfrm>
            <a:off x="1143000" y="1559560"/>
            <a:ext cx="3565527" cy="950807"/>
          </a:xfrm>
          <a:prstGeom prst="rect">
            <a:avLst/>
          </a:prstGeom>
        </p:spPr>
      </p:pic>
      <p:pic>
        <p:nvPicPr>
          <p:cNvPr id="5" name="Picture 4">
            <a:extLst>
              <a:ext uri="{FF2B5EF4-FFF2-40B4-BE49-F238E27FC236}">
                <a16:creationId xmlns:a16="http://schemas.microsoft.com/office/drawing/2014/main" id="{E1A8FF75-F9EB-8BBC-6899-E7F3068526FE}"/>
              </a:ext>
            </a:extLst>
          </p:cNvPr>
          <p:cNvPicPr>
            <a:picLocks noChangeAspect="1"/>
          </p:cNvPicPr>
          <p:nvPr/>
        </p:nvPicPr>
        <p:blipFill>
          <a:blip r:embed="rId3"/>
          <a:stretch>
            <a:fillRect/>
          </a:stretch>
        </p:blipFill>
        <p:spPr>
          <a:xfrm>
            <a:off x="5821321" y="1851237"/>
            <a:ext cx="5771239" cy="2313940"/>
          </a:xfrm>
          <a:prstGeom prst="rect">
            <a:avLst/>
          </a:prstGeom>
        </p:spPr>
      </p:pic>
      <p:sp>
        <p:nvSpPr>
          <p:cNvPr id="8" name="Rectangle 7">
            <a:extLst>
              <a:ext uri="{FF2B5EF4-FFF2-40B4-BE49-F238E27FC236}">
                <a16:creationId xmlns:a16="http://schemas.microsoft.com/office/drawing/2014/main" id="{4B3E9411-D669-E87A-7AB9-AFAB2ED34F4B}"/>
              </a:ext>
            </a:extLst>
          </p:cNvPr>
          <p:cNvSpPr/>
          <p:nvPr/>
        </p:nvSpPr>
        <p:spPr>
          <a:xfrm>
            <a:off x="1374093" y="5406546"/>
            <a:ext cx="9872871"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Why </a:t>
            </a:r>
            <a:r>
              <a:rPr lang="en-AU" sz="2200" i="1" dirty="0"/>
              <a:t>argmax</a:t>
            </a:r>
            <a:r>
              <a:rPr lang="en-AU" sz="2200" dirty="0"/>
              <a:t>? </a:t>
            </a:r>
          </a:p>
        </p:txBody>
      </p:sp>
    </p:spTree>
    <p:extLst>
      <p:ext uri="{BB962C8B-B14F-4D97-AF65-F5344CB8AC3E}">
        <p14:creationId xmlns:p14="http://schemas.microsoft.com/office/powerpoint/2010/main" val="2284188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62D56-5ADE-0F7A-9F59-EC9D0AE64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D96D5-DA80-59E9-9E35-8FF19B2D38B0}"/>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90207B5A-504F-DC2F-FFD4-253E83FA4373}"/>
              </a:ext>
            </a:extLst>
          </p:cNvPr>
          <p:cNvSpPr>
            <a:spLocks noGrp="1"/>
          </p:cNvSpPr>
          <p:nvPr>
            <p:ph idx="1"/>
          </p:nvPr>
        </p:nvSpPr>
        <p:spPr>
          <a:xfrm>
            <a:off x="1143000" y="2057399"/>
            <a:ext cx="10449560" cy="4691743"/>
          </a:xfrm>
        </p:spPr>
        <p:txBody>
          <a:bodyPr>
            <a:normAutofit/>
          </a:bodyPr>
          <a:lstStyle/>
          <a:p>
            <a:pPr algn="just"/>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a:p>
            <a:pPr algn="just"/>
            <a:r>
              <a:rPr lang="en-AU" dirty="0"/>
              <a:t>P(c1|d) = P(“-” | “predictable with no fun”)</a:t>
            </a:r>
          </a:p>
          <a:p>
            <a:pPr algn="just"/>
            <a:r>
              <a:rPr lang="en-AU" dirty="0"/>
              <a:t>P(c2|d) = P(“+” | “predictable with no fun”)</a:t>
            </a:r>
          </a:p>
        </p:txBody>
      </p:sp>
      <p:sp>
        <p:nvSpPr>
          <p:cNvPr id="4" name="Slide Number Placeholder 3">
            <a:extLst>
              <a:ext uri="{FF2B5EF4-FFF2-40B4-BE49-F238E27FC236}">
                <a16:creationId xmlns:a16="http://schemas.microsoft.com/office/drawing/2014/main" id="{30198735-5337-96F3-7EA7-709A6A2E0D02}"/>
              </a:ext>
            </a:extLst>
          </p:cNvPr>
          <p:cNvSpPr>
            <a:spLocks noGrp="1"/>
          </p:cNvSpPr>
          <p:nvPr>
            <p:ph type="sldNum" sz="quarter" idx="12"/>
          </p:nvPr>
        </p:nvSpPr>
        <p:spPr/>
        <p:txBody>
          <a:bodyPr/>
          <a:lstStyle/>
          <a:p>
            <a:fld id="{69F21BBE-7842-470C-94BF-4E4E50831BF5}" type="slidenum">
              <a:rPr lang="en-AU" smtClean="0"/>
              <a:t>22</a:t>
            </a:fld>
            <a:endParaRPr lang="en-AU"/>
          </a:p>
        </p:txBody>
      </p:sp>
      <p:pic>
        <p:nvPicPr>
          <p:cNvPr id="6" name="Picture 5">
            <a:extLst>
              <a:ext uri="{FF2B5EF4-FFF2-40B4-BE49-F238E27FC236}">
                <a16:creationId xmlns:a16="http://schemas.microsoft.com/office/drawing/2014/main" id="{D71D3321-7F36-4E65-C69C-5D23083F52A3}"/>
              </a:ext>
            </a:extLst>
          </p:cNvPr>
          <p:cNvPicPr>
            <a:picLocks noChangeAspect="1"/>
          </p:cNvPicPr>
          <p:nvPr/>
        </p:nvPicPr>
        <p:blipFill>
          <a:blip r:embed="rId2"/>
          <a:stretch>
            <a:fillRect/>
          </a:stretch>
        </p:blipFill>
        <p:spPr>
          <a:xfrm>
            <a:off x="1143000" y="1559560"/>
            <a:ext cx="3565527" cy="950807"/>
          </a:xfrm>
          <a:prstGeom prst="rect">
            <a:avLst/>
          </a:prstGeom>
        </p:spPr>
      </p:pic>
      <p:pic>
        <p:nvPicPr>
          <p:cNvPr id="5" name="Picture 4">
            <a:extLst>
              <a:ext uri="{FF2B5EF4-FFF2-40B4-BE49-F238E27FC236}">
                <a16:creationId xmlns:a16="http://schemas.microsoft.com/office/drawing/2014/main" id="{EE983029-68A9-F164-FA38-D4E000F14CEE}"/>
              </a:ext>
            </a:extLst>
          </p:cNvPr>
          <p:cNvPicPr>
            <a:picLocks noChangeAspect="1"/>
          </p:cNvPicPr>
          <p:nvPr/>
        </p:nvPicPr>
        <p:blipFill>
          <a:blip r:embed="rId3"/>
          <a:stretch>
            <a:fillRect/>
          </a:stretch>
        </p:blipFill>
        <p:spPr>
          <a:xfrm>
            <a:off x="5821321" y="1851237"/>
            <a:ext cx="5771239" cy="2313940"/>
          </a:xfrm>
          <a:prstGeom prst="rect">
            <a:avLst/>
          </a:prstGeom>
        </p:spPr>
      </p:pic>
      <p:sp>
        <p:nvSpPr>
          <p:cNvPr id="8" name="Rectangle 7">
            <a:extLst>
              <a:ext uri="{FF2B5EF4-FFF2-40B4-BE49-F238E27FC236}">
                <a16:creationId xmlns:a16="http://schemas.microsoft.com/office/drawing/2014/main" id="{81052739-62B0-C2E8-DF94-F42C333A8D47}"/>
              </a:ext>
            </a:extLst>
          </p:cNvPr>
          <p:cNvSpPr/>
          <p:nvPr/>
        </p:nvSpPr>
        <p:spPr>
          <a:xfrm>
            <a:off x="1374093" y="5406546"/>
            <a:ext cx="9872871" cy="91975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AU" sz="2200" dirty="0"/>
              <a:t>Why </a:t>
            </a:r>
            <a:r>
              <a:rPr lang="en-AU" sz="2200" i="1" dirty="0"/>
              <a:t>argmax</a:t>
            </a:r>
            <a:r>
              <a:rPr lang="en-AU" sz="2200" dirty="0"/>
              <a:t>? Among multiple values, it selects the highest value. Our target is to select the class for which we obtain the highest probability. </a:t>
            </a:r>
          </a:p>
        </p:txBody>
      </p:sp>
    </p:spTree>
    <p:extLst>
      <p:ext uri="{BB962C8B-B14F-4D97-AF65-F5344CB8AC3E}">
        <p14:creationId xmlns:p14="http://schemas.microsoft.com/office/powerpoint/2010/main" val="1832398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BE7BF-A799-098A-23B3-A26194075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0E671-35CB-B5F2-E0B8-1FFD1E630FC7}"/>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740EA0D1-5030-DD0A-3DA1-E0AD6EE451BF}"/>
              </a:ext>
            </a:extLst>
          </p:cNvPr>
          <p:cNvSpPr>
            <a:spLocks noGrp="1"/>
          </p:cNvSpPr>
          <p:nvPr>
            <p:ph idx="1"/>
          </p:nvPr>
        </p:nvSpPr>
        <p:spPr>
          <a:xfrm>
            <a:off x="1143000" y="2057399"/>
            <a:ext cx="10449560" cy="4691743"/>
          </a:xfrm>
        </p:spPr>
        <p:txBody>
          <a:bodyPr>
            <a:normAutofit/>
          </a:bodyPr>
          <a:lstStyle/>
          <a:p>
            <a:pPr algn="just"/>
            <a:endParaRPr lang="en-AU" dirty="0"/>
          </a:p>
          <a:p>
            <a:pPr algn="just"/>
            <a:r>
              <a:rPr lang="en-AU" dirty="0"/>
              <a:t>C = {c1, c2}</a:t>
            </a:r>
          </a:p>
          <a:p>
            <a:pPr algn="just"/>
            <a:r>
              <a:rPr lang="en-AU" dirty="0"/>
              <a:t>c1 = “-”</a:t>
            </a:r>
          </a:p>
          <a:p>
            <a:pPr algn="just"/>
            <a:r>
              <a:rPr lang="en-AU" dirty="0"/>
              <a:t>c2 = “+”</a:t>
            </a:r>
          </a:p>
          <a:p>
            <a:pPr algn="just"/>
            <a:r>
              <a:rPr lang="en-AU" dirty="0"/>
              <a:t>d = “predictable with no fun”</a:t>
            </a:r>
          </a:p>
          <a:p>
            <a:pPr algn="just"/>
            <a:r>
              <a:rPr lang="en-AU" dirty="0"/>
              <a:t>P(c1|d) = P(“-” | “predictable with no fun”)</a:t>
            </a:r>
          </a:p>
          <a:p>
            <a:pPr algn="just"/>
            <a:r>
              <a:rPr lang="en-AU" dirty="0"/>
              <a:t>P(c2|d) = P(“+” | “predictable with no fun”)</a:t>
            </a:r>
          </a:p>
          <a:p>
            <a:pPr algn="just"/>
            <a:r>
              <a:rPr lang="en-AU" dirty="0"/>
              <a:t>argmax [P(“-” | “predictable with no fun”), P(“+” | “predictable with no fun”)] from this expression, select a class that has the highest probability.</a:t>
            </a:r>
          </a:p>
        </p:txBody>
      </p:sp>
      <p:sp>
        <p:nvSpPr>
          <p:cNvPr id="4" name="Slide Number Placeholder 3">
            <a:extLst>
              <a:ext uri="{FF2B5EF4-FFF2-40B4-BE49-F238E27FC236}">
                <a16:creationId xmlns:a16="http://schemas.microsoft.com/office/drawing/2014/main" id="{A22BE638-43B3-E9C1-22E7-47CAA4BC7244}"/>
              </a:ext>
            </a:extLst>
          </p:cNvPr>
          <p:cNvSpPr>
            <a:spLocks noGrp="1"/>
          </p:cNvSpPr>
          <p:nvPr>
            <p:ph type="sldNum" sz="quarter" idx="12"/>
          </p:nvPr>
        </p:nvSpPr>
        <p:spPr/>
        <p:txBody>
          <a:bodyPr/>
          <a:lstStyle/>
          <a:p>
            <a:fld id="{69F21BBE-7842-470C-94BF-4E4E50831BF5}" type="slidenum">
              <a:rPr lang="en-AU" smtClean="0"/>
              <a:t>23</a:t>
            </a:fld>
            <a:endParaRPr lang="en-AU"/>
          </a:p>
        </p:txBody>
      </p:sp>
      <p:pic>
        <p:nvPicPr>
          <p:cNvPr id="6" name="Picture 5">
            <a:extLst>
              <a:ext uri="{FF2B5EF4-FFF2-40B4-BE49-F238E27FC236}">
                <a16:creationId xmlns:a16="http://schemas.microsoft.com/office/drawing/2014/main" id="{39CDC5D0-7B39-4FDD-1B64-C73D85572E98}"/>
              </a:ext>
            </a:extLst>
          </p:cNvPr>
          <p:cNvPicPr>
            <a:picLocks noChangeAspect="1"/>
          </p:cNvPicPr>
          <p:nvPr/>
        </p:nvPicPr>
        <p:blipFill>
          <a:blip r:embed="rId2"/>
          <a:stretch>
            <a:fillRect/>
          </a:stretch>
        </p:blipFill>
        <p:spPr>
          <a:xfrm>
            <a:off x="1143000" y="1559560"/>
            <a:ext cx="3565527" cy="950807"/>
          </a:xfrm>
          <a:prstGeom prst="rect">
            <a:avLst/>
          </a:prstGeom>
        </p:spPr>
      </p:pic>
      <p:pic>
        <p:nvPicPr>
          <p:cNvPr id="5" name="Picture 4">
            <a:extLst>
              <a:ext uri="{FF2B5EF4-FFF2-40B4-BE49-F238E27FC236}">
                <a16:creationId xmlns:a16="http://schemas.microsoft.com/office/drawing/2014/main" id="{264CC1AD-6BD1-5690-D691-6B07945E12C2}"/>
              </a:ext>
            </a:extLst>
          </p:cNvPr>
          <p:cNvPicPr>
            <a:picLocks noChangeAspect="1"/>
          </p:cNvPicPr>
          <p:nvPr/>
        </p:nvPicPr>
        <p:blipFill>
          <a:blip r:embed="rId3"/>
          <a:stretch>
            <a:fillRect/>
          </a:stretch>
        </p:blipFill>
        <p:spPr>
          <a:xfrm>
            <a:off x="5821321" y="1851237"/>
            <a:ext cx="5771239" cy="2313940"/>
          </a:xfrm>
          <a:prstGeom prst="rect">
            <a:avLst/>
          </a:prstGeom>
        </p:spPr>
      </p:pic>
    </p:spTree>
    <p:extLst>
      <p:ext uri="{BB962C8B-B14F-4D97-AF65-F5344CB8AC3E}">
        <p14:creationId xmlns:p14="http://schemas.microsoft.com/office/powerpoint/2010/main" val="1698020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86B7E-21A9-B1B9-F235-5C7239DEA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F3181-F50A-D1F7-44A5-0E4C142E0AE2}"/>
              </a:ext>
            </a:extLst>
          </p:cNvPr>
          <p:cNvSpPr>
            <a:spLocks noGrp="1"/>
          </p:cNvSpPr>
          <p:nvPr>
            <p:ph type="title"/>
          </p:nvPr>
        </p:nvSpPr>
        <p:spPr/>
        <p:txBody>
          <a:bodyPr/>
          <a:lstStyle/>
          <a:p>
            <a:r>
              <a:rPr lang="en-AU" dirty="0"/>
              <a:t>Naive Bayes Classifier</a:t>
            </a:r>
          </a:p>
        </p:txBody>
      </p:sp>
      <p:sp>
        <p:nvSpPr>
          <p:cNvPr id="4" name="Slide Number Placeholder 3">
            <a:extLst>
              <a:ext uri="{FF2B5EF4-FFF2-40B4-BE49-F238E27FC236}">
                <a16:creationId xmlns:a16="http://schemas.microsoft.com/office/drawing/2014/main" id="{0725AEE0-E38F-9260-60CB-2FA557362ACE}"/>
              </a:ext>
            </a:extLst>
          </p:cNvPr>
          <p:cNvSpPr>
            <a:spLocks noGrp="1"/>
          </p:cNvSpPr>
          <p:nvPr>
            <p:ph type="sldNum" sz="quarter" idx="12"/>
          </p:nvPr>
        </p:nvSpPr>
        <p:spPr/>
        <p:txBody>
          <a:bodyPr/>
          <a:lstStyle/>
          <a:p>
            <a:fld id="{69F21BBE-7842-470C-94BF-4E4E50831BF5}" type="slidenum">
              <a:rPr lang="en-AU" smtClean="0"/>
              <a:t>24</a:t>
            </a:fld>
            <a:endParaRPr lang="en-AU"/>
          </a:p>
        </p:txBody>
      </p:sp>
      <p:pic>
        <p:nvPicPr>
          <p:cNvPr id="6" name="Picture 5">
            <a:extLst>
              <a:ext uri="{FF2B5EF4-FFF2-40B4-BE49-F238E27FC236}">
                <a16:creationId xmlns:a16="http://schemas.microsoft.com/office/drawing/2014/main" id="{B8F30661-2FF1-33CF-0363-48FA851A1728}"/>
              </a:ext>
            </a:extLst>
          </p:cNvPr>
          <p:cNvPicPr>
            <a:picLocks noChangeAspect="1"/>
          </p:cNvPicPr>
          <p:nvPr/>
        </p:nvPicPr>
        <p:blipFill>
          <a:blip r:embed="rId2"/>
          <a:stretch>
            <a:fillRect/>
          </a:stretch>
        </p:blipFill>
        <p:spPr>
          <a:xfrm>
            <a:off x="1143000" y="2057400"/>
            <a:ext cx="3565527" cy="950807"/>
          </a:xfrm>
          <a:prstGeom prst="rect">
            <a:avLst/>
          </a:prstGeom>
        </p:spPr>
      </p:pic>
    </p:spTree>
    <p:extLst>
      <p:ext uri="{BB962C8B-B14F-4D97-AF65-F5344CB8AC3E}">
        <p14:creationId xmlns:p14="http://schemas.microsoft.com/office/powerpoint/2010/main" val="3776622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D3636-F00C-9316-4BAA-2CF52729F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91F08-BB73-B244-6CD9-68792D5C111E}"/>
              </a:ext>
            </a:extLst>
          </p:cNvPr>
          <p:cNvSpPr>
            <a:spLocks noGrp="1"/>
          </p:cNvSpPr>
          <p:nvPr>
            <p:ph type="title"/>
          </p:nvPr>
        </p:nvSpPr>
        <p:spPr/>
        <p:txBody>
          <a:bodyPr/>
          <a:lstStyle/>
          <a:p>
            <a:r>
              <a:rPr lang="en-AU" dirty="0"/>
              <a:t>Naive Bayes Classifier</a:t>
            </a:r>
          </a:p>
        </p:txBody>
      </p:sp>
      <p:sp>
        <p:nvSpPr>
          <p:cNvPr id="4" name="Slide Number Placeholder 3">
            <a:extLst>
              <a:ext uri="{FF2B5EF4-FFF2-40B4-BE49-F238E27FC236}">
                <a16:creationId xmlns:a16="http://schemas.microsoft.com/office/drawing/2014/main" id="{6F878430-1FDA-BB21-C8CD-E5CAB81F529C}"/>
              </a:ext>
            </a:extLst>
          </p:cNvPr>
          <p:cNvSpPr>
            <a:spLocks noGrp="1"/>
          </p:cNvSpPr>
          <p:nvPr>
            <p:ph type="sldNum" sz="quarter" idx="12"/>
          </p:nvPr>
        </p:nvSpPr>
        <p:spPr/>
        <p:txBody>
          <a:bodyPr/>
          <a:lstStyle/>
          <a:p>
            <a:fld id="{69F21BBE-7842-470C-94BF-4E4E50831BF5}" type="slidenum">
              <a:rPr lang="en-AU" smtClean="0"/>
              <a:t>25</a:t>
            </a:fld>
            <a:endParaRPr lang="en-AU"/>
          </a:p>
        </p:txBody>
      </p:sp>
      <p:pic>
        <p:nvPicPr>
          <p:cNvPr id="6" name="Picture 5">
            <a:extLst>
              <a:ext uri="{FF2B5EF4-FFF2-40B4-BE49-F238E27FC236}">
                <a16:creationId xmlns:a16="http://schemas.microsoft.com/office/drawing/2014/main" id="{B282BCA5-CBAC-CFBA-D55F-A62B243DDF78}"/>
              </a:ext>
            </a:extLst>
          </p:cNvPr>
          <p:cNvPicPr>
            <a:picLocks noChangeAspect="1"/>
          </p:cNvPicPr>
          <p:nvPr/>
        </p:nvPicPr>
        <p:blipFill>
          <a:blip r:embed="rId2"/>
          <a:stretch>
            <a:fillRect/>
          </a:stretch>
        </p:blipFill>
        <p:spPr>
          <a:xfrm>
            <a:off x="1143000" y="2057400"/>
            <a:ext cx="3565527" cy="950807"/>
          </a:xfrm>
          <a:prstGeom prst="rect">
            <a:avLst/>
          </a:prstGeom>
        </p:spPr>
      </p:pic>
      <p:pic>
        <p:nvPicPr>
          <p:cNvPr id="9" name="Picture 8">
            <a:extLst>
              <a:ext uri="{FF2B5EF4-FFF2-40B4-BE49-F238E27FC236}">
                <a16:creationId xmlns:a16="http://schemas.microsoft.com/office/drawing/2014/main" id="{9DCA0315-B809-D81D-A261-15F89BE7A256}"/>
              </a:ext>
            </a:extLst>
          </p:cNvPr>
          <p:cNvPicPr>
            <a:picLocks noChangeAspect="1"/>
          </p:cNvPicPr>
          <p:nvPr/>
        </p:nvPicPr>
        <p:blipFill>
          <a:blip r:embed="rId3"/>
          <a:stretch>
            <a:fillRect/>
          </a:stretch>
        </p:blipFill>
        <p:spPr>
          <a:xfrm>
            <a:off x="1143000" y="3367294"/>
            <a:ext cx="3533651" cy="1126499"/>
          </a:xfrm>
          <a:prstGeom prst="rect">
            <a:avLst/>
          </a:prstGeom>
        </p:spPr>
      </p:pic>
      <p:sp>
        <p:nvSpPr>
          <p:cNvPr id="10" name="Rectangle 9">
            <a:extLst>
              <a:ext uri="{FF2B5EF4-FFF2-40B4-BE49-F238E27FC236}">
                <a16:creationId xmlns:a16="http://schemas.microsoft.com/office/drawing/2014/main" id="{4DA007FF-8991-AC2E-E341-D2A1155F231B}"/>
              </a:ext>
            </a:extLst>
          </p:cNvPr>
          <p:cNvSpPr/>
          <p:nvPr/>
        </p:nvSpPr>
        <p:spPr>
          <a:xfrm>
            <a:off x="4858439" y="3632796"/>
            <a:ext cx="2874406" cy="59549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b="0" i="0" u="none" strike="noStrike" baseline="0"/>
              <a:t>Bayes’ rule</a:t>
            </a:r>
            <a:endParaRPr lang="en-AU" sz="2200"/>
          </a:p>
        </p:txBody>
      </p:sp>
    </p:spTree>
    <p:extLst>
      <p:ext uri="{BB962C8B-B14F-4D97-AF65-F5344CB8AC3E}">
        <p14:creationId xmlns:p14="http://schemas.microsoft.com/office/powerpoint/2010/main" val="1686909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5A44B-7F32-BFBF-19D9-E6405EDB23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51C70A-3E8F-3517-5ABD-DD6ED973E42B}"/>
              </a:ext>
            </a:extLst>
          </p:cNvPr>
          <p:cNvSpPr>
            <a:spLocks noGrp="1"/>
          </p:cNvSpPr>
          <p:nvPr>
            <p:ph type="title"/>
          </p:nvPr>
        </p:nvSpPr>
        <p:spPr/>
        <p:txBody>
          <a:bodyPr/>
          <a:lstStyle/>
          <a:p>
            <a:r>
              <a:rPr lang="en-AU" dirty="0"/>
              <a:t>Naive Bayes Classifier</a:t>
            </a:r>
          </a:p>
        </p:txBody>
      </p:sp>
      <p:pic>
        <p:nvPicPr>
          <p:cNvPr id="12" name="Content Placeholder 11">
            <a:extLst>
              <a:ext uri="{FF2B5EF4-FFF2-40B4-BE49-F238E27FC236}">
                <a16:creationId xmlns:a16="http://schemas.microsoft.com/office/drawing/2014/main" id="{6A3277A3-2807-D518-FD87-69FD28D0F216}"/>
              </a:ext>
            </a:extLst>
          </p:cNvPr>
          <p:cNvPicPr>
            <a:picLocks noGrp="1" noChangeAspect="1"/>
          </p:cNvPicPr>
          <p:nvPr>
            <p:ph idx="1"/>
          </p:nvPr>
        </p:nvPicPr>
        <p:blipFill>
          <a:blip r:embed="rId2"/>
          <a:stretch>
            <a:fillRect/>
          </a:stretch>
        </p:blipFill>
        <p:spPr>
          <a:xfrm>
            <a:off x="8011748" y="3367294"/>
            <a:ext cx="3608283" cy="1126500"/>
          </a:xfrm>
          <a:prstGeom prst="rect">
            <a:avLst/>
          </a:prstGeom>
        </p:spPr>
      </p:pic>
      <p:sp>
        <p:nvSpPr>
          <p:cNvPr id="4" name="Slide Number Placeholder 3">
            <a:extLst>
              <a:ext uri="{FF2B5EF4-FFF2-40B4-BE49-F238E27FC236}">
                <a16:creationId xmlns:a16="http://schemas.microsoft.com/office/drawing/2014/main" id="{D1C88FB3-451A-E7FF-4D0B-C34DF6CE6284}"/>
              </a:ext>
            </a:extLst>
          </p:cNvPr>
          <p:cNvSpPr>
            <a:spLocks noGrp="1"/>
          </p:cNvSpPr>
          <p:nvPr>
            <p:ph type="sldNum" sz="quarter" idx="12"/>
          </p:nvPr>
        </p:nvSpPr>
        <p:spPr/>
        <p:txBody>
          <a:bodyPr/>
          <a:lstStyle/>
          <a:p>
            <a:fld id="{69F21BBE-7842-470C-94BF-4E4E50831BF5}" type="slidenum">
              <a:rPr lang="en-AU" smtClean="0"/>
              <a:t>26</a:t>
            </a:fld>
            <a:endParaRPr lang="en-AU"/>
          </a:p>
        </p:txBody>
      </p:sp>
      <p:pic>
        <p:nvPicPr>
          <p:cNvPr id="6" name="Picture 5">
            <a:extLst>
              <a:ext uri="{FF2B5EF4-FFF2-40B4-BE49-F238E27FC236}">
                <a16:creationId xmlns:a16="http://schemas.microsoft.com/office/drawing/2014/main" id="{3463097F-89F7-F298-6BCA-51F3FCA2087C}"/>
              </a:ext>
            </a:extLst>
          </p:cNvPr>
          <p:cNvPicPr>
            <a:picLocks noChangeAspect="1"/>
          </p:cNvPicPr>
          <p:nvPr/>
        </p:nvPicPr>
        <p:blipFill>
          <a:blip r:embed="rId3"/>
          <a:stretch>
            <a:fillRect/>
          </a:stretch>
        </p:blipFill>
        <p:spPr>
          <a:xfrm>
            <a:off x="1143000" y="2057400"/>
            <a:ext cx="3565527" cy="950807"/>
          </a:xfrm>
          <a:prstGeom prst="rect">
            <a:avLst/>
          </a:prstGeom>
        </p:spPr>
      </p:pic>
      <p:pic>
        <p:nvPicPr>
          <p:cNvPr id="9" name="Picture 8">
            <a:extLst>
              <a:ext uri="{FF2B5EF4-FFF2-40B4-BE49-F238E27FC236}">
                <a16:creationId xmlns:a16="http://schemas.microsoft.com/office/drawing/2014/main" id="{831A6AD3-49E0-93B6-D252-77A72844E6FF}"/>
              </a:ext>
            </a:extLst>
          </p:cNvPr>
          <p:cNvPicPr>
            <a:picLocks noChangeAspect="1"/>
          </p:cNvPicPr>
          <p:nvPr/>
        </p:nvPicPr>
        <p:blipFill>
          <a:blip r:embed="rId4"/>
          <a:stretch>
            <a:fillRect/>
          </a:stretch>
        </p:blipFill>
        <p:spPr>
          <a:xfrm>
            <a:off x="1143000" y="3367294"/>
            <a:ext cx="3533651" cy="1126499"/>
          </a:xfrm>
          <a:prstGeom prst="rect">
            <a:avLst/>
          </a:prstGeom>
        </p:spPr>
      </p:pic>
      <p:sp>
        <p:nvSpPr>
          <p:cNvPr id="10" name="Rectangle 9">
            <a:extLst>
              <a:ext uri="{FF2B5EF4-FFF2-40B4-BE49-F238E27FC236}">
                <a16:creationId xmlns:a16="http://schemas.microsoft.com/office/drawing/2014/main" id="{DFB723FA-FDAD-AC9B-2A7E-A9F3007B7D0E}"/>
              </a:ext>
            </a:extLst>
          </p:cNvPr>
          <p:cNvSpPr/>
          <p:nvPr/>
        </p:nvSpPr>
        <p:spPr>
          <a:xfrm>
            <a:off x="4858439" y="3632796"/>
            <a:ext cx="2874406" cy="59549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b="0" i="0" u="none" strike="noStrike" baseline="0"/>
              <a:t>Bayes’ rule</a:t>
            </a:r>
            <a:endParaRPr lang="en-AU" sz="2200"/>
          </a:p>
        </p:txBody>
      </p:sp>
    </p:spTree>
    <p:extLst>
      <p:ext uri="{BB962C8B-B14F-4D97-AF65-F5344CB8AC3E}">
        <p14:creationId xmlns:p14="http://schemas.microsoft.com/office/powerpoint/2010/main" val="975595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CDC2A-B142-37AD-EBED-747FFBED8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10BF9-763D-8240-A7E1-AC5C7BCEDCC0}"/>
              </a:ext>
            </a:extLst>
          </p:cNvPr>
          <p:cNvSpPr>
            <a:spLocks noGrp="1"/>
          </p:cNvSpPr>
          <p:nvPr>
            <p:ph type="title"/>
          </p:nvPr>
        </p:nvSpPr>
        <p:spPr/>
        <p:txBody>
          <a:bodyPr/>
          <a:lstStyle/>
          <a:p>
            <a:r>
              <a:rPr lang="en-AU" dirty="0"/>
              <a:t>Naive Bayes Classifier</a:t>
            </a:r>
          </a:p>
        </p:txBody>
      </p:sp>
      <p:pic>
        <p:nvPicPr>
          <p:cNvPr id="12" name="Content Placeholder 11">
            <a:extLst>
              <a:ext uri="{FF2B5EF4-FFF2-40B4-BE49-F238E27FC236}">
                <a16:creationId xmlns:a16="http://schemas.microsoft.com/office/drawing/2014/main" id="{C70FF2F2-C2AE-3950-DFC4-1417A574D9A3}"/>
              </a:ext>
            </a:extLst>
          </p:cNvPr>
          <p:cNvPicPr>
            <a:picLocks noGrp="1" noChangeAspect="1"/>
          </p:cNvPicPr>
          <p:nvPr>
            <p:ph idx="1"/>
          </p:nvPr>
        </p:nvPicPr>
        <p:blipFill>
          <a:blip r:embed="rId2"/>
          <a:stretch>
            <a:fillRect/>
          </a:stretch>
        </p:blipFill>
        <p:spPr>
          <a:xfrm>
            <a:off x="8011748" y="3367294"/>
            <a:ext cx="3608283" cy="1126500"/>
          </a:xfrm>
          <a:prstGeom prst="rect">
            <a:avLst/>
          </a:prstGeom>
        </p:spPr>
      </p:pic>
      <p:sp>
        <p:nvSpPr>
          <p:cNvPr id="4" name="Slide Number Placeholder 3">
            <a:extLst>
              <a:ext uri="{FF2B5EF4-FFF2-40B4-BE49-F238E27FC236}">
                <a16:creationId xmlns:a16="http://schemas.microsoft.com/office/drawing/2014/main" id="{897448A8-4D5D-9978-1110-44F5DB63625E}"/>
              </a:ext>
            </a:extLst>
          </p:cNvPr>
          <p:cNvSpPr>
            <a:spLocks noGrp="1"/>
          </p:cNvSpPr>
          <p:nvPr>
            <p:ph type="sldNum" sz="quarter" idx="12"/>
          </p:nvPr>
        </p:nvSpPr>
        <p:spPr/>
        <p:txBody>
          <a:bodyPr/>
          <a:lstStyle/>
          <a:p>
            <a:fld id="{69F21BBE-7842-470C-94BF-4E4E50831BF5}" type="slidenum">
              <a:rPr lang="en-AU" smtClean="0"/>
              <a:t>27</a:t>
            </a:fld>
            <a:endParaRPr lang="en-AU"/>
          </a:p>
        </p:txBody>
      </p:sp>
      <p:pic>
        <p:nvPicPr>
          <p:cNvPr id="6" name="Picture 5">
            <a:extLst>
              <a:ext uri="{FF2B5EF4-FFF2-40B4-BE49-F238E27FC236}">
                <a16:creationId xmlns:a16="http://schemas.microsoft.com/office/drawing/2014/main" id="{6C4D72ED-1061-93C1-3A7F-1FE883BCDADF}"/>
              </a:ext>
            </a:extLst>
          </p:cNvPr>
          <p:cNvPicPr>
            <a:picLocks noChangeAspect="1"/>
          </p:cNvPicPr>
          <p:nvPr/>
        </p:nvPicPr>
        <p:blipFill>
          <a:blip r:embed="rId3"/>
          <a:stretch>
            <a:fillRect/>
          </a:stretch>
        </p:blipFill>
        <p:spPr>
          <a:xfrm>
            <a:off x="1143000" y="2057400"/>
            <a:ext cx="3565527" cy="950807"/>
          </a:xfrm>
          <a:prstGeom prst="rect">
            <a:avLst/>
          </a:prstGeom>
        </p:spPr>
      </p:pic>
      <p:pic>
        <p:nvPicPr>
          <p:cNvPr id="7" name="Picture 6">
            <a:extLst>
              <a:ext uri="{FF2B5EF4-FFF2-40B4-BE49-F238E27FC236}">
                <a16:creationId xmlns:a16="http://schemas.microsoft.com/office/drawing/2014/main" id="{11603A83-B003-B312-5FFD-C21E99171BDE}"/>
              </a:ext>
            </a:extLst>
          </p:cNvPr>
          <p:cNvPicPr>
            <a:picLocks noChangeAspect="1"/>
          </p:cNvPicPr>
          <p:nvPr/>
        </p:nvPicPr>
        <p:blipFill>
          <a:blip r:embed="rId4"/>
          <a:stretch>
            <a:fillRect/>
          </a:stretch>
        </p:blipFill>
        <p:spPr>
          <a:xfrm>
            <a:off x="1143000" y="4852881"/>
            <a:ext cx="6686511" cy="1205194"/>
          </a:xfrm>
          <a:prstGeom prst="rect">
            <a:avLst/>
          </a:prstGeom>
        </p:spPr>
      </p:pic>
      <p:pic>
        <p:nvPicPr>
          <p:cNvPr id="9" name="Picture 8">
            <a:extLst>
              <a:ext uri="{FF2B5EF4-FFF2-40B4-BE49-F238E27FC236}">
                <a16:creationId xmlns:a16="http://schemas.microsoft.com/office/drawing/2014/main" id="{19A0652C-6590-8D4D-C713-AD93FD29ACD4}"/>
              </a:ext>
            </a:extLst>
          </p:cNvPr>
          <p:cNvPicPr>
            <a:picLocks noChangeAspect="1"/>
          </p:cNvPicPr>
          <p:nvPr/>
        </p:nvPicPr>
        <p:blipFill>
          <a:blip r:embed="rId5"/>
          <a:stretch>
            <a:fillRect/>
          </a:stretch>
        </p:blipFill>
        <p:spPr>
          <a:xfrm>
            <a:off x="1143000" y="3367294"/>
            <a:ext cx="3533651" cy="1126499"/>
          </a:xfrm>
          <a:prstGeom prst="rect">
            <a:avLst/>
          </a:prstGeom>
        </p:spPr>
      </p:pic>
      <p:sp>
        <p:nvSpPr>
          <p:cNvPr id="10" name="Rectangle 9">
            <a:extLst>
              <a:ext uri="{FF2B5EF4-FFF2-40B4-BE49-F238E27FC236}">
                <a16:creationId xmlns:a16="http://schemas.microsoft.com/office/drawing/2014/main" id="{99D597CE-0317-B1EB-CD0F-6381EBC074F2}"/>
              </a:ext>
            </a:extLst>
          </p:cNvPr>
          <p:cNvSpPr/>
          <p:nvPr/>
        </p:nvSpPr>
        <p:spPr>
          <a:xfrm>
            <a:off x="4858439" y="3632796"/>
            <a:ext cx="2874406" cy="59549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b="0" i="0" u="none" strike="noStrike" baseline="0"/>
              <a:t>Bayes’ rule</a:t>
            </a:r>
            <a:endParaRPr lang="en-AU" sz="2200"/>
          </a:p>
        </p:txBody>
      </p:sp>
    </p:spTree>
    <p:extLst>
      <p:ext uri="{BB962C8B-B14F-4D97-AF65-F5344CB8AC3E}">
        <p14:creationId xmlns:p14="http://schemas.microsoft.com/office/powerpoint/2010/main" val="3236977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40C2C-A0D9-9671-BAFF-BFC4DD78CCB8}"/>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2B62744C-F487-3F6F-AC6F-7B13F461CD7A}"/>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D81780FB-C217-7998-DCEC-81303D625030}"/>
              </a:ext>
            </a:extLst>
          </p:cNvPr>
          <p:cNvSpPr>
            <a:spLocks noGrp="1"/>
          </p:cNvSpPr>
          <p:nvPr>
            <p:ph type="sldNum" sz="quarter" idx="12"/>
          </p:nvPr>
        </p:nvSpPr>
        <p:spPr/>
        <p:txBody>
          <a:bodyPr/>
          <a:lstStyle/>
          <a:p>
            <a:fld id="{69F21BBE-7842-470C-94BF-4E4E50831BF5}" type="slidenum">
              <a:rPr lang="en-AU" smtClean="0"/>
              <a:t>28</a:t>
            </a:fld>
            <a:endParaRPr lang="en-AU"/>
          </a:p>
        </p:txBody>
      </p:sp>
      <p:pic>
        <p:nvPicPr>
          <p:cNvPr id="5" name="Picture 4">
            <a:extLst>
              <a:ext uri="{FF2B5EF4-FFF2-40B4-BE49-F238E27FC236}">
                <a16:creationId xmlns:a16="http://schemas.microsoft.com/office/drawing/2014/main" id="{48620FDF-E1BC-4EDD-9E96-7E023CE6638F}"/>
              </a:ext>
            </a:extLst>
          </p:cNvPr>
          <p:cNvPicPr>
            <a:picLocks noChangeAspect="1"/>
          </p:cNvPicPr>
          <p:nvPr/>
        </p:nvPicPr>
        <p:blipFill>
          <a:blip r:embed="rId2"/>
          <a:stretch>
            <a:fillRect/>
          </a:stretch>
        </p:blipFill>
        <p:spPr>
          <a:xfrm>
            <a:off x="1143000" y="2076627"/>
            <a:ext cx="6686511" cy="1205194"/>
          </a:xfrm>
          <a:prstGeom prst="rect">
            <a:avLst/>
          </a:prstGeom>
        </p:spPr>
      </p:pic>
      <p:sp>
        <p:nvSpPr>
          <p:cNvPr id="9" name="Rectangle 8">
            <a:extLst>
              <a:ext uri="{FF2B5EF4-FFF2-40B4-BE49-F238E27FC236}">
                <a16:creationId xmlns:a16="http://schemas.microsoft.com/office/drawing/2014/main" id="{6B124ED5-F0D1-78D5-5325-4568B0E01568}"/>
              </a:ext>
            </a:extLst>
          </p:cNvPr>
          <p:cNvSpPr/>
          <p:nvPr/>
        </p:nvSpPr>
        <p:spPr>
          <a:xfrm>
            <a:off x="7985488" y="2288685"/>
            <a:ext cx="3030383" cy="779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dirty="0"/>
              <a:t>i</a:t>
            </a:r>
            <a:r>
              <a:rPr lang="en-AU" sz="2200" b="0" i="0" u="none" strike="noStrike" baseline="0" dirty="0"/>
              <a:t>gnore denominator </a:t>
            </a:r>
            <a:r>
              <a:rPr lang="en-AU" sz="2200" b="0" i="1" u="none" strike="noStrike" baseline="0" dirty="0"/>
              <a:t>P(d)</a:t>
            </a:r>
            <a:endParaRPr lang="en-AU" sz="2200" i="1" dirty="0"/>
          </a:p>
        </p:txBody>
      </p:sp>
    </p:spTree>
    <p:extLst>
      <p:ext uri="{BB962C8B-B14F-4D97-AF65-F5344CB8AC3E}">
        <p14:creationId xmlns:p14="http://schemas.microsoft.com/office/powerpoint/2010/main" val="1809516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6BFD6-045E-8E9C-083E-773CAA1B5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D9B1D-4D06-447B-1FA9-2DA03B8F7E50}"/>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76143C29-F6A8-3F2B-89D6-1B474A842EC9}"/>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C4DE507A-514C-6CD6-C4B0-9A4F9A29B5CC}"/>
              </a:ext>
            </a:extLst>
          </p:cNvPr>
          <p:cNvSpPr>
            <a:spLocks noGrp="1"/>
          </p:cNvSpPr>
          <p:nvPr>
            <p:ph type="sldNum" sz="quarter" idx="12"/>
          </p:nvPr>
        </p:nvSpPr>
        <p:spPr/>
        <p:txBody>
          <a:bodyPr/>
          <a:lstStyle/>
          <a:p>
            <a:fld id="{69F21BBE-7842-470C-94BF-4E4E50831BF5}" type="slidenum">
              <a:rPr lang="en-AU" smtClean="0"/>
              <a:t>29</a:t>
            </a:fld>
            <a:endParaRPr lang="en-AU"/>
          </a:p>
        </p:txBody>
      </p:sp>
      <p:pic>
        <p:nvPicPr>
          <p:cNvPr id="5" name="Picture 4">
            <a:extLst>
              <a:ext uri="{FF2B5EF4-FFF2-40B4-BE49-F238E27FC236}">
                <a16:creationId xmlns:a16="http://schemas.microsoft.com/office/drawing/2014/main" id="{4C2181F6-3908-46E0-4CDC-25EE90C52B82}"/>
              </a:ext>
            </a:extLst>
          </p:cNvPr>
          <p:cNvPicPr>
            <a:picLocks noChangeAspect="1"/>
          </p:cNvPicPr>
          <p:nvPr/>
        </p:nvPicPr>
        <p:blipFill>
          <a:blip r:embed="rId2"/>
          <a:stretch>
            <a:fillRect/>
          </a:stretch>
        </p:blipFill>
        <p:spPr>
          <a:xfrm>
            <a:off x="1143000" y="2076627"/>
            <a:ext cx="6686511" cy="1205194"/>
          </a:xfrm>
          <a:prstGeom prst="rect">
            <a:avLst/>
          </a:prstGeom>
        </p:spPr>
      </p:pic>
      <p:pic>
        <p:nvPicPr>
          <p:cNvPr id="7" name="Picture 6">
            <a:extLst>
              <a:ext uri="{FF2B5EF4-FFF2-40B4-BE49-F238E27FC236}">
                <a16:creationId xmlns:a16="http://schemas.microsoft.com/office/drawing/2014/main" id="{81DBFAF0-7B02-BC53-3921-988E859DD511}"/>
              </a:ext>
            </a:extLst>
          </p:cNvPr>
          <p:cNvPicPr>
            <a:picLocks noChangeAspect="1"/>
          </p:cNvPicPr>
          <p:nvPr/>
        </p:nvPicPr>
        <p:blipFill>
          <a:blip r:embed="rId2"/>
          <a:stretch>
            <a:fillRect/>
          </a:stretch>
        </p:blipFill>
        <p:spPr>
          <a:xfrm>
            <a:off x="1143000" y="3552889"/>
            <a:ext cx="6686511" cy="1205194"/>
          </a:xfrm>
          <a:prstGeom prst="rect">
            <a:avLst/>
          </a:prstGeom>
        </p:spPr>
      </p:pic>
      <p:pic>
        <p:nvPicPr>
          <p:cNvPr id="8" name="Picture 7">
            <a:extLst>
              <a:ext uri="{FF2B5EF4-FFF2-40B4-BE49-F238E27FC236}">
                <a16:creationId xmlns:a16="http://schemas.microsoft.com/office/drawing/2014/main" id="{0AE6E928-D38E-7E74-38E1-F7BC0B06018B}"/>
              </a:ext>
            </a:extLst>
          </p:cNvPr>
          <p:cNvPicPr>
            <a:picLocks noChangeAspect="1"/>
          </p:cNvPicPr>
          <p:nvPr/>
        </p:nvPicPr>
        <p:blipFill>
          <a:blip r:embed="rId3"/>
          <a:stretch>
            <a:fillRect/>
          </a:stretch>
        </p:blipFill>
        <p:spPr>
          <a:xfrm>
            <a:off x="7870680" y="3891816"/>
            <a:ext cx="3608283" cy="779367"/>
          </a:xfrm>
          <a:prstGeom prst="rect">
            <a:avLst/>
          </a:prstGeom>
        </p:spPr>
      </p:pic>
      <p:sp>
        <p:nvSpPr>
          <p:cNvPr id="9" name="Rectangle 8">
            <a:extLst>
              <a:ext uri="{FF2B5EF4-FFF2-40B4-BE49-F238E27FC236}">
                <a16:creationId xmlns:a16="http://schemas.microsoft.com/office/drawing/2014/main" id="{BC25E8E2-45C7-440E-FC57-2FB6E26AB480}"/>
              </a:ext>
            </a:extLst>
          </p:cNvPr>
          <p:cNvSpPr/>
          <p:nvPr/>
        </p:nvSpPr>
        <p:spPr>
          <a:xfrm>
            <a:off x="7985488" y="2288685"/>
            <a:ext cx="3030383" cy="779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dirty="0"/>
              <a:t>i</a:t>
            </a:r>
            <a:r>
              <a:rPr lang="en-AU" sz="2200" b="0" i="0" u="none" strike="noStrike" baseline="0" dirty="0"/>
              <a:t>gnore denominator </a:t>
            </a:r>
            <a:r>
              <a:rPr lang="en-AU" sz="2200" b="0" i="1" u="none" strike="noStrike" baseline="0" dirty="0"/>
              <a:t>P(d)</a:t>
            </a:r>
            <a:endParaRPr lang="en-AU" sz="2200" i="1" dirty="0"/>
          </a:p>
        </p:txBody>
      </p:sp>
      <p:cxnSp>
        <p:nvCxnSpPr>
          <p:cNvPr id="6" name="Straight Arrow Connector 5">
            <a:extLst>
              <a:ext uri="{FF2B5EF4-FFF2-40B4-BE49-F238E27FC236}">
                <a16:creationId xmlns:a16="http://schemas.microsoft.com/office/drawing/2014/main" id="{B4619FFA-1DE5-00C0-43E0-C2895D49E24F}"/>
              </a:ext>
            </a:extLst>
          </p:cNvPr>
          <p:cNvCxnSpPr>
            <a:cxnSpLocks/>
          </p:cNvCxnSpPr>
          <p:nvPr/>
        </p:nvCxnSpPr>
        <p:spPr>
          <a:xfrm>
            <a:off x="9448800" y="3068051"/>
            <a:ext cx="457200" cy="72189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54005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E36B2-F97D-AAB4-8800-1409AFCC7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736FE-75D9-4316-67CF-88749123FD7E}"/>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DD1D2441-6818-3A40-CFC1-90FDA29437F9}"/>
              </a:ext>
            </a:extLst>
          </p:cNvPr>
          <p:cNvSpPr>
            <a:spLocks noGrp="1"/>
          </p:cNvSpPr>
          <p:nvPr>
            <p:ph idx="1"/>
          </p:nvPr>
        </p:nvSpPr>
        <p:spPr/>
        <p:txBody>
          <a:bodyPr/>
          <a:lstStyle/>
          <a:p>
            <a:endParaRPr lang="en-AU"/>
          </a:p>
        </p:txBody>
      </p:sp>
      <p:sp>
        <p:nvSpPr>
          <p:cNvPr id="4" name="Slide Number Placeholder 3">
            <a:extLst>
              <a:ext uri="{FF2B5EF4-FFF2-40B4-BE49-F238E27FC236}">
                <a16:creationId xmlns:a16="http://schemas.microsoft.com/office/drawing/2014/main" id="{299838D4-4AD4-D140-E7B8-4F200A272433}"/>
              </a:ext>
            </a:extLst>
          </p:cNvPr>
          <p:cNvSpPr>
            <a:spLocks noGrp="1"/>
          </p:cNvSpPr>
          <p:nvPr>
            <p:ph type="sldNum" sz="quarter" idx="12"/>
          </p:nvPr>
        </p:nvSpPr>
        <p:spPr/>
        <p:txBody>
          <a:bodyPr/>
          <a:lstStyle/>
          <a:p>
            <a:fld id="{69F21BBE-7842-470C-94BF-4E4E50831BF5}" type="slidenum">
              <a:rPr lang="en-AU" smtClean="0"/>
              <a:t>30</a:t>
            </a:fld>
            <a:endParaRPr lang="en-AU"/>
          </a:p>
        </p:txBody>
      </p:sp>
      <p:pic>
        <p:nvPicPr>
          <p:cNvPr id="5" name="Picture 4">
            <a:extLst>
              <a:ext uri="{FF2B5EF4-FFF2-40B4-BE49-F238E27FC236}">
                <a16:creationId xmlns:a16="http://schemas.microsoft.com/office/drawing/2014/main" id="{D94907E8-1C86-8251-FC27-1EFE9AE10921}"/>
              </a:ext>
            </a:extLst>
          </p:cNvPr>
          <p:cNvPicPr>
            <a:picLocks noChangeAspect="1"/>
          </p:cNvPicPr>
          <p:nvPr/>
        </p:nvPicPr>
        <p:blipFill>
          <a:blip r:embed="rId2"/>
          <a:stretch>
            <a:fillRect/>
          </a:stretch>
        </p:blipFill>
        <p:spPr>
          <a:xfrm>
            <a:off x="1143000" y="2076627"/>
            <a:ext cx="6686511" cy="1205194"/>
          </a:xfrm>
          <a:prstGeom prst="rect">
            <a:avLst/>
          </a:prstGeom>
        </p:spPr>
      </p:pic>
      <p:pic>
        <p:nvPicPr>
          <p:cNvPr id="7" name="Picture 6">
            <a:extLst>
              <a:ext uri="{FF2B5EF4-FFF2-40B4-BE49-F238E27FC236}">
                <a16:creationId xmlns:a16="http://schemas.microsoft.com/office/drawing/2014/main" id="{61D5AEF1-0A48-09B1-DAAE-8D5D95AF26A7}"/>
              </a:ext>
            </a:extLst>
          </p:cNvPr>
          <p:cNvPicPr>
            <a:picLocks noChangeAspect="1"/>
          </p:cNvPicPr>
          <p:nvPr/>
        </p:nvPicPr>
        <p:blipFill>
          <a:blip r:embed="rId2"/>
          <a:stretch>
            <a:fillRect/>
          </a:stretch>
        </p:blipFill>
        <p:spPr>
          <a:xfrm>
            <a:off x="1143000" y="3552889"/>
            <a:ext cx="6686511" cy="1205194"/>
          </a:xfrm>
          <a:prstGeom prst="rect">
            <a:avLst/>
          </a:prstGeom>
        </p:spPr>
      </p:pic>
      <p:pic>
        <p:nvPicPr>
          <p:cNvPr id="8" name="Picture 7">
            <a:extLst>
              <a:ext uri="{FF2B5EF4-FFF2-40B4-BE49-F238E27FC236}">
                <a16:creationId xmlns:a16="http://schemas.microsoft.com/office/drawing/2014/main" id="{DC74A2B3-B2BE-0542-679A-6532FC95A777}"/>
              </a:ext>
            </a:extLst>
          </p:cNvPr>
          <p:cNvPicPr>
            <a:picLocks noChangeAspect="1"/>
          </p:cNvPicPr>
          <p:nvPr/>
        </p:nvPicPr>
        <p:blipFill>
          <a:blip r:embed="rId3"/>
          <a:stretch>
            <a:fillRect/>
          </a:stretch>
        </p:blipFill>
        <p:spPr>
          <a:xfrm>
            <a:off x="7870680" y="3891816"/>
            <a:ext cx="3608283" cy="779367"/>
          </a:xfrm>
          <a:prstGeom prst="rect">
            <a:avLst/>
          </a:prstGeom>
        </p:spPr>
      </p:pic>
      <p:sp>
        <p:nvSpPr>
          <p:cNvPr id="9" name="Rectangle 8">
            <a:extLst>
              <a:ext uri="{FF2B5EF4-FFF2-40B4-BE49-F238E27FC236}">
                <a16:creationId xmlns:a16="http://schemas.microsoft.com/office/drawing/2014/main" id="{96F76370-7347-ABE9-BB7B-EBB0225F539C}"/>
              </a:ext>
            </a:extLst>
          </p:cNvPr>
          <p:cNvSpPr/>
          <p:nvPr/>
        </p:nvSpPr>
        <p:spPr>
          <a:xfrm>
            <a:off x="7985488" y="2288685"/>
            <a:ext cx="3030383" cy="779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dirty="0"/>
              <a:t>i</a:t>
            </a:r>
            <a:r>
              <a:rPr lang="en-AU" sz="2200" b="0" i="0" u="none" strike="noStrike" baseline="0" dirty="0"/>
              <a:t>gnore denominator </a:t>
            </a:r>
            <a:r>
              <a:rPr lang="en-AU" sz="2200" b="0" i="1" u="none" strike="noStrike" baseline="0" dirty="0"/>
              <a:t>P(d)</a:t>
            </a:r>
            <a:endParaRPr lang="en-AU" sz="2200" i="1" dirty="0"/>
          </a:p>
        </p:txBody>
      </p:sp>
      <p:pic>
        <p:nvPicPr>
          <p:cNvPr id="11" name="Picture 10">
            <a:extLst>
              <a:ext uri="{FF2B5EF4-FFF2-40B4-BE49-F238E27FC236}">
                <a16:creationId xmlns:a16="http://schemas.microsoft.com/office/drawing/2014/main" id="{A1158B88-6271-FC1D-61BA-4BC1C42A5BEF}"/>
              </a:ext>
            </a:extLst>
          </p:cNvPr>
          <p:cNvPicPr>
            <a:picLocks noChangeAspect="1"/>
          </p:cNvPicPr>
          <p:nvPr/>
        </p:nvPicPr>
        <p:blipFill>
          <a:blip r:embed="rId4"/>
          <a:stretch>
            <a:fillRect/>
          </a:stretch>
        </p:blipFill>
        <p:spPr>
          <a:xfrm>
            <a:off x="1143000" y="4902309"/>
            <a:ext cx="4721693" cy="1453723"/>
          </a:xfrm>
          <a:prstGeom prst="rect">
            <a:avLst/>
          </a:prstGeom>
        </p:spPr>
      </p:pic>
      <p:cxnSp>
        <p:nvCxnSpPr>
          <p:cNvPr id="6" name="Straight Arrow Connector 5">
            <a:extLst>
              <a:ext uri="{FF2B5EF4-FFF2-40B4-BE49-F238E27FC236}">
                <a16:creationId xmlns:a16="http://schemas.microsoft.com/office/drawing/2014/main" id="{93B3831F-65EB-8F1A-BC1F-FAD97F4A85D6}"/>
              </a:ext>
            </a:extLst>
          </p:cNvPr>
          <p:cNvCxnSpPr>
            <a:cxnSpLocks/>
          </p:cNvCxnSpPr>
          <p:nvPr/>
        </p:nvCxnSpPr>
        <p:spPr>
          <a:xfrm>
            <a:off x="9448800" y="3068051"/>
            <a:ext cx="457200" cy="72189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255686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840A3-F8AE-8F39-B620-F27261BAE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E8C8D-3110-B2C8-5EBC-C952119A1E79}"/>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05F59E93-0822-4099-0351-514239372B56}"/>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D2B54270-9D8B-2202-0F64-EDFA3B2AA760}"/>
              </a:ext>
            </a:extLst>
          </p:cNvPr>
          <p:cNvSpPr>
            <a:spLocks noGrp="1"/>
          </p:cNvSpPr>
          <p:nvPr>
            <p:ph type="sldNum" sz="quarter" idx="12"/>
          </p:nvPr>
        </p:nvSpPr>
        <p:spPr/>
        <p:txBody>
          <a:bodyPr/>
          <a:lstStyle/>
          <a:p>
            <a:fld id="{69F21BBE-7842-470C-94BF-4E4E50831BF5}" type="slidenum">
              <a:rPr lang="en-AU" smtClean="0"/>
              <a:t>31</a:t>
            </a:fld>
            <a:endParaRPr lang="en-AU"/>
          </a:p>
        </p:txBody>
      </p:sp>
      <p:pic>
        <p:nvPicPr>
          <p:cNvPr id="11" name="Picture 10">
            <a:extLst>
              <a:ext uri="{FF2B5EF4-FFF2-40B4-BE49-F238E27FC236}">
                <a16:creationId xmlns:a16="http://schemas.microsoft.com/office/drawing/2014/main" id="{E3834A16-14B4-6346-721F-6E9DE36325E2}"/>
              </a:ext>
            </a:extLst>
          </p:cNvPr>
          <p:cNvPicPr>
            <a:picLocks noChangeAspect="1"/>
          </p:cNvPicPr>
          <p:nvPr/>
        </p:nvPicPr>
        <p:blipFill>
          <a:blip r:embed="rId2"/>
          <a:stretch>
            <a:fillRect/>
          </a:stretch>
        </p:blipFill>
        <p:spPr>
          <a:xfrm>
            <a:off x="1143000" y="2057400"/>
            <a:ext cx="4721693" cy="1453723"/>
          </a:xfrm>
          <a:prstGeom prst="rect">
            <a:avLst/>
          </a:prstGeom>
        </p:spPr>
      </p:pic>
    </p:spTree>
    <p:extLst>
      <p:ext uri="{BB962C8B-B14F-4D97-AF65-F5344CB8AC3E}">
        <p14:creationId xmlns:p14="http://schemas.microsoft.com/office/powerpoint/2010/main" val="4464317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8B4CC-6AFD-D290-C0B5-2B9E6A486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10BF9-736B-74E2-1605-574464028409}"/>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DD0C7944-2C91-96B5-9E11-0A9E54BFDB96}"/>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07F676D9-C655-0D29-135E-329108AF9CBD}"/>
              </a:ext>
            </a:extLst>
          </p:cNvPr>
          <p:cNvSpPr>
            <a:spLocks noGrp="1"/>
          </p:cNvSpPr>
          <p:nvPr>
            <p:ph type="sldNum" sz="quarter" idx="12"/>
          </p:nvPr>
        </p:nvSpPr>
        <p:spPr/>
        <p:txBody>
          <a:bodyPr/>
          <a:lstStyle/>
          <a:p>
            <a:fld id="{69F21BBE-7842-470C-94BF-4E4E50831BF5}" type="slidenum">
              <a:rPr lang="en-AU" smtClean="0"/>
              <a:t>32</a:t>
            </a:fld>
            <a:endParaRPr lang="en-AU"/>
          </a:p>
        </p:txBody>
      </p:sp>
      <p:pic>
        <p:nvPicPr>
          <p:cNvPr id="11" name="Picture 10">
            <a:extLst>
              <a:ext uri="{FF2B5EF4-FFF2-40B4-BE49-F238E27FC236}">
                <a16:creationId xmlns:a16="http://schemas.microsoft.com/office/drawing/2014/main" id="{1EC64915-D8C7-70CB-28D7-A52701F277F5}"/>
              </a:ext>
            </a:extLst>
          </p:cNvPr>
          <p:cNvPicPr>
            <a:picLocks noChangeAspect="1"/>
          </p:cNvPicPr>
          <p:nvPr/>
        </p:nvPicPr>
        <p:blipFill>
          <a:blip r:embed="rId2"/>
          <a:stretch>
            <a:fillRect/>
          </a:stretch>
        </p:blipFill>
        <p:spPr>
          <a:xfrm>
            <a:off x="1143000" y="2057400"/>
            <a:ext cx="4721693" cy="1453723"/>
          </a:xfrm>
          <a:prstGeom prst="rect">
            <a:avLst/>
          </a:prstGeom>
        </p:spPr>
      </p:pic>
      <p:sp>
        <p:nvSpPr>
          <p:cNvPr id="5" name="Rectangle 4">
            <a:extLst>
              <a:ext uri="{FF2B5EF4-FFF2-40B4-BE49-F238E27FC236}">
                <a16:creationId xmlns:a16="http://schemas.microsoft.com/office/drawing/2014/main" id="{CC51271A-7BBF-16CF-B574-036B4E895AF5}"/>
              </a:ext>
            </a:extLst>
          </p:cNvPr>
          <p:cNvSpPr/>
          <p:nvPr/>
        </p:nvSpPr>
        <p:spPr>
          <a:xfrm>
            <a:off x="7274561" y="2057400"/>
            <a:ext cx="4635406" cy="4038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dirty="0"/>
              <a:t>A document </a:t>
            </a:r>
            <a:r>
              <a:rPr lang="en-US" sz="2200" i="1" dirty="0"/>
              <a:t>d</a:t>
            </a:r>
            <a:r>
              <a:rPr lang="en-US" sz="2200" dirty="0"/>
              <a:t> is represented as a set of features f</a:t>
            </a:r>
            <a:r>
              <a:rPr lang="en-US" sz="2200" baseline="-25000" dirty="0"/>
              <a:t>1</a:t>
            </a:r>
            <a:r>
              <a:rPr lang="en-US" sz="2200" dirty="0"/>
              <a:t>, f</a:t>
            </a:r>
            <a:r>
              <a:rPr lang="en-US" sz="2200" baseline="-25000" dirty="0"/>
              <a:t>2</a:t>
            </a:r>
            <a:r>
              <a:rPr lang="en-US" sz="2200" dirty="0"/>
              <a:t>, …, </a:t>
            </a:r>
            <a:r>
              <a:rPr lang="en-US" sz="2200" dirty="0" err="1"/>
              <a:t>f</a:t>
            </a:r>
            <a:r>
              <a:rPr lang="en-US" sz="2200" baseline="-25000" dirty="0" err="1"/>
              <a:t>n</a:t>
            </a:r>
            <a:endParaRPr lang="en-US" sz="2200" baseline="-25000" dirty="0"/>
          </a:p>
          <a:p>
            <a:pPr algn="ctr"/>
            <a:r>
              <a:rPr lang="en-US" sz="2200" b="1" dirty="0"/>
              <a:t>d =</a:t>
            </a:r>
            <a:r>
              <a:rPr lang="en-US" sz="2200" b="1" baseline="-25000" dirty="0"/>
              <a:t> </a:t>
            </a:r>
            <a:r>
              <a:rPr lang="en-US" sz="2200" b="1" dirty="0"/>
              <a:t>f</a:t>
            </a:r>
            <a:r>
              <a:rPr lang="en-US" sz="2200" b="1" baseline="-25000" dirty="0"/>
              <a:t>1</a:t>
            </a:r>
            <a:r>
              <a:rPr lang="en-US" sz="2200" b="1" dirty="0"/>
              <a:t>, f</a:t>
            </a:r>
            <a:r>
              <a:rPr lang="en-US" sz="2200" b="1" baseline="-25000" dirty="0"/>
              <a:t>2</a:t>
            </a:r>
            <a:r>
              <a:rPr lang="en-US" sz="2200" b="1" dirty="0"/>
              <a:t>, …, </a:t>
            </a:r>
            <a:r>
              <a:rPr lang="en-US" sz="2200" b="1" dirty="0" err="1"/>
              <a:t>f</a:t>
            </a:r>
            <a:r>
              <a:rPr lang="en-US" sz="2200" b="1" baseline="-25000" dirty="0" err="1"/>
              <a:t>n</a:t>
            </a:r>
            <a:endParaRPr lang="en-US" sz="2200" b="1" baseline="-25000" dirty="0"/>
          </a:p>
          <a:p>
            <a:pPr algn="ctr"/>
            <a:endParaRPr lang="en-US" sz="2200" dirty="0"/>
          </a:p>
          <a:p>
            <a:r>
              <a:rPr lang="en-US" sz="2200" dirty="0"/>
              <a:t>d = “predictable with no fun”</a:t>
            </a:r>
          </a:p>
          <a:p>
            <a:endParaRPr lang="en-US" sz="1000" dirty="0"/>
          </a:p>
          <a:p>
            <a:r>
              <a:rPr lang="en-US" sz="2200" dirty="0"/>
              <a:t>“predictable with no fun” = {“predictable”</a:t>
            </a:r>
            <a:r>
              <a:rPr lang="en-AU" sz="2200" dirty="0"/>
              <a:t>, “with”, “no”, “fun”</a:t>
            </a:r>
            <a:r>
              <a:rPr lang="en-US" sz="2200" dirty="0"/>
              <a:t>}</a:t>
            </a:r>
          </a:p>
          <a:p>
            <a:endParaRPr lang="en-US" sz="1000" dirty="0"/>
          </a:p>
          <a:p>
            <a:r>
              <a:rPr lang="en-US" sz="2200" dirty="0"/>
              <a:t>f</a:t>
            </a:r>
            <a:r>
              <a:rPr lang="en-US" sz="2200" baseline="-25000" dirty="0"/>
              <a:t>1</a:t>
            </a:r>
            <a:r>
              <a:rPr lang="en-US" sz="2200" dirty="0"/>
              <a:t> = “predictable”</a:t>
            </a:r>
            <a:r>
              <a:rPr lang="en-AU" sz="2200" dirty="0"/>
              <a:t>, </a:t>
            </a:r>
            <a:r>
              <a:rPr lang="en-US" sz="2200" dirty="0"/>
              <a:t>f</a:t>
            </a:r>
            <a:r>
              <a:rPr lang="en-US" sz="2200" baseline="-25000" dirty="0"/>
              <a:t>2</a:t>
            </a:r>
            <a:r>
              <a:rPr lang="en-AU" sz="2200" dirty="0"/>
              <a:t> = “with”, </a:t>
            </a:r>
          </a:p>
          <a:p>
            <a:r>
              <a:rPr lang="en-US" sz="2200" dirty="0"/>
              <a:t>f</a:t>
            </a:r>
            <a:r>
              <a:rPr lang="en-US" sz="2200" baseline="-25000" dirty="0"/>
              <a:t>3</a:t>
            </a:r>
            <a:r>
              <a:rPr lang="en-AU" sz="2200" dirty="0"/>
              <a:t> = “no”, </a:t>
            </a:r>
            <a:r>
              <a:rPr lang="en-US" sz="2200" dirty="0"/>
              <a:t>f</a:t>
            </a:r>
            <a:r>
              <a:rPr lang="en-US" sz="2200" baseline="-25000" dirty="0"/>
              <a:t>4</a:t>
            </a:r>
            <a:r>
              <a:rPr lang="en-AU" sz="2200" dirty="0"/>
              <a:t> = “fun”</a:t>
            </a:r>
          </a:p>
          <a:p>
            <a:r>
              <a:rPr lang="en-AU" sz="2200" dirty="0"/>
              <a:t>hence, </a:t>
            </a:r>
            <a:r>
              <a:rPr lang="en-AU" sz="2200" b="1" dirty="0"/>
              <a:t>d = {</a:t>
            </a:r>
            <a:r>
              <a:rPr lang="en-US" sz="2200" b="1" dirty="0"/>
              <a:t>f</a:t>
            </a:r>
            <a:r>
              <a:rPr lang="en-US" sz="2200" b="1" baseline="-25000" dirty="0"/>
              <a:t>1</a:t>
            </a:r>
            <a:r>
              <a:rPr lang="en-US" sz="2200" b="1" dirty="0"/>
              <a:t>, f</a:t>
            </a:r>
            <a:r>
              <a:rPr lang="en-US" sz="2200" b="1" baseline="-25000" dirty="0"/>
              <a:t>2</a:t>
            </a:r>
            <a:r>
              <a:rPr lang="en-US" sz="2200" b="1" dirty="0"/>
              <a:t>, f</a:t>
            </a:r>
            <a:r>
              <a:rPr lang="en-US" sz="2200" b="1" baseline="-25000" dirty="0"/>
              <a:t>3</a:t>
            </a:r>
            <a:r>
              <a:rPr lang="en-US" sz="2200" b="1" dirty="0"/>
              <a:t>, f</a:t>
            </a:r>
            <a:r>
              <a:rPr lang="en-US" sz="2200" b="1" baseline="-25000" dirty="0"/>
              <a:t>4</a:t>
            </a:r>
            <a:r>
              <a:rPr lang="en-AU" sz="2200" b="1" dirty="0"/>
              <a:t>}</a:t>
            </a:r>
            <a:endParaRPr lang="en-US" sz="2200" b="1" dirty="0"/>
          </a:p>
        </p:txBody>
      </p:sp>
    </p:spTree>
    <p:extLst>
      <p:ext uri="{BB962C8B-B14F-4D97-AF65-F5344CB8AC3E}">
        <p14:creationId xmlns:p14="http://schemas.microsoft.com/office/powerpoint/2010/main" val="1866685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FF4E-D39C-563B-8C9F-2F5EC41C7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237E2-B49E-A95F-623B-F7AA00217DE5}"/>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2233ED18-78C7-1F95-A7DA-96787104CE47}"/>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F0D0CDA5-D3DF-9FFD-0323-1AEC02B92247}"/>
              </a:ext>
            </a:extLst>
          </p:cNvPr>
          <p:cNvSpPr>
            <a:spLocks noGrp="1"/>
          </p:cNvSpPr>
          <p:nvPr>
            <p:ph type="sldNum" sz="quarter" idx="12"/>
          </p:nvPr>
        </p:nvSpPr>
        <p:spPr/>
        <p:txBody>
          <a:bodyPr/>
          <a:lstStyle/>
          <a:p>
            <a:fld id="{69F21BBE-7842-470C-94BF-4E4E50831BF5}" type="slidenum">
              <a:rPr lang="en-AU" smtClean="0"/>
              <a:t>33</a:t>
            </a:fld>
            <a:endParaRPr lang="en-AU"/>
          </a:p>
        </p:txBody>
      </p:sp>
      <p:pic>
        <p:nvPicPr>
          <p:cNvPr id="11" name="Picture 10">
            <a:extLst>
              <a:ext uri="{FF2B5EF4-FFF2-40B4-BE49-F238E27FC236}">
                <a16:creationId xmlns:a16="http://schemas.microsoft.com/office/drawing/2014/main" id="{831C9038-CDF3-7492-A835-A83A8057E9B6}"/>
              </a:ext>
            </a:extLst>
          </p:cNvPr>
          <p:cNvPicPr>
            <a:picLocks noChangeAspect="1"/>
          </p:cNvPicPr>
          <p:nvPr/>
        </p:nvPicPr>
        <p:blipFill>
          <a:blip r:embed="rId2"/>
          <a:stretch>
            <a:fillRect/>
          </a:stretch>
        </p:blipFill>
        <p:spPr>
          <a:xfrm>
            <a:off x="1143000" y="2057400"/>
            <a:ext cx="4721693" cy="1453723"/>
          </a:xfrm>
          <a:prstGeom prst="rect">
            <a:avLst/>
          </a:prstGeom>
        </p:spPr>
      </p:pic>
      <p:pic>
        <p:nvPicPr>
          <p:cNvPr id="10" name="Picture 9">
            <a:extLst>
              <a:ext uri="{FF2B5EF4-FFF2-40B4-BE49-F238E27FC236}">
                <a16:creationId xmlns:a16="http://schemas.microsoft.com/office/drawing/2014/main" id="{F2AEB675-4305-9558-5A6D-A0C919C39E58}"/>
              </a:ext>
            </a:extLst>
          </p:cNvPr>
          <p:cNvPicPr>
            <a:picLocks noChangeAspect="1"/>
          </p:cNvPicPr>
          <p:nvPr/>
        </p:nvPicPr>
        <p:blipFill>
          <a:blip r:embed="rId3"/>
          <a:stretch>
            <a:fillRect/>
          </a:stretch>
        </p:blipFill>
        <p:spPr>
          <a:xfrm>
            <a:off x="1143000" y="3441233"/>
            <a:ext cx="6031109" cy="1559144"/>
          </a:xfrm>
          <a:prstGeom prst="rect">
            <a:avLst/>
          </a:prstGeom>
        </p:spPr>
      </p:pic>
      <p:sp>
        <p:nvSpPr>
          <p:cNvPr id="7" name="Rectangle 6">
            <a:extLst>
              <a:ext uri="{FF2B5EF4-FFF2-40B4-BE49-F238E27FC236}">
                <a16:creationId xmlns:a16="http://schemas.microsoft.com/office/drawing/2014/main" id="{097805A8-02E2-DB0F-F101-2967A4CE6B1F}"/>
              </a:ext>
            </a:extLst>
          </p:cNvPr>
          <p:cNvSpPr/>
          <p:nvPr/>
        </p:nvSpPr>
        <p:spPr>
          <a:xfrm>
            <a:off x="7274561" y="2057400"/>
            <a:ext cx="4635406" cy="4038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dirty="0"/>
              <a:t>A document </a:t>
            </a:r>
            <a:r>
              <a:rPr lang="en-US" sz="2200" i="1" dirty="0"/>
              <a:t>d</a:t>
            </a:r>
            <a:r>
              <a:rPr lang="en-US" sz="2200" dirty="0"/>
              <a:t> is represented as a set of features f</a:t>
            </a:r>
            <a:r>
              <a:rPr lang="en-US" sz="2200" baseline="-25000" dirty="0"/>
              <a:t>1</a:t>
            </a:r>
            <a:r>
              <a:rPr lang="en-US" sz="2200" dirty="0"/>
              <a:t>, f</a:t>
            </a:r>
            <a:r>
              <a:rPr lang="en-US" sz="2200" baseline="-25000" dirty="0"/>
              <a:t>2</a:t>
            </a:r>
            <a:r>
              <a:rPr lang="en-US" sz="2200" dirty="0"/>
              <a:t>, …, </a:t>
            </a:r>
            <a:r>
              <a:rPr lang="en-US" sz="2200" dirty="0" err="1"/>
              <a:t>f</a:t>
            </a:r>
            <a:r>
              <a:rPr lang="en-US" sz="2200" baseline="-25000" dirty="0" err="1"/>
              <a:t>n</a:t>
            </a:r>
            <a:endParaRPr lang="en-US" sz="2200" baseline="-25000" dirty="0"/>
          </a:p>
          <a:p>
            <a:pPr algn="ctr"/>
            <a:r>
              <a:rPr lang="en-US" sz="2200" b="1" dirty="0"/>
              <a:t>d =</a:t>
            </a:r>
            <a:r>
              <a:rPr lang="en-US" sz="2200" b="1" baseline="-25000" dirty="0"/>
              <a:t> </a:t>
            </a:r>
            <a:r>
              <a:rPr lang="en-US" sz="2200" b="1" dirty="0"/>
              <a:t>f</a:t>
            </a:r>
            <a:r>
              <a:rPr lang="en-US" sz="2200" b="1" baseline="-25000" dirty="0"/>
              <a:t>1</a:t>
            </a:r>
            <a:r>
              <a:rPr lang="en-US" sz="2200" b="1" dirty="0"/>
              <a:t>, f</a:t>
            </a:r>
            <a:r>
              <a:rPr lang="en-US" sz="2200" b="1" baseline="-25000" dirty="0"/>
              <a:t>2</a:t>
            </a:r>
            <a:r>
              <a:rPr lang="en-US" sz="2200" b="1" dirty="0"/>
              <a:t>, …, </a:t>
            </a:r>
            <a:r>
              <a:rPr lang="en-US" sz="2200" b="1" dirty="0" err="1"/>
              <a:t>f</a:t>
            </a:r>
            <a:r>
              <a:rPr lang="en-US" sz="2200" b="1" baseline="-25000" dirty="0" err="1"/>
              <a:t>n</a:t>
            </a:r>
            <a:endParaRPr lang="en-US" sz="2200" b="1" baseline="-25000" dirty="0"/>
          </a:p>
          <a:p>
            <a:pPr algn="ctr"/>
            <a:endParaRPr lang="en-US" sz="2200" dirty="0"/>
          </a:p>
          <a:p>
            <a:r>
              <a:rPr lang="en-US" sz="2200" dirty="0"/>
              <a:t>d = “predictable with no fun”</a:t>
            </a:r>
          </a:p>
          <a:p>
            <a:endParaRPr lang="en-US" sz="1000" dirty="0"/>
          </a:p>
          <a:p>
            <a:r>
              <a:rPr lang="en-US" sz="2200" dirty="0"/>
              <a:t>“predictable with no fun” = {“predictable”</a:t>
            </a:r>
            <a:r>
              <a:rPr lang="en-AU" sz="2200" dirty="0"/>
              <a:t>, “with”, “no”, “fun”</a:t>
            </a:r>
            <a:r>
              <a:rPr lang="en-US" sz="2200" dirty="0"/>
              <a:t>}</a:t>
            </a:r>
          </a:p>
          <a:p>
            <a:endParaRPr lang="en-US" sz="1000" dirty="0"/>
          </a:p>
          <a:p>
            <a:r>
              <a:rPr lang="en-US" sz="2200" dirty="0"/>
              <a:t>f</a:t>
            </a:r>
            <a:r>
              <a:rPr lang="en-US" sz="2200" baseline="-25000" dirty="0"/>
              <a:t>1</a:t>
            </a:r>
            <a:r>
              <a:rPr lang="en-US" sz="2200" dirty="0"/>
              <a:t> = “predictable”</a:t>
            </a:r>
            <a:r>
              <a:rPr lang="en-AU" sz="2200" dirty="0"/>
              <a:t>, </a:t>
            </a:r>
            <a:r>
              <a:rPr lang="en-US" sz="2200" dirty="0"/>
              <a:t>f</a:t>
            </a:r>
            <a:r>
              <a:rPr lang="en-US" sz="2200" baseline="-25000" dirty="0"/>
              <a:t>2</a:t>
            </a:r>
            <a:r>
              <a:rPr lang="en-AU" sz="2200" dirty="0"/>
              <a:t> = “with”, </a:t>
            </a:r>
          </a:p>
          <a:p>
            <a:r>
              <a:rPr lang="en-US" sz="2200" dirty="0"/>
              <a:t>f</a:t>
            </a:r>
            <a:r>
              <a:rPr lang="en-US" sz="2200" baseline="-25000" dirty="0"/>
              <a:t>3</a:t>
            </a:r>
            <a:r>
              <a:rPr lang="en-AU" sz="2200" dirty="0"/>
              <a:t> = “no”, </a:t>
            </a:r>
            <a:r>
              <a:rPr lang="en-US" sz="2200" dirty="0"/>
              <a:t>f</a:t>
            </a:r>
            <a:r>
              <a:rPr lang="en-US" sz="2200" baseline="-25000" dirty="0"/>
              <a:t>4</a:t>
            </a:r>
            <a:r>
              <a:rPr lang="en-AU" sz="2200" dirty="0"/>
              <a:t> = “fun”</a:t>
            </a:r>
          </a:p>
          <a:p>
            <a:r>
              <a:rPr lang="en-AU" sz="2200" dirty="0"/>
              <a:t>hence, </a:t>
            </a:r>
            <a:r>
              <a:rPr lang="en-AU" sz="2200" b="1" dirty="0"/>
              <a:t>d = {</a:t>
            </a:r>
            <a:r>
              <a:rPr lang="en-US" sz="2200" b="1" dirty="0"/>
              <a:t>f</a:t>
            </a:r>
            <a:r>
              <a:rPr lang="en-US" sz="2200" b="1" baseline="-25000" dirty="0"/>
              <a:t>1</a:t>
            </a:r>
            <a:r>
              <a:rPr lang="en-US" sz="2200" b="1" dirty="0"/>
              <a:t>, f</a:t>
            </a:r>
            <a:r>
              <a:rPr lang="en-US" sz="2200" b="1" baseline="-25000" dirty="0"/>
              <a:t>2</a:t>
            </a:r>
            <a:r>
              <a:rPr lang="en-US" sz="2200" b="1" dirty="0"/>
              <a:t>, f</a:t>
            </a:r>
            <a:r>
              <a:rPr lang="en-US" sz="2200" b="1" baseline="-25000" dirty="0"/>
              <a:t>3</a:t>
            </a:r>
            <a:r>
              <a:rPr lang="en-US" sz="2200" b="1" dirty="0"/>
              <a:t>, f</a:t>
            </a:r>
            <a:r>
              <a:rPr lang="en-US" sz="2200" b="1" baseline="-25000" dirty="0"/>
              <a:t>4</a:t>
            </a:r>
            <a:r>
              <a:rPr lang="en-AU" sz="2200" b="1" dirty="0"/>
              <a:t>}</a:t>
            </a:r>
            <a:endParaRPr lang="en-US" sz="2200" b="1" dirty="0"/>
          </a:p>
        </p:txBody>
      </p:sp>
    </p:spTree>
    <p:extLst>
      <p:ext uri="{BB962C8B-B14F-4D97-AF65-F5344CB8AC3E}">
        <p14:creationId xmlns:p14="http://schemas.microsoft.com/office/powerpoint/2010/main" val="1906826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A116A-D82F-0546-FD7D-96D5B95C7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F97C9-DA0B-138F-FFB9-0043AFF9DBAF}"/>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95B9BAAA-6898-4751-E677-32796BFA5691}"/>
              </a:ext>
            </a:extLst>
          </p:cNvPr>
          <p:cNvSpPr>
            <a:spLocks noGrp="1"/>
          </p:cNvSpPr>
          <p:nvPr>
            <p:ph idx="1"/>
          </p:nvPr>
        </p:nvSpPr>
        <p:spPr/>
        <p:txBody>
          <a:bodyPr/>
          <a:lstStyle/>
          <a:p>
            <a:endParaRPr lang="en-AU" dirty="0"/>
          </a:p>
        </p:txBody>
      </p:sp>
      <p:sp>
        <p:nvSpPr>
          <p:cNvPr id="4" name="Slide Number Placeholder 3">
            <a:extLst>
              <a:ext uri="{FF2B5EF4-FFF2-40B4-BE49-F238E27FC236}">
                <a16:creationId xmlns:a16="http://schemas.microsoft.com/office/drawing/2014/main" id="{E814C030-6CBB-1D61-B449-F9038CC03BA7}"/>
              </a:ext>
            </a:extLst>
          </p:cNvPr>
          <p:cNvSpPr>
            <a:spLocks noGrp="1"/>
          </p:cNvSpPr>
          <p:nvPr>
            <p:ph type="sldNum" sz="quarter" idx="12"/>
          </p:nvPr>
        </p:nvSpPr>
        <p:spPr/>
        <p:txBody>
          <a:bodyPr/>
          <a:lstStyle/>
          <a:p>
            <a:fld id="{69F21BBE-7842-470C-94BF-4E4E50831BF5}" type="slidenum">
              <a:rPr lang="en-AU" smtClean="0"/>
              <a:t>34</a:t>
            </a:fld>
            <a:endParaRPr lang="en-AU"/>
          </a:p>
        </p:txBody>
      </p:sp>
      <p:pic>
        <p:nvPicPr>
          <p:cNvPr id="11" name="Picture 10">
            <a:extLst>
              <a:ext uri="{FF2B5EF4-FFF2-40B4-BE49-F238E27FC236}">
                <a16:creationId xmlns:a16="http://schemas.microsoft.com/office/drawing/2014/main" id="{3FEF50E3-8086-C8F1-986E-0F63F190FCA9}"/>
              </a:ext>
            </a:extLst>
          </p:cNvPr>
          <p:cNvPicPr>
            <a:picLocks noChangeAspect="1"/>
          </p:cNvPicPr>
          <p:nvPr/>
        </p:nvPicPr>
        <p:blipFill>
          <a:blip r:embed="rId2"/>
          <a:stretch>
            <a:fillRect/>
          </a:stretch>
        </p:blipFill>
        <p:spPr>
          <a:xfrm>
            <a:off x="1143000" y="2057400"/>
            <a:ext cx="4721693" cy="1453723"/>
          </a:xfrm>
          <a:prstGeom prst="rect">
            <a:avLst/>
          </a:prstGeom>
        </p:spPr>
      </p:pic>
      <p:pic>
        <p:nvPicPr>
          <p:cNvPr id="10" name="Picture 9">
            <a:extLst>
              <a:ext uri="{FF2B5EF4-FFF2-40B4-BE49-F238E27FC236}">
                <a16:creationId xmlns:a16="http://schemas.microsoft.com/office/drawing/2014/main" id="{3188FCDE-6C53-67BE-BA54-05B9F698F284}"/>
              </a:ext>
            </a:extLst>
          </p:cNvPr>
          <p:cNvPicPr>
            <a:picLocks noChangeAspect="1"/>
          </p:cNvPicPr>
          <p:nvPr/>
        </p:nvPicPr>
        <p:blipFill>
          <a:blip r:embed="rId3"/>
          <a:stretch>
            <a:fillRect/>
          </a:stretch>
        </p:blipFill>
        <p:spPr>
          <a:xfrm>
            <a:off x="1143000" y="3441233"/>
            <a:ext cx="6031109" cy="1559144"/>
          </a:xfrm>
          <a:prstGeom prst="rect">
            <a:avLst/>
          </a:prstGeom>
        </p:spPr>
      </p:pic>
      <p:sp>
        <p:nvSpPr>
          <p:cNvPr id="7" name="Rectangle 6">
            <a:extLst>
              <a:ext uri="{FF2B5EF4-FFF2-40B4-BE49-F238E27FC236}">
                <a16:creationId xmlns:a16="http://schemas.microsoft.com/office/drawing/2014/main" id="{B7BA8384-C961-2EDA-BC6F-41799A9A9626}"/>
              </a:ext>
            </a:extLst>
          </p:cNvPr>
          <p:cNvSpPr/>
          <p:nvPr/>
        </p:nvSpPr>
        <p:spPr>
          <a:xfrm>
            <a:off x="7274561" y="2057400"/>
            <a:ext cx="4635406" cy="4038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dirty="0"/>
              <a:t>A document </a:t>
            </a:r>
            <a:r>
              <a:rPr lang="en-US" sz="2200" i="1" dirty="0"/>
              <a:t>d</a:t>
            </a:r>
            <a:r>
              <a:rPr lang="en-US" sz="2200" dirty="0"/>
              <a:t> is represented as a set of features f</a:t>
            </a:r>
            <a:r>
              <a:rPr lang="en-US" sz="2200" baseline="-25000" dirty="0"/>
              <a:t>1</a:t>
            </a:r>
            <a:r>
              <a:rPr lang="en-US" sz="2200" dirty="0"/>
              <a:t>, f</a:t>
            </a:r>
            <a:r>
              <a:rPr lang="en-US" sz="2200" baseline="-25000" dirty="0"/>
              <a:t>2</a:t>
            </a:r>
            <a:r>
              <a:rPr lang="en-US" sz="2200" dirty="0"/>
              <a:t>, …, </a:t>
            </a:r>
            <a:r>
              <a:rPr lang="en-US" sz="2200" dirty="0" err="1"/>
              <a:t>f</a:t>
            </a:r>
            <a:r>
              <a:rPr lang="en-US" sz="2200" baseline="-25000" dirty="0" err="1"/>
              <a:t>n</a:t>
            </a:r>
            <a:endParaRPr lang="en-US" sz="2200" baseline="-25000" dirty="0"/>
          </a:p>
          <a:p>
            <a:pPr algn="ctr"/>
            <a:r>
              <a:rPr lang="en-US" sz="2200" b="1" dirty="0"/>
              <a:t>d =</a:t>
            </a:r>
            <a:r>
              <a:rPr lang="en-US" sz="2200" b="1" baseline="-25000" dirty="0"/>
              <a:t> </a:t>
            </a:r>
            <a:r>
              <a:rPr lang="en-US" sz="2200" b="1" dirty="0"/>
              <a:t>f</a:t>
            </a:r>
            <a:r>
              <a:rPr lang="en-US" sz="2200" b="1" baseline="-25000" dirty="0"/>
              <a:t>1</a:t>
            </a:r>
            <a:r>
              <a:rPr lang="en-US" sz="2200" b="1" dirty="0"/>
              <a:t>, f</a:t>
            </a:r>
            <a:r>
              <a:rPr lang="en-US" sz="2200" b="1" baseline="-25000" dirty="0"/>
              <a:t>2</a:t>
            </a:r>
            <a:r>
              <a:rPr lang="en-US" sz="2200" b="1" dirty="0"/>
              <a:t>, …, </a:t>
            </a:r>
            <a:r>
              <a:rPr lang="en-US" sz="2200" b="1" dirty="0" err="1"/>
              <a:t>f</a:t>
            </a:r>
            <a:r>
              <a:rPr lang="en-US" sz="2200" b="1" baseline="-25000" dirty="0" err="1"/>
              <a:t>n</a:t>
            </a:r>
            <a:endParaRPr lang="en-US" sz="2200" b="1" baseline="-25000" dirty="0"/>
          </a:p>
          <a:p>
            <a:pPr algn="ctr"/>
            <a:endParaRPr lang="en-US" sz="2200" dirty="0"/>
          </a:p>
          <a:p>
            <a:r>
              <a:rPr lang="en-US" sz="2200" dirty="0"/>
              <a:t>d = “predictable with no fun”</a:t>
            </a:r>
          </a:p>
          <a:p>
            <a:endParaRPr lang="en-US" sz="1000" dirty="0"/>
          </a:p>
          <a:p>
            <a:r>
              <a:rPr lang="en-US" sz="2200" dirty="0"/>
              <a:t>“predictable with no fun” = {“predictable”</a:t>
            </a:r>
            <a:r>
              <a:rPr lang="en-AU" sz="2200" dirty="0"/>
              <a:t>, “with”, “no”, “fun”</a:t>
            </a:r>
            <a:r>
              <a:rPr lang="en-US" sz="2200" dirty="0"/>
              <a:t>}</a:t>
            </a:r>
          </a:p>
          <a:p>
            <a:endParaRPr lang="en-US" sz="1000" dirty="0"/>
          </a:p>
          <a:p>
            <a:r>
              <a:rPr lang="en-US" sz="2200" dirty="0"/>
              <a:t>f</a:t>
            </a:r>
            <a:r>
              <a:rPr lang="en-US" sz="2200" baseline="-25000" dirty="0"/>
              <a:t>1</a:t>
            </a:r>
            <a:r>
              <a:rPr lang="en-US" sz="2200" dirty="0"/>
              <a:t> = “predictable”</a:t>
            </a:r>
            <a:r>
              <a:rPr lang="en-AU" sz="2200" dirty="0"/>
              <a:t>, </a:t>
            </a:r>
            <a:r>
              <a:rPr lang="en-US" sz="2200" dirty="0"/>
              <a:t>f</a:t>
            </a:r>
            <a:r>
              <a:rPr lang="en-US" sz="2200" baseline="-25000" dirty="0"/>
              <a:t>2</a:t>
            </a:r>
            <a:r>
              <a:rPr lang="en-AU" sz="2200" dirty="0"/>
              <a:t> = “with”, </a:t>
            </a:r>
          </a:p>
          <a:p>
            <a:r>
              <a:rPr lang="en-US" sz="2200" dirty="0"/>
              <a:t>f</a:t>
            </a:r>
            <a:r>
              <a:rPr lang="en-US" sz="2200" baseline="-25000" dirty="0"/>
              <a:t>3</a:t>
            </a:r>
            <a:r>
              <a:rPr lang="en-AU" sz="2200" dirty="0"/>
              <a:t> = “no”, </a:t>
            </a:r>
            <a:r>
              <a:rPr lang="en-US" sz="2200" dirty="0"/>
              <a:t>f</a:t>
            </a:r>
            <a:r>
              <a:rPr lang="en-US" sz="2200" baseline="-25000" dirty="0"/>
              <a:t>4</a:t>
            </a:r>
            <a:r>
              <a:rPr lang="en-AU" sz="2200" dirty="0"/>
              <a:t> = “fun”</a:t>
            </a:r>
          </a:p>
          <a:p>
            <a:r>
              <a:rPr lang="en-AU" sz="2200" dirty="0"/>
              <a:t>hence, </a:t>
            </a:r>
            <a:r>
              <a:rPr lang="en-AU" sz="2200" b="1" dirty="0"/>
              <a:t>d = {</a:t>
            </a:r>
            <a:r>
              <a:rPr lang="en-US" sz="2200" b="1" dirty="0"/>
              <a:t>f</a:t>
            </a:r>
            <a:r>
              <a:rPr lang="en-US" sz="2200" b="1" baseline="-25000" dirty="0"/>
              <a:t>1</a:t>
            </a:r>
            <a:r>
              <a:rPr lang="en-US" sz="2200" b="1" dirty="0"/>
              <a:t>, f</a:t>
            </a:r>
            <a:r>
              <a:rPr lang="en-US" sz="2200" b="1" baseline="-25000" dirty="0"/>
              <a:t>2</a:t>
            </a:r>
            <a:r>
              <a:rPr lang="en-US" sz="2200" b="1" dirty="0"/>
              <a:t>, f</a:t>
            </a:r>
            <a:r>
              <a:rPr lang="en-US" sz="2200" b="1" baseline="-25000" dirty="0"/>
              <a:t>3</a:t>
            </a:r>
            <a:r>
              <a:rPr lang="en-US" sz="2200" b="1" dirty="0"/>
              <a:t>, f</a:t>
            </a:r>
            <a:r>
              <a:rPr lang="en-US" sz="2200" b="1" baseline="-25000" dirty="0"/>
              <a:t>4</a:t>
            </a:r>
            <a:r>
              <a:rPr lang="en-AU" sz="2200" b="1" dirty="0"/>
              <a:t>}</a:t>
            </a:r>
            <a:endParaRPr lang="en-US" sz="2200" b="1" dirty="0"/>
          </a:p>
        </p:txBody>
      </p:sp>
      <p:pic>
        <p:nvPicPr>
          <p:cNvPr id="8" name="Picture 7">
            <a:extLst>
              <a:ext uri="{FF2B5EF4-FFF2-40B4-BE49-F238E27FC236}">
                <a16:creationId xmlns:a16="http://schemas.microsoft.com/office/drawing/2014/main" id="{007F0DF2-D6B5-EBB7-3A90-15AA1AF085F5}"/>
              </a:ext>
            </a:extLst>
          </p:cNvPr>
          <p:cNvPicPr>
            <a:picLocks noChangeAspect="1"/>
          </p:cNvPicPr>
          <p:nvPr/>
        </p:nvPicPr>
        <p:blipFill>
          <a:blip r:embed="rId4"/>
          <a:stretch>
            <a:fillRect/>
          </a:stretch>
        </p:blipFill>
        <p:spPr>
          <a:xfrm>
            <a:off x="1143000" y="5234057"/>
            <a:ext cx="5887272" cy="885949"/>
          </a:xfrm>
          <a:prstGeom prst="rect">
            <a:avLst/>
          </a:prstGeom>
        </p:spPr>
      </p:pic>
    </p:spTree>
    <p:extLst>
      <p:ext uri="{BB962C8B-B14F-4D97-AF65-F5344CB8AC3E}">
        <p14:creationId xmlns:p14="http://schemas.microsoft.com/office/powerpoint/2010/main" val="2824945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4FF7-84B5-F486-EF19-13484592D8CE}"/>
              </a:ext>
            </a:extLst>
          </p:cNvPr>
          <p:cNvSpPr>
            <a:spLocks noGrp="1"/>
          </p:cNvSpPr>
          <p:nvPr>
            <p:ph type="title"/>
          </p:nvPr>
        </p:nvSpPr>
        <p:spPr/>
        <p:txBody>
          <a:bodyPr/>
          <a:lstStyle/>
          <a:p>
            <a:r>
              <a:rPr lang="en-AU" dirty="0"/>
              <a:t>Naive Bayes Classifier (Assumptions)</a:t>
            </a:r>
          </a:p>
        </p:txBody>
      </p:sp>
      <p:sp>
        <p:nvSpPr>
          <p:cNvPr id="3" name="Content Placeholder 2">
            <a:extLst>
              <a:ext uri="{FF2B5EF4-FFF2-40B4-BE49-F238E27FC236}">
                <a16:creationId xmlns:a16="http://schemas.microsoft.com/office/drawing/2014/main" id="{36F438D2-06C6-B57B-C5C6-2A974C902390}"/>
              </a:ext>
            </a:extLst>
          </p:cNvPr>
          <p:cNvSpPr>
            <a:spLocks noGrp="1"/>
          </p:cNvSpPr>
          <p:nvPr>
            <p:ph idx="1"/>
          </p:nvPr>
        </p:nvSpPr>
        <p:spPr/>
        <p:txBody>
          <a:bodyPr>
            <a:normAutofit/>
          </a:bodyPr>
          <a:lstStyle/>
          <a:p>
            <a:pPr algn="just"/>
            <a:r>
              <a:rPr lang="en-US" dirty="0"/>
              <a:t>To calculate </a:t>
            </a:r>
            <a:r>
              <a:rPr lang="en-US" i="1" dirty="0"/>
              <a:t>P(</a:t>
            </a:r>
            <a:r>
              <a:rPr lang="en-US" sz="2200" i="1" dirty="0"/>
              <a:t>f</a:t>
            </a:r>
            <a:r>
              <a:rPr lang="en-US" sz="2200" i="1" baseline="-25000" dirty="0"/>
              <a:t>1</a:t>
            </a:r>
            <a:r>
              <a:rPr lang="en-US" sz="2200" i="1" dirty="0"/>
              <a:t>, f</a:t>
            </a:r>
            <a:r>
              <a:rPr lang="en-US" sz="2200" i="1" baseline="-25000" dirty="0"/>
              <a:t>2</a:t>
            </a:r>
            <a:r>
              <a:rPr lang="en-US" sz="2200" i="1" dirty="0"/>
              <a:t>, …, </a:t>
            </a:r>
            <a:r>
              <a:rPr lang="en-US" sz="2200" i="1" dirty="0" err="1"/>
              <a:t>f</a:t>
            </a:r>
            <a:r>
              <a:rPr lang="en-US" sz="2200" i="1" baseline="-25000" dirty="0" err="1"/>
              <a:t>n</a:t>
            </a:r>
            <a:r>
              <a:rPr lang="en-US" i="1" dirty="0" err="1"/>
              <a:t>|c</a:t>
            </a:r>
            <a:r>
              <a:rPr lang="en-US" i="1" dirty="0"/>
              <a:t>)</a:t>
            </a:r>
            <a:r>
              <a:rPr lang="en-US" dirty="0"/>
              <a:t>,</a:t>
            </a:r>
            <a:r>
              <a:rPr lang="en-US" baseline="-25000" dirty="0"/>
              <a:t> </a:t>
            </a:r>
            <a:r>
              <a:rPr lang="en-US" dirty="0"/>
              <a:t>Naive Bayes classifiers make two simplifying assumptions.</a:t>
            </a:r>
            <a:endParaRPr lang="en-AU" sz="2400" dirty="0"/>
          </a:p>
        </p:txBody>
      </p:sp>
      <p:sp>
        <p:nvSpPr>
          <p:cNvPr id="4" name="Slide Number Placeholder 3">
            <a:extLst>
              <a:ext uri="{FF2B5EF4-FFF2-40B4-BE49-F238E27FC236}">
                <a16:creationId xmlns:a16="http://schemas.microsoft.com/office/drawing/2014/main" id="{7155AE73-7E58-8D92-3C26-828FCA58FA1F}"/>
              </a:ext>
            </a:extLst>
          </p:cNvPr>
          <p:cNvSpPr>
            <a:spLocks noGrp="1"/>
          </p:cNvSpPr>
          <p:nvPr>
            <p:ph type="sldNum" sz="quarter" idx="12"/>
          </p:nvPr>
        </p:nvSpPr>
        <p:spPr/>
        <p:txBody>
          <a:bodyPr/>
          <a:lstStyle/>
          <a:p>
            <a:fld id="{69F21BBE-7842-470C-94BF-4E4E50831BF5}" type="slidenum">
              <a:rPr lang="en-AU" smtClean="0"/>
              <a:t>35</a:t>
            </a:fld>
            <a:endParaRPr lang="en-AU"/>
          </a:p>
        </p:txBody>
      </p:sp>
    </p:spTree>
    <p:extLst>
      <p:ext uri="{BB962C8B-B14F-4D97-AF65-F5344CB8AC3E}">
        <p14:creationId xmlns:p14="http://schemas.microsoft.com/office/powerpoint/2010/main" val="2340701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12FD-84CA-AB28-41D3-43B8D8A8A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272F1-7EEA-90B9-8686-8281E08F3092}"/>
              </a:ext>
            </a:extLst>
          </p:cNvPr>
          <p:cNvSpPr>
            <a:spLocks noGrp="1"/>
          </p:cNvSpPr>
          <p:nvPr>
            <p:ph type="title"/>
          </p:nvPr>
        </p:nvSpPr>
        <p:spPr/>
        <p:txBody>
          <a:bodyPr/>
          <a:lstStyle/>
          <a:p>
            <a:r>
              <a:rPr lang="en-AU" dirty="0"/>
              <a:t>Naive Bayes Classifier (Assumptions)</a:t>
            </a:r>
          </a:p>
        </p:txBody>
      </p:sp>
      <p:sp>
        <p:nvSpPr>
          <p:cNvPr id="3" name="Content Placeholder 2">
            <a:extLst>
              <a:ext uri="{FF2B5EF4-FFF2-40B4-BE49-F238E27FC236}">
                <a16:creationId xmlns:a16="http://schemas.microsoft.com/office/drawing/2014/main" id="{2274AF46-F527-9F0B-782B-C6480534FDD8}"/>
              </a:ext>
            </a:extLst>
          </p:cNvPr>
          <p:cNvSpPr>
            <a:spLocks noGrp="1"/>
          </p:cNvSpPr>
          <p:nvPr>
            <p:ph idx="1"/>
          </p:nvPr>
        </p:nvSpPr>
        <p:spPr/>
        <p:txBody>
          <a:bodyPr>
            <a:normAutofit/>
          </a:bodyPr>
          <a:lstStyle/>
          <a:p>
            <a:pPr algn="just"/>
            <a:r>
              <a:rPr lang="en-US" dirty="0"/>
              <a:t>To calculate </a:t>
            </a:r>
            <a:r>
              <a:rPr lang="en-US" i="1" dirty="0"/>
              <a:t>P(</a:t>
            </a:r>
            <a:r>
              <a:rPr lang="en-US" sz="2200" i="1" dirty="0"/>
              <a:t>f</a:t>
            </a:r>
            <a:r>
              <a:rPr lang="en-US" sz="2200" i="1" baseline="-25000" dirty="0"/>
              <a:t>1</a:t>
            </a:r>
            <a:r>
              <a:rPr lang="en-US" sz="2200" i="1" dirty="0"/>
              <a:t>, f</a:t>
            </a:r>
            <a:r>
              <a:rPr lang="en-US" sz="2200" i="1" baseline="-25000" dirty="0"/>
              <a:t>2</a:t>
            </a:r>
            <a:r>
              <a:rPr lang="en-US" sz="2200" i="1" dirty="0"/>
              <a:t>, …, </a:t>
            </a:r>
            <a:r>
              <a:rPr lang="en-US" sz="2200" i="1" dirty="0" err="1"/>
              <a:t>f</a:t>
            </a:r>
            <a:r>
              <a:rPr lang="en-US" sz="2200" i="1" baseline="-25000" dirty="0" err="1"/>
              <a:t>n</a:t>
            </a:r>
            <a:r>
              <a:rPr lang="en-US" i="1" dirty="0" err="1"/>
              <a:t>|c</a:t>
            </a:r>
            <a:r>
              <a:rPr lang="en-US" i="1" dirty="0"/>
              <a:t>)</a:t>
            </a:r>
            <a:r>
              <a:rPr lang="en-US" dirty="0"/>
              <a:t>,</a:t>
            </a:r>
            <a:r>
              <a:rPr lang="en-US" baseline="-25000" dirty="0"/>
              <a:t> </a:t>
            </a:r>
            <a:r>
              <a:rPr lang="en-US" dirty="0"/>
              <a:t>Naive Bayes classifiers make two simplifying assumptions.</a:t>
            </a:r>
          </a:p>
          <a:p>
            <a:pPr lvl="1" algn="just">
              <a:spcBef>
                <a:spcPts val="1200"/>
              </a:spcBef>
            </a:pPr>
            <a:r>
              <a:rPr lang="en-US" sz="2200" b="1" dirty="0"/>
              <a:t>Bag of Words assumption</a:t>
            </a:r>
            <a:r>
              <a:rPr lang="en-US" sz="2200" dirty="0"/>
              <a:t>: we assume feature position doesn’t matter</a:t>
            </a:r>
          </a:p>
          <a:p>
            <a:pPr lvl="1" algn="just"/>
            <a:endParaRPr lang="en-US" sz="2200" dirty="0"/>
          </a:p>
          <a:p>
            <a:pPr algn="just"/>
            <a:endParaRPr lang="en-AU" sz="2400" dirty="0"/>
          </a:p>
        </p:txBody>
      </p:sp>
      <p:sp>
        <p:nvSpPr>
          <p:cNvPr id="4" name="Slide Number Placeholder 3">
            <a:extLst>
              <a:ext uri="{FF2B5EF4-FFF2-40B4-BE49-F238E27FC236}">
                <a16:creationId xmlns:a16="http://schemas.microsoft.com/office/drawing/2014/main" id="{6BAD55D1-BDA6-0822-444D-4FE0FD40B294}"/>
              </a:ext>
            </a:extLst>
          </p:cNvPr>
          <p:cNvSpPr>
            <a:spLocks noGrp="1"/>
          </p:cNvSpPr>
          <p:nvPr>
            <p:ph type="sldNum" sz="quarter" idx="12"/>
          </p:nvPr>
        </p:nvSpPr>
        <p:spPr/>
        <p:txBody>
          <a:bodyPr/>
          <a:lstStyle/>
          <a:p>
            <a:fld id="{69F21BBE-7842-470C-94BF-4E4E50831BF5}" type="slidenum">
              <a:rPr lang="en-AU" smtClean="0"/>
              <a:t>36</a:t>
            </a:fld>
            <a:endParaRPr lang="en-AU"/>
          </a:p>
        </p:txBody>
      </p:sp>
    </p:spTree>
    <p:extLst>
      <p:ext uri="{BB962C8B-B14F-4D97-AF65-F5344CB8AC3E}">
        <p14:creationId xmlns:p14="http://schemas.microsoft.com/office/powerpoint/2010/main" val="1536550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D827F-FA2B-4383-02C5-8914ED6DC0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EDCA7-F584-3E92-4D5C-C8648E6B5267}"/>
              </a:ext>
            </a:extLst>
          </p:cNvPr>
          <p:cNvSpPr>
            <a:spLocks noGrp="1"/>
          </p:cNvSpPr>
          <p:nvPr>
            <p:ph type="title"/>
          </p:nvPr>
        </p:nvSpPr>
        <p:spPr/>
        <p:txBody>
          <a:bodyPr/>
          <a:lstStyle/>
          <a:p>
            <a:r>
              <a:rPr lang="en-AU" dirty="0"/>
              <a:t>Naive Bayes Classifier (Assumptions)</a:t>
            </a:r>
          </a:p>
        </p:txBody>
      </p:sp>
      <p:sp>
        <p:nvSpPr>
          <p:cNvPr id="3" name="Content Placeholder 2">
            <a:extLst>
              <a:ext uri="{FF2B5EF4-FFF2-40B4-BE49-F238E27FC236}">
                <a16:creationId xmlns:a16="http://schemas.microsoft.com/office/drawing/2014/main" id="{20918BF2-51EE-BBF3-60CF-8F26F77C4B95}"/>
              </a:ext>
            </a:extLst>
          </p:cNvPr>
          <p:cNvSpPr>
            <a:spLocks noGrp="1"/>
          </p:cNvSpPr>
          <p:nvPr>
            <p:ph idx="1"/>
          </p:nvPr>
        </p:nvSpPr>
        <p:spPr/>
        <p:txBody>
          <a:bodyPr>
            <a:normAutofit/>
          </a:bodyPr>
          <a:lstStyle/>
          <a:p>
            <a:pPr algn="just"/>
            <a:r>
              <a:rPr lang="en-US" dirty="0"/>
              <a:t>To calculate </a:t>
            </a:r>
            <a:r>
              <a:rPr lang="en-US" i="1" dirty="0"/>
              <a:t>P(</a:t>
            </a:r>
            <a:r>
              <a:rPr lang="en-US" sz="2200" i="1" dirty="0"/>
              <a:t>f</a:t>
            </a:r>
            <a:r>
              <a:rPr lang="en-US" sz="2200" i="1" baseline="-25000" dirty="0"/>
              <a:t>1</a:t>
            </a:r>
            <a:r>
              <a:rPr lang="en-US" sz="2200" i="1" dirty="0"/>
              <a:t>, f</a:t>
            </a:r>
            <a:r>
              <a:rPr lang="en-US" sz="2200" i="1" baseline="-25000" dirty="0"/>
              <a:t>2</a:t>
            </a:r>
            <a:r>
              <a:rPr lang="en-US" sz="2200" i="1" dirty="0"/>
              <a:t>, …, </a:t>
            </a:r>
            <a:r>
              <a:rPr lang="en-US" sz="2200" i="1" dirty="0" err="1"/>
              <a:t>f</a:t>
            </a:r>
            <a:r>
              <a:rPr lang="en-US" sz="2200" i="1" baseline="-25000" dirty="0" err="1"/>
              <a:t>n</a:t>
            </a:r>
            <a:r>
              <a:rPr lang="en-US" i="1" dirty="0" err="1"/>
              <a:t>|c</a:t>
            </a:r>
            <a:r>
              <a:rPr lang="en-US" i="1" dirty="0"/>
              <a:t>)</a:t>
            </a:r>
            <a:r>
              <a:rPr lang="en-US" dirty="0"/>
              <a:t>,</a:t>
            </a:r>
            <a:r>
              <a:rPr lang="en-US" baseline="-25000" dirty="0"/>
              <a:t> </a:t>
            </a:r>
            <a:r>
              <a:rPr lang="en-US" dirty="0"/>
              <a:t>Naive Bayes classifiers make two simplifying assumptions.</a:t>
            </a:r>
          </a:p>
          <a:p>
            <a:pPr lvl="1" algn="just">
              <a:spcBef>
                <a:spcPts val="1200"/>
              </a:spcBef>
            </a:pPr>
            <a:r>
              <a:rPr lang="en-US" sz="2200" b="1" dirty="0"/>
              <a:t>Bag of Words assumption</a:t>
            </a:r>
            <a:r>
              <a:rPr lang="en-US" sz="2200" dirty="0"/>
              <a:t>: we assume feature position doesn’t matter</a:t>
            </a:r>
          </a:p>
          <a:p>
            <a:pPr lvl="1" algn="just"/>
            <a:r>
              <a:rPr lang="en-US" sz="2200" b="1" dirty="0"/>
              <a:t>naive Bayes assumption</a:t>
            </a:r>
            <a:r>
              <a:rPr lang="en-US" sz="2200" dirty="0"/>
              <a:t>: this is the conditional independence assumption that the probabilities </a:t>
            </a:r>
            <a:r>
              <a:rPr lang="en-US" sz="2200" i="1" dirty="0"/>
              <a:t>P(</a:t>
            </a:r>
            <a:r>
              <a:rPr lang="en-US" sz="2200" i="1" dirty="0" err="1"/>
              <a:t>f</a:t>
            </a:r>
            <a:r>
              <a:rPr lang="en-US" sz="2200" i="1" baseline="-25000" dirty="0" err="1"/>
              <a:t>i</a:t>
            </a:r>
            <a:r>
              <a:rPr lang="en-US" sz="2200" i="1" dirty="0" err="1"/>
              <a:t>|c</a:t>
            </a:r>
            <a:r>
              <a:rPr lang="en-US" sz="2200" i="1" dirty="0"/>
              <a:t>)</a:t>
            </a:r>
            <a:r>
              <a:rPr lang="en-US" sz="2200" dirty="0"/>
              <a:t> are independent given the class c.</a:t>
            </a:r>
          </a:p>
          <a:p>
            <a:pPr algn="just"/>
            <a:endParaRPr lang="en-AU" sz="2400" dirty="0"/>
          </a:p>
        </p:txBody>
      </p:sp>
      <p:sp>
        <p:nvSpPr>
          <p:cNvPr id="4" name="Slide Number Placeholder 3">
            <a:extLst>
              <a:ext uri="{FF2B5EF4-FFF2-40B4-BE49-F238E27FC236}">
                <a16:creationId xmlns:a16="http://schemas.microsoft.com/office/drawing/2014/main" id="{E40C3639-E064-5F66-B670-5B2C7158CE95}"/>
              </a:ext>
            </a:extLst>
          </p:cNvPr>
          <p:cNvSpPr>
            <a:spLocks noGrp="1"/>
          </p:cNvSpPr>
          <p:nvPr>
            <p:ph type="sldNum" sz="quarter" idx="12"/>
          </p:nvPr>
        </p:nvSpPr>
        <p:spPr/>
        <p:txBody>
          <a:bodyPr/>
          <a:lstStyle/>
          <a:p>
            <a:fld id="{69F21BBE-7842-470C-94BF-4E4E50831BF5}" type="slidenum">
              <a:rPr lang="en-AU" smtClean="0"/>
              <a:t>37</a:t>
            </a:fld>
            <a:endParaRPr lang="en-AU"/>
          </a:p>
        </p:txBody>
      </p:sp>
    </p:spTree>
    <p:extLst>
      <p:ext uri="{BB962C8B-B14F-4D97-AF65-F5344CB8AC3E}">
        <p14:creationId xmlns:p14="http://schemas.microsoft.com/office/powerpoint/2010/main" val="3765218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34E36-5A7D-D354-7178-3309E964C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E69F3-740A-26C6-D855-2935E9528B07}"/>
              </a:ext>
            </a:extLst>
          </p:cNvPr>
          <p:cNvSpPr>
            <a:spLocks noGrp="1"/>
          </p:cNvSpPr>
          <p:nvPr>
            <p:ph type="title"/>
          </p:nvPr>
        </p:nvSpPr>
        <p:spPr/>
        <p:txBody>
          <a:bodyPr/>
          <a:lstStyle/>
          <a:p>
            <a:r>
              <a:rPr lang="en-AU" dirty="0"/>
              <a:t>Naive Bayes Classifier (Assumptions)</a:t>
            </a:r>
          </a:p>
        </p:txBody>
      </p:sp>
      <p:sp>
        <p:nvSpPr>
          <p:cNvPr id="3" name="Content Placeholder 2">
            <a:extLst>
              <a:ext uri="{FF2B5EF4-FFF2-40B4-BE49-F238E27FC236}">
                <a16:creationId xmlns:a16="http://schemas.microsoft.com/office/drawing/2014/main" id="{DAED72AF-CB3C-6DF7-3B17-440BC873D421}"/>
              </a:ext>
            </a:extLst>
          </p:cNvPr>
          <p:cNvSpPr>
            <a:spLocks noGrp="1"/>
          </p:cNvSpPr>
          <p:nvPr>
            <p:ph idx="1"/>
          </p:nvPr>
        </p:nvSpPr>
        <p:spPr/>
        <p:txBody>
          <a:bodyPr>
            <a:normAutofit/>
          </a:bodyPr>
          <a:lstStyle/>
          <a:p>
            <a:pPr algn="just"/>
            <a:r>
              <a:rPr lang="en-US" dirty="0"/>
              <a:t>To calculate </a:t>
            </a:r>
            <a:r>
              <a:rPr lang="en-US" i="1" dirty="0"/>
              <a:t>P(</a:t>
            </a:r>
            <a:r>
              <a:rPr lang="en-US" sz="2200" i="1" dirty="0"/>
              <a:t>f</a:t>
            </a:r>
            <a:r>
              <a:rPr lang="en-US" sz="2200" i="1" baseline="-25000" dirty="0"/>
              <a:t>1</a:t>
            </a:r>
            <a:r>
              <a:rPr lang="en-US" sz="2200" i="1" dirty="0"/>
              <a:t>, f</a:t>
            </a:r>
            <a:r>
              <a:rPr lang="en-US" sz="2200" i="1" baseline="-25000" dirty="0"/>
              <a:t>2</a:t>
            </a:r>
            <a:r>
              <a:rPr lang="en-US" sz="2200" i="1" dirty="0"/>
              <a:t>, …, </a:t>
            </a:r>
            <a:r>
              <a:rPr lang="en-US" sz="2200" i="1" dirty="0" err="1"/>
              <a:t>f</a:t>
            </a:r>
            <a:r>
              <a:rPr lang="en-US" sz="2200" i="1" baseline="-25000" dirty="0" err="1"/>
              <a:t>n</a:t>
            </a:r>
            <a:r>
              <a:rPr lang="en-US" i="1" dirty="0" err="1"/>
              <a:t>|c</a:t>
            </a:r>
            <a:r>
              <a:rPr lang="en-US" i="1" dirty="0"/>
              <a:t>)</a:t>
            </a:r>
            <a:r>
              <a:rPr lang="en-US" dirty="0"/>
              <a:t>,</a:t>
            </a:r>
            <a:r>
              <a:rPr lang="en-US" baseline="-25000" dirty="0"/>
              <a:t> </a:t>
            </a:r>
            <a:r>
              <a:rPr lang="en-US" dirty="0"/>
              <a:t>Naive Bayes classifiers make two simplifying assumptions.</a:t>
            </a:r>
          </a:p>
          <a:p>
            <a:pPr lvl="1" algn="just">
              <a:spcBef>
                <a:spcPts val="1200"/>
              </a:spcBef>
            </a:pPr>
            <a:r>
              <a:rPr lang="en-US" sz="2200" b="1" dirty="0"/>
              <a:t>Bag of Words assumption</a:t>
            </a:r>
            <a:r>
              <a:rPr lang="en-US" sz="2200" dirty="0"/>
              <a:t>: we assume feature position doesn’t matter</a:t>
            </a:r>
          </a:p>
          <a:p>
            <a:pPr lvl="1" algn="just"/>
            <a:r>
              <a:rPr lang="en-US" sz="2200" b="1" dirty="0"/>
              <a:t>naive Bayes assumption</a:t>
            </a:r>
            <a:r>
              <a:rPr lang="en-US" sz="2200" dirty="0"/>
              <a:t>: this is the conditional independence assumption that the probabilities </a:t>
            </a:r>
            <a:r>
              <a:rPr lang="en-US" sz="2200" i="1" dirty="0"/>
              <a:t>P(</a:t>
            </a:r>
            <a:r>
              <a:rPr lang="en-US" sz="2200" i="1" dirty="0" err="1"/>
              <a:t>f</a:t>
            </a:r>
            <a:r>
              <a:rPr lang="en-US" sz="2200" i="1" baseline="-25000" dirty="0" err="1"/>
              <a:t>i</a:t>
            </a:r>
            <a:r>
              <a:rPr lang="en-US" sz="2200" i="1" dirty="0" err="1"/>
              <a:t>|c</a:t>
            </a:r>
            <a:r>
              <a:rPr lang="en-US" sz="2200" i="1" dirty="0"/>
              <a:t>)</a:t>
            </a:r>
            <a:r>
              <a:rPr lang="en-US" sz="2200" dirty="0"/>
              <a:t> are independent given the class c.</a:t>
            </a:r>
          </a:p>
          <a:p>
            <a:pPr algn="just"/>
            <a:endParaRPr lang="en-AU" sz="2400" dirty="0"/>
          </a:p>
        </p:txBody>
      </p:sp>
      <p:sp>
        <p:nvSpPr>
          <p:cNvPr id="4" name="Slide Number Placeholder 3">
            <a:extLst>
              <a:ext uri="{FF2B5EF4-FFF2-40B4-BE49-F238E27FC236}">
                <a16:creationId xmlns:a16="http://schemas.microsoft.com/office/drawing/2014/main" id="{CB0819D6-E8AB-ABCC-3FDD-997C0AB2E193}"/>
              </a:ext>
            </a:extLst>
          </p:cNvPr>
          <p:cNvSpPr>
            <a:spLocks noGrp="1"/>
          </p:cNvSpPr>
          <p:nvPr>
            <p:ph type="sldNum" sz="quarter" idx="12"/>
          </p:nvPr>
        </p:nvSpPr>
        <p:spPr/>
        <p:txBody>
          <a:bodyPr/>
          <a:lstStyle/>
          <a:p>
            <a:fld id="{69F21BBE-7842-470C-94BF-4E4E50831BF5}" type="slidenum">
              <a:rPr lang="en-AU" smtClean="0"/>
              <a:t>38</a:t>
            </a:fld>
            <a:endParaRPr lang="en-AU"/>
          </a:p>
        </p:txBody>
      </p:sp>
      <p:pic>
        <p:nvPicPr>
          <p:cNvPr id="13" name="Picture 12">
            <a:extLst>
              <a:ext uri="{FF2B5EF4-FFF2-40B4-BE49-F238E27FC236}">
                <a16:creationId xmlns:a16="http://schemas.microsoft.com/office/drawing/2014/main" id="{81C03D50-69B5-A9E9-BC45-12D73478C9D1}"/>
              </a:ext>
            </a:extLst>
          </p:cNvPr>
          <p:cNvPicPr>
            <a:picLocks noChangeAspect="1"/>
          </p:cNvPicPr>
          <p:nvPr/>
        </p:nvPicPr>
        <p:blipFill>
          <a:blip r:embed="rId3"/>
          <a:stretch>
            <a:fillRect/>
          </a:stretch>
        </p:blipFill>
        <p:spPr>
          <a:xfrm>
            <a:off x="429658" y="4316293"/>
            <a:ext cx="8512366" cy="707399"/>
          </a:xfrm>
          <a:prstGeom prst="rect">
            <a:avLst/>
          </a:prstGeom>
        </p:spPr>
      </p:pic>
      <p:pic>
        <p:nvPicPr>
          <p:cNvPr id="8" name="Picture 7">
            <a:extLst>
              <a:ext uri="{FF2B5EF4-FFF2-40B4-BE49-F238E27FC236}">
                <a16:creationId xmlns:a16="http://schemas.microsoft.com/office/drawing/2014/main" id="{E865F155-CC2F-EE9F-1CB6-6FC186B46C37}"/>
              </a:ext>
            </a:extLst>
          </p:cNvPr>
          <p:cNvPicPr>
            <a:picLocks noChangeAspect="1"/>
          </p:cNvPicPr>
          <p:nvPr/>
        </p:nvPicPr>
        <p:blipFill>
          <a:blip r:embed="rId4"/>
          <a:stretch>
            <a:fillRect/>
          </a:stretch>
        </p:blipFill>
        <p:spPr>
          <a:xfrm>
            <a:off x="8917534" y="4285280"/>
            <a:ext cx="2530207" cy="1210100"/>
          </a:xfrm>
          <a:prstGeom prst="rect">
            <a:avLst/>
          </a:prstGeom>
        </p:spPr>
      </p:pic>
    </p:spTree>
    <p:extLst>
      <p:ext uri="{BB962C8B-B14F-4D97-AF65-F5344CB8AC3E}">
        <p14:creationId xmlns:p14="http://schemas.microsoft.com/office/powerpoint/2010/main" val="8052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E8C9A-5C34-95F8-9C34-CA1DB775C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E7DD6-A821-C354-ACD1-AE06EE5C6AC8}"/>
              </a:ext>
            </a:extLst>
          </p:cNvPr>
          <p:cNvSpPr>
            <a:spLocks noGrp="1"/>
          </p:cNvSpPr>
          <p:nvPr>
            <p:ph type="title"/>
          </p:nvPr>
        </p:nvSpPr>
        <p:spPr/>
        <p:txBody>
          <a:bodyPr/>
          <a:lstStyle/>
          <a:p>
            <a:r>
              <a:rPr lang="en-AU" dirty="0"/>
              <a:t>Naive Bayes Classifier (Assumptions)</a:t>
            </a:r>
          </a:p>
        </p:txBody>
      </p:sp>
      <p:sp>
        <p:nvSpPr>
          <p:cNvPr id="3" name="Content Placeholder 2">
            <a:extLst>
              <a:ext uri="{FF2B5EF4-FFF2-40B4-BE49-F238E27FC236}">
                <a16:creationId xmlns:a16="http://schemas.microsoft.com/office/drawing/2014/main" id="{593F4480-4FE6-C36A-5AFC-0E8A0545EFDF}"/>
              </a:ext>
            </a:extLst>
          </p:cNvPr>
          <p:cNvSpPr>
            <a:spLocks noGrp="1"/>
          </p:cNvSpPr>
          <p:nvPr>
            <p:ph idx="1"/>
          </p:nvPr>
        </p:nvSpPr>
        <p:spPr/>
        <p:txBody>
          <a:bodyPr>
            <a:normAutofit/>
          </a:bodyPr>
          <a:lstStyle/>
          <a:p>
            <a:pPr algn="just"/>
            <a:r>
              <a:rPr lang="en-US" dirty="0"/>
              <a:t>To calculate </a:t>
            </a:r>
            <a:r>
              <a:rPr lang="en-US" i="1" dirty="0"/>
              <a:t>P(</a:t>
            </a:r>
            <a:r>
              <a:rPr lang="en-US" sz="2200" i="1" dirty="0"/>
              <a:t>f</a:t>
            </a:r>
            <a:r>
              <a:rPr lang="en-US" sz="2200" i="1" baseline="-25000" dirty="0"/>
              <a:t>1</a:t>
            </a:r>
            <a:r>
              <a:rPr lang="en-US" sz="2200" i="1" dirty="0"/>
              <a:t>, f</a:t>
            </a:r>
            <a:r>
              <a:rPr lang="en-US" sz="2200" i="1" baseline="-25000" dirty="0"/>
              <a:t>2</a:t>
            </a:r>
            <a:r>
              <a:rPr lang="en-US" sz="2200" i="1" dirty="0"/>
              <a:t>, …, </a:t>
            </a:r>
            <a:r>
              <a:rPr lang="en-US" sz="2200" i="1" dirty="0" err="1"/>
              <a:t>f</a:t>
            </a:r>
            <a:r>
              <a:rPr lang="en-US" sz="2200" i="1" baseline="-25000" dirty="0" err="1"/>
              <a:t>n</a:t>
            </a:r>
            <a:r>
              <a:rPr lang="en-US" i="1" dirty="0" err="1"/>
              <a:t>|c</a:t>
            </a:r>
            <a:r>
              <a:rPr lang="en-US" i="1" dirty="0"/>
              <a:t>)</a:t>
            </a:r>
            <a:r>
              <a:rPr lang="en-US" dirty="0"/>
              <a:t>,</a:t>
            </a:r>
            <a:r>
              <a:rPr lang="en-US" baseline="-25000" dirty="0"/>
              <a:t> </a:t>
            </a:r>
            <a:r>
              <a:rPr lang="en-US" dirty="0"/>
              <a:t>Naive Bayes classifiers make two simplifying assumptions.</a:t>
            </a:r>
          </a:p>
          <a:p>
            <a:pPr lvl="1" algn="just">
              <a:spcBef>
                <a:spcPts val="1200"/>
              </a:spcBef>
            </a:pPr>
            <a:r>
              <a:rPr lang="en-US" sz="2200" b="1" dirty="0"/>
              <a:t>Bag of Words assumption</a:t>
            </a:r>
            <a:r>
              <a:rPr lang="en-US" sz="2200" dirty="0"/>
              <a:t>: we assume feature position doesn’t matter</a:t>
            </a:r>
          </a:p>
          <a:p>
            <a:pPr lvl="1" algn="just"/>
            <a:r>
              <a:rPr lang="en-US" sz="2200" b="1" dirty="0"/>
              <a:t>naive Bayes assumption</a:t>
            </a:r>
            <a:r>
              <a:rPr lang="en-US" sz="2200" dirty="0"/>
              <a:t>: this is the conditional independence assumption that the probabilities </a:t>
            </a:r>
            <a:r>
              <a:rPr lang="en-US" sz="2200" i="1" dirty="0"/>
              <a:t>P(</a:t>
            </a:r>
            <a:r>
              <a:rPr lang="en-US" sz="2200" i="1" dirty="0" err="1"/>
              <a:t>f</a:t>
            </a:r>
            <a:r>
              <a:rPr lang="en-US" sz="2200" i="1" baseline="-25000" dirty="0" err="1"/>
              <a:t>i</a:t>
            </a:r>
            <a:r>
              <a:rPr lang="en-US" sz="2200" i="1" dirty="0" err="1"/>
              <a:t>|c</a:t>
            </a:r>
            <a:r>
              <a:rPr lang="en-US" sz="2200" i="1" dirty="0"/>
              <a:t>)</a:t>
            </a:r>
            <a:r>
              <a:rPr lang="en-US" sz="2200" dirty="0"/>
              <a:t> are independent given the class c.</a:t>
            </a:r>
          </a:p>
          <a:p>
            <a:pPr algn="just"/>
            <a:endParaRPr lang="en-AU" sz="2400" dirty="0"/>
          </a:p>
        </p:txBody>
      </p:sp>
      <p:sp>
        <p:nvSpPr>
          <p:cNvPr id="4" name="Slide Number Placeholder 3">
            <a:extLst>
              <a:ext uri="{FF2B5EF4-FFF2-40B4-BE49-F238E27FC236}">
                <a16:creationId xmlns:a16="http://schemas.microsoft.com/office/drawing/2014/main" id="{96322C3E-B67B-2F53-EEF8-22957ED1FD84}"/>
              </a:ext>
            </a:extLst>
          </p:cNvPr>
          <p:cNvSpPr>
            <a:spLocks noGrp="1"/>
          </p:cNvSpPr>
          <p:nvPr>
            <p:ph type="sldNum" sz="quarter" idx="12"/>
          </p:nvPr>
        </p:nvSpPr>
        <p:spPr/>
        <p:txBody>
          <a:bodyPr/>
          <a:lstStyle/>
          <a:p>
            <a:fld id="{69F21BBE-7842-470C-94BF-4E4E50831BF5}" type="slidenum">
              <a:rPr lang="en-AU" smtClean="0"/>
              <a:t>39</a:t>
            </a:fld>
            <a:endParaRPr lang="en-AU"/>
          </a:p>
        </p:txBody>
      </p:sp>
      <p:pic>
        <p:nvPicPr>
          <p:cNvPr id="13" name="Picture 12">
            <a:extLst>
              <a:ext uri="{FF2B5EF4-FFF2-40B4-BE49-F238E27FC236}">
                <a16:creationId xmlns:a16="http://schemas.microsoft.com/office/drawing/2014/main" id="{5DA34C4A-6A0B-5C14-9C4D-C90F41A40B56}"/>
              </a:ext>
            </a:extLst>
          </p:cNvPr>
          <p:cNvPicPr>
            <a:picLocks noChangeAspect="1"/>
          </p:cNvPicPr>
          <p:nvPr/>
        </p:nvPicPr>
        <p:blipFill>
          <a:blip r:embed="rId3"/>
          <a:stretch>
            <a:fillRect/>
          </a:stretch>
        </p:blipFill>
        <p:spPr>
          <a:xfrm>
            <a:off x="429658" y="4316293"/>
            <a:ext cx="8512366" cy="707399"/>
          </a:xfrm>
          <a:prstGeom prst="rect">
            <a:avLst/>
          </a:prstGeom>
        </p:spPr>
      </p:pic>
      <p:pic>
        <p:nvPicPr>
          <p:cNvPr id="8" name="Picture 7">
            <a:extLst>
              <a:ext uri="{FF2B5EF4-FFF2-40B4-BE49-F238E27FC236}">
                <a16:creationId xmlns:a16="http://schemas.microsoft.com/office/drawing/2014/main" id="{5820FA14-934E-2159-AF22-3015532AD741}"/>
              </a:ext>
            </a:extLst>
          </p:cNvPr>
          <p:cNvPicPr>
            <a:picLocks noChangeAspect="1"/>
          </p:cNvPicPr>
          <p:nvPr/>
        </p:nvPicPr>
        <p:blipFill>
          <a:blip r:embed="rId4"/>
          <a:stretch>
            <a:fillRect/>
          </a:stretch>
        </p:blipFill>
        <p:spPr>
          <a:xfrm>
            <a:off x="8917534" y="4285280"/>
            <a:ext cx="2530207" cy="1210100"/>
          </a:xfrm>
          <a:prstGeom prst="rect">
            <a:avLst/>
          </a:prstGeom>
        </p:spPr>
      </p:pic>
      <p:pic>
        <p:nvPicPr>
          <p:cNvPr id="15" name="Picture 14">
            <a:extLst>
              <a:ext uri="{FF2B5EF4-FFF2-40B4-BE49-F238E27FC236}">
                <a16:creationId xmlns:a16="http://schemas.microsoft.com/office/drawing/2014/main" id="{4D0EDA7B-94B4-BCD0-8178-4572101CD0C4}"/>
              </a:ext>
            </a:extLst>
          </p:cNvPr>
          <p:cNvPicPr>
            <a:picLocks noChangeAspect="1"/>
          </p:cNvPicPr>
          <p:nvPr/>
        </p:nvPicPr>
        <p:blipFill>
          <a:blip r:embed="rId5"/>
          <a:stretch>
            <a:fillRect/>
          </a:stretch>
        </p:blipFill>
        <p:spPr>
          <a:xfrm>
            <a:off x="583896" y="5255369"/>
            <a:ext cx="5363323" cy="1076475"/>
          </a:xfrm>
          <a:prstGeom prst="rect">
            <a:avLst/>
          </a:prstGeom>
        </p:spPr>
      </p:pic>
    </p:spTree>
    <p:extLst>
      <p:ext uri="{BB962C8B-B14F-4D97-AF65-F5344CB8AC3E}">
        <p14:creationId xmlns:p14="http://schemas.microsoft.com/office/powerpoint/2010/main" val="1869470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56AF-49D5-B692-6FD7-336B28CA598D}"/>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C973863F-F217-9FDF-CF02-2DC8DF20FD46}"/>
              </a:ext>
            </a:extLst>
          </p:cNvPr>
          <p:cNvSpPr>
            <a:spLocks noGrp="1"/>
          </p:cNvSpPr>
          <p:nvPr>
            <p:ph idx="1"/>
          </p:nvPr>
        </p:nvSpPr>
        <p:spPr/>
        <p:txBody>
          <a:bodyPr/>
          <a:lstStyle/>
          <a:p>
            <a:r>
              <a:rPr lang="en-AU" dirty="0"/>
              <a:t>Let’s back to our equation simplification</a:t>
            </a:r>
          </a:p>
        </p:txBody>
      </p:sp>
      <p:sp>
        <p:nvSpPr>
          <p:cNvPr id="4" name="Slide Number Placeholder 3">
            <a:extLst>
              <a:ext uri="{FF2B5EF4-FFF2-40B4-BE49-F238E27FC236}">
                <a16:creationId xmlns:a16="http://schemas.microsoft.com/office/drawing/2014/main" id="{12D0EEC0-3155-1606-64D1-153A8D8A03A6}"/>
              </a:ext>
            </a:extLst>
          </p:cNvPr>
          <p:cNvSpPr>
            <a:spLocks noGrp="1"/>
          </p:cNvSpPr>
          <p:nvPr>
            <p:ph type="sldNum" sz="quarter" idx="12"/>
          </p:nvPr>
        </p:nvSpPr>
        <p:spPr/>
        <p:txBody>
          <a:bodyPr/>
          <a:lstStyle/>
          <a:p>
            <a:fld id="{69F21BBE-7842-470C-94BF-4E4E50831BF5}" type="slidenum">
              <a:rPr lang="en-AU" smtClean="0"/>
              <a:t>40</a:t>
            </a:fld>
            <a:endParaRPr lang="en-AU"/>
          </a:p>
        </p:txBody>
      </p:sp>
      <p:pic>
        <p:nvPicPr>
          <p:cNvPr id="8" name="Picture 7">
            <a:extLst>
              <a:ext uri="{FF2B5EF4-FFF2-40B4-BE49-F238E27FC236}">
                <a16:creationId xmlns:a16="http://schemas.microsoft.com/office/drawing/2014/main" id="{0B7B2976-5BFC-FD5A-DD01-6DBE31CC10A5}"/>
              </a:ext>
            </a:extLst>
          </p:cNvPr>
          <p:cNvPicPr>
            <a:picLocks noChangeAspect="1"/>
          </p:cNvPicPr>
          <p:nvPr/>
        </p:nvPicPr>
        <p:blipFill>
          <a:blip r:embed="rId2"/>
          <a:stretch>
            <a:fillRect/>
          </a:stretch>
        </p:blipFill>
        <p:spPr>
          <a:xfrm>
            <a:off x="1143000" y="2677160"/>
            <a:ext cx="5887272" cy="885949"/>
          </a:xfrm>
          <a:prstGeom prst="rect">
            <a:avLst/>
          </a:prstGeom>
        </p:spPr>
      </p:pic>
    </p:spTree>
    <p:extLst>
      <p:ext uri="{BB962C8B-B14F-4D97-AF65-F5344CB8AC3E}">
        <p14:creationId xmlns:p14="http://schemas.microsoft.com/office/powerpoint/2010/main" val="633646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44F1-C164-1619-A5E9-2C400419F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476AA-0B27-43B3-5991-B3E33999C18B}"/>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1DBFDDDC-F1DA-C704-ABDF-8EC4D2A0FCB3}"/>
              </a:ext>
            </a:extLst>
          </p:cNvPr>
          <p:cNvSpPr>
            <a:spLocks noGrp="1"/>
          </p:cNvSpPr>
          <p:nvPr>
            <p:ph idx="1"/>
          </p:nvPr>
        </p:nvSpPr>
        <p:spPr/>
        <p:txBody>
          <a:bodyPr/>
          <a:lstStyle/>
          <a:p>
            <a:r>
              <a:rPr lang="en-AU" dirty="0"/>
              <a:t>Let’s back to our equation simplification</a:t>
            </a:r>
          </a:p>
        </p:txBody>
      </p:sp>
      <p:sp>
        <p:nvSpPr>
          <p:cNvPr id="4" name="Slide Number Placeholder 3">
            <a:extLst>
              <a:ext uri="{FF2B5EF4-FFF2-40B4-BE49-F238E27FC236}">
                <a16:creationId xmlns:a16="http://schemas.microsoft.com/office/drawing/2014/main" id="{56224609-6ADA-A734-B14E-A954FC4FD8FB}"/>
              </a:ext>
            </a:extLst>
          </p:cNvPr>
          <p:cNvSpPr>
            <a:spLocks noGrp="1"/>
          </p:cNvSpPr>
          <p:nvPr>
            <p:ph type="sldNum" sz="quarter" idx="12"/>
          </p:nvPr>
        </p:nvSpPr>
        <p:spPr/>
        <p:txBody>
          <a:bodyPr/>
          <a:lstStyle/>
          <a:p>
            <a:fld id="{69F21BBE-7842-470C-94BF-4E4E50831BF5}" type="slidenum">
              <a:rPr lang="en-AU" smtClean="0"/>
              <a:t>41</a:t>
            </a:fld>
            <a:endParaRPr lang="en-AU"/>
          </a:p>
        </p:txBody>
      </p:sp>
      <p:pic>
        <p:nvPicPr>
          <p:cNvPr id="8" name="Picture 7">
            <a:extLst>
              <a:ext uri="{FF2B5EF4-FFF2-40B4-BE49-F238E27FC236}">
                <a16:creationId xmlns:a16="http://schemas.microsoft.com/office/drawing/2014/main" id="{144C10CF-4C3E-27B4-5D16-2F935F15B7E0}"/>
              </a:ext>
            </a:extLst>
          </p:cNvPr>
          <p:cNvPicPr>
            <a:picLocks noChangeAspect="1"/>
          </p:cNvPicPr>
          <p:nvPr/>
        </p:nvPicPr>
        <p:blipFill>
          <a:blip r:embed="rId2"/>
          <a:stretch>
            <a:fillRect/>
          </a:stretch>
        </p:blipFill>
        <p:spPr>
          <a:xfrm>
            <a:off x="1143000" y="2677160"/>
            <a:ext cx="5887272" cy="885949"/>
          </a:xfrm>
          <a:prstGeom prst="rect">
            <a:avLst/>
          </a:prstGeom>
        </p:spPr>
      </p:pic>
      <p:pic>
        <p:nvPicPr>
          <p:cNvPr id="11" name="Picture 10">
            <a:extLst>
              <a:ext uri="{FF2B5EF4-FFF2-40B4-BE49-F238E27FC236}">
                <a16:creationId xmlns:a16="http://schemas.microsoft.com/office/drawing/2014/main" id="{E76E1F8C-4003-E1BA-76D4-7D17C6121525}"/>
              </a:ext>
            </a:extLst>
          </p:cNvPr>
          <p:cNvPicPr>
            <a:picLocks noChangeAspect="1"/>
          </p:cNvPicPr>
          <p:nvPr/>
        </p:nvPicPr>
        <p:blipFill>
          <a:blip r:embed="rId3"/>
          <a:stretch>
            <a:fillRect/>
          </a:stretch>
        </p:blipFill>
        <p:spPr>
          <a:xfrm>
            <a:off x="3414338" y="3735829"/>
            <a:ext cx="5363323" cy="1076475"/>
          </a:xfrm>
          <a:prstGeom prst="rect">
            <a:avLst/>
          </a:prstGeom>
          <a:ln>
            <a:solidFill>
              <a:schemeClr val="tx1"/>
            </a:solidFill>
          </a:ln>
        </p:spPr>
      </p:pic>
      <p:pic>
        <p:nvPicPr>
          <p:cNvPr id="14" name="Picture 13">
            <a:extLst>
              <a:ext uri="{FF2B5EF4-FFF2-40B4-BE49-F238E27FC236}">
                <a16:creationId xmlns:a16="http://schemas.microsoft.com/office/drawing/2014/main" id="{0B6FF6DF-45FB-E736-96CB-B3B9B0E19824}"/>
              </a:ext>
            </a:extLst>
          </p:cNvPr>
          <p:cNvPicPr>
            <a:picLocks noChangeAspect="1"/>
          </p:cNvPicPr>
          <p:nvPr/>
        </p:nvPicPr>
        <p:blipFill>
          <a:blip r:embed="rId4"/>
          <a:stretch>
            <a:fillRect/>
          </a:stretch>
        </p:blipFill>
        <p:spPr>
          <a:xfrm>
            <a:off x="1143000" y="5019525"/>
            <a:ext cx="5218566" cy="1076475"/>
          </a:xfrm>
          <a:prstGeom prst="rect">
            <a:avLst/>
          </a:prstGeom>
        </p:spPr>
      </p:pic>
    </p:spTree>
    <p:extLst>
      <p:ext uri="{BB962C8B-B14F-4D97-AF65-F5344CB8AC3E}">
        <p14:creationId xmlns:p14="http://schemas.microsoft.com/office/powerpoint/2010/main" val="469705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1F978-8198-7B39-D4A5-AF02C59D57CD}"/>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1CB5B59C-F71F-A645-1432-D0F5E7D72FA5}"/>
              </a:ext>
            </a:extLst>
          </p:cNvPr>
          <p:cNvSpPr>
            <a:spLocks noGrp="1"/>
          </p:cNvSpPr>
          <p:nvPr>
            <p:ph idx="1"/>
          </p:nvPr>
        </p:nvSpPr>
        <p:spPr/>
        <p:txBody>
          <a:bodyPr/>
          <a:lstStyle/>
          <a:p>
            <a:pPr algn="just"/>
            <a:r>
              <a:rPr lang="en-US" dirty="0"/>
              <a:t>To apply the naive Bayes classifier to text, </a:t>
            </a:r>
            <a:r>
              <a:rPr lang="en-US" b="1" dirty="0"/>
              <a:t>we will use each word in the documents as a feature</a:t>
            </a:r>
            <a:r>
              <a:rPr lang="en-US" dirty="0"/>
              <a:t>, and we consider each of the words in the document by walking an index through every word position in the document.</a:t>
            </a:r>
            <a:endParaRPr lang="en-AU" dirty="0"/>
          </a:p>
        </p:txBody>
      </p:sp>
      <p:sp>
        <p:nvSpPr>
          <p:cNvPr id="4" name="Slide Number Placeholder 3">
            <a:extLst>
              <a:ext uri="{FF2B5EF4-FFF2-40B4-BE49-F238E27FC236}">
                <a16:creationId xmlns:a16="http://schemas.microsoft.com/office/drawing/2014/main" id="{CB4B2C34-6D0D-379A-1CE2-82AC6C968733}"/>
              </a:ext>
            </a:extLst>
          </p:cNvPr>
          <p:cNvSpPr>
            <a:spLocks noGrp="1"/>
          </p:cNvSpPr>
          <p:nvPr>
            <p:ph type="sldNum" sz="quarter" idx="12"/>
          </p:nvPr>
        </p:nvSpPr>
        <p:spPr/>
        <p:txBody>
          <a:bodyPr/>
          <a:lstStyle/>
          <a:p>
            <a:fld id="{69F21BBE-7842-470C-94BF-4E4E50831BF5}" type="slidenum">
              <a:rPr lang="en-AU" smtClean="0"/>
              <a:t>42</a:t>
            </a:fld>
            <a:endParaRPr lang="en-AU"/>
          </a:p>
        </p:txBody>
      </p:sp>
      <p:pic>
        <p:nvPicPr>
          <p:cNvPr id="7" name="Picture 6">
            <a:extLst>
              <a:ext uri="{FF2B5EF4-FFF2-40B4-BE49-F238E27FC236}">
                <a16:creationId xmlns:a16="http://schemas.microsoft.com/office/drawing/2014/main" id="{1B5C24D4-7012-EC53-BB9D-D72DB0C59F71}"/>
              </a:ext>
            </a:extLst>
          </p:cNvPr>
          <p:cNvPicPr>
            <a:picLocks noChangeAspect="1"/>
          </p:cNvPicPr>
          <p:nvPr/>
        </p:nvPicPr>
        <p:blipFill>
          <a:blip r:embed="rId2"/>
          <a:stretch>
            <a:fillRect/>
          </a:stretch>
        </p:blipFill>
        <p:spPr>
          <a:xfrm>
            <a:off x="6497320" y="863532"/>
            <a:ext cx="5218566" cy="1076475"/>
          </a:xfrm>
          <a:prstGeom prst="rect">
            <a:avLst/>
          </a:prstGeom>
        </p:spPr>
      </p:pic>
    </p:spTree>
    <p:extLst>
      <p:ext uri="{BB962C8B-B14F-4D97-AF65-F5344CB8AC3E}">
        <p14:creationId xmlns:p14="http://schemas.microsoft.com/office/powerpoint/2010/main" val="2117865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53747-C53B-D75D-616D-8DFF36B6F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41116-CA0F-E9C7-BC7E-F9224CCBAE44}"/>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BF129672-9657-8DE7-7EB1-94122287734B}"/>
              </a:ext>
            </a:extLst>
          </p:cNvPr>
          <p:cNvSpPr>
            <a:spLocks noGrp="1"/>
          </p:cNvSpPr>
          <p:nvPr>
            <p:ph idx="1"/>
          </p:nvPr>
        </p:nvSpPr>
        <p:spPr/>
        <p:txBody>
          <a:bodyPr/>
          <a:lstStyle/>
          <a:p>
            <a:pPr algn="just"/>
            <a:r>
              <a:rPr lang="en-US" dirty="0"/>
              <a:t>To apply the naive Bayes classifier to text, </a:t>
            </a:r>
            <a:r>
              <a:rPr lang="en-US" b="1" dirty="0"/>
              <a:t>we will use each word in the documents as a feature</a:t>
            </a:r>
            <a:r>
              <a:rPr lang="en-US" dirty="0"/>
              <a:t>, and we consider each of the words in the document by walking an index through every word position in the document.</a:t>
            </a:r>
            <a:endParaRPr lang="en-AU" dirty="0"/>
          </a:p>
        </p:txBody>
      </p:sp>
      <p:sp>
        <p:nvSpPr>
          <p:cNvPr id="4" name="Slide Number Placeholder 3">
            <a:extLst>
              <a:ext uri="{FF2B5EF4-FFF2-40B4-BE49-F238E27FC236}">
                <a16:creationId xmlns:a16="http://schemas.microsoft.com/office/drawing/2014/main" id="{55BF26D5-6320-3865-027A-4C9C42E50504}"/>
              </a:ext>
            </a:extLst>
          </p:cNvPr>
          <p:cNvSpPr>
            <a:spLocks noGrp="1"/>
          </p:cNvSpPr>
          <p:nvPr>
            <p:ph type="sldNum" sz="quarter" idx="12"/>
          </p:nvPr>
        </p:nvSpPr>
        <p:spPr/>
        <p:txBody>
          <a:bodyPr/>
          <a:lstStyle/>
          <a:p>
            <a:fld id="{69F21BBE-7842-470C-94BF-4E4E50831BF5}" type="slidenum">
              <a:rPr lang="en-AU" smtClean="0"/>
              <a:t>43</a:t>
            </a:fld>
            <a:endParaRPr lang="en-AU"/>
          </a:p>
        </p:txBody>
      </p:sp>
      <p:pic>
        <p:nvPicPr>
          <p:cNvPr id="6" name="Picture 5">
            <a:extLst>
              <a:ext uri="{FF2B5EF4-FFF2-40B4-BE49-F238E27FC236}">
                <a16:creationId xmlns:a16="http://schemas.microsoft.com/office/drawing/2014/main" id="{639C7869-21E5-7228-1B77-5AF83D9F0C3D}"/>
              </a:ext>
            </a:extLst>
          </p:cNvPr>
          <p:cNvPicPr>
            <a:picLocks noChangeAspect="1"/>
          </p:cNvPicPr>
          <p:nvPr/>
        </p:nvPicPr>
        <p:blipFill>
          <a:blip r:embed="rId2"/>
          <a:stretch>
            <a:fillRect/>
          </a:stretch>
        </p:blipFill>
        <p:spPr>
          <a:xfrm>
            <a:off x="1433827" y="3590184"/>
            <a:ext cx="7374272" cy="1481248"/>
          </a:xfrm>
          <a:prstGeom prst="rect">
            <a:avLst/>
          </a:prstGeom>
        </p:spPr>
      </p:pic>
      <p:sp>
        <p:nvSpPr>
          <p:cNvPr id="5" name="Rectangle 4">
            <a:extLst>
              <a:ext uri="{FF2B5EF4-FFF2-40B4-BE49-F238E27FC236}">
                <a16:creationId xmlns:a16="http://schemas.microsoft.com/office/drawing/2014/main" id="{6D1A8913-0391-540F-59D4-1A3299DD08DD}"/>
              </a:ext>
            </a:extLst>
          </p:cNvPr>
          <p:cNvSpPr/>
          <p:nvPr/>
        </p:nvSpPr>
        <p:spPr>
          <a:xfrm>
            <a:off x="2131583" y="5199260"/>
            <a:ext cx="7895703" cy="122452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US" sz="2200" dirty="0"/>
              <a:t>d = “predictable with no fun”</a:t>
            </a:r>
          </a:p>
          <a:p>
            <a:r>
              <a:rPr lang="en-AU" sz="2200" b="1" dirty="0"/>
              <a:t>d = {</a:t>
            </a:r>
            <a:r>
              <a:rPr lang="en-US" sz="2200" b="1" dirty="0"/>
              <a:t>w</a:t>
            </a:r>
            <a:r>
              <a:rPr lang="en-US" sz="2200" b="1" baseline="-25000" dirty="0"/>
              <a:t>1</a:t>
            </a:r>
            <a:r>
              <a:rPr lang="en-US" sz="2200" b="1" dirty="0"/>
              <a:t>, w</a:t>
            </a:r>
            <a:r>
              <a:rPr lang="en-US" sz="2200" b="1" baseline="-25000" dirty="0"/>
              <a:t>2</a:t>
            </a:r>
            <a:r>
              <a:rPr lang="en-US" sz="2200" b="1" dirty="0"/>
              <a:t>, w</a:t>
            </a:r>
            <a:r>
              <a:rPr lang="en-US" sz="2200" b="1" baseline="-25000" dirty="0"/>
              <a:t>3</a:t>
            </a:r>
            <a:r>
              <a:rPr lang="en-US" sz="2200" b="1" dirty="0"/>
              <a:t>, w</a:t>
            </a:r>
            <a:r>
              <a:rPr lang="en-US" sz="2200" b="1" baseline="-25000" dirty="0"/>
              <a:t>4</a:t>
            </a:r>
            <a:r>
              <a:rPr lang="en-AU" sz="2200" b="1" dirty="0"/>
              <a:t>}</a:t>
            </a:r>
            <a:endParaRPr lang="en-US" sz="2200" dirty="0"/>
          </a:p>
          <a:p>
            <a:r>
              <a:rPr lang="en-US" sz="2200" dirty="0"/>
              <a:t>w</a:t>
            </a:r>
            <a:r>
              <a:rPr lang="en-US" sz="2200" baseline="-25000" dirty="0"/>
              <a:t>1</a:t>
            </a:r>
            <a:r>
              <a:rPr lang="en-US" sz="2200" dirty="0"/>
              <a:t> = “predictable”</a:t>
            </a:r>
            <a:r>
              <a:rPr lang="en-AU" sz="2200" dirty="0"/>
              <a:t>, </a:t>
            </a:r>
            <a:r>
              <a:rPr lang="en-US" sz="2200" dirty="0"/>
              <a:t>w</a:t>
            </a:r>
            <a:r>
              <a:rPr lang="en-US" sz="2200" baseline="-25000" dirty="0"/>
              <a:t>2</a:t>
            </a:r>
            <a:r>
              <a:rPr lang="en-AU" sz="2200" dirty="0"/>
              <a:t> = “with”, </a:t>
            </a:r>
            <a:r>
              <a:rPr lang="en-US" sz="2200" dirty="0"/>
              <a:t>w</a:t>
            </a:r>
            <a:r>
              <a:rPr lang="en-US" sz="2200" baseline="-25000" dirty="0"/>
              <a:t>3</a:t>
            </a:r>
            <a:r>
              <a:rPr lang="en-AU" sz="2200" dirty="0"/>
              <a:t> = “no”, </a:t>
            </a:r>
            <a:r>
              <a:rPr lang="en-US" sz="2200" dirty="0"/>
              <a:t>w</a:t>
            </a:r>
            <a:r>
              <a:rPr lang="en-US" sz="2200" baseline="-25000" dirty="0"/>
              <a:t>4</a:t>
            </a:r>
            <a:r>
              <a:rPr lang="en-AU" sz="2200" dirty="0"/>
              <a:t> = “fun”</a:t>
            </a:r>
          </a:p>
        </p:txBody>
      </p:sp>
      <p:pic>
        <p:nvPicPr>
          <p:cNvPr id="7" name="Picture 6">
            <a:extLst>
              <a:ext uri="{FF2B5EF4-FFF2-40B4-BE49-F238E27FC236}">
                <a16:creationId xmlns:a16="http://schemas.microsoft.com/office/drawing/2014/main" id="{53FD1035-B8B9-1D19-AD41-836D72001E8C}"/>
              </a:ext>
            </a:extLst>
          </p:cNvPr>
          <p:cNvPicPr>
            <a:picLocks noChangeAspect="1"/>
          </p:cNvPicPr>
          <p:nvPr/>
        </p:nvPicPr>
        <p:blipFill>
          <a:blip r:embed="rId3"/>
          <a:stretch>
            <a:fillRect/>
          </a:stretch>
        </p:blipFill>
        <p:spPr>
          <a:xfrm>
            <a:off x="6497320" y="863532"/>
            <a:ext cx="5218566" cy="1076475"/>
          </a:xfrm>
          <a:prstGeom prst="rect">
            <a:avLst/>
          </a:prstGeom>
        </p:spPr>
      </p:pic>
    </p:spTree>
    <p:extLst>
      <p:ext uri="{BB962C8B-B14F-4D97-AF65-F5344CB8AC3E}">
        <p14:creationId xmlns:p14="http://schemas.microsoft.com/office/powerpoint/2010/main" val="2050738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55F93-A24E-1848-8A2B-2667E4B04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CB6C6-6842-8264-AC43-3D0938E38E7D}"/>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ECF28671-551D-4AB6-E28F-4FE618DD3BEF}"/>
              </a:ext>
            </a:extLst>
          </p:cNvPr>
          <p:cNvSpPr>
            <a:spLocks noGrp="1"/>
          </p:cNvSpPr>
          <p:nvPr>
            <p:ph idx="1"/>
          </p:nvPr>
        </p:nvSpPr>
        <p:spPr/>
        <p:txBody>
          <a:bodyPr/>
          <a:lstStyle/>
          <a:p>
            <a:pPr algn="just"/>
            <a:r>
              <a:rPr lang="en-US" dirty="0"/>
              <a:t>To apply the naive Bayes classifier to text, </a:t>
            </a:r>
            <a:r>
              <a:rPr lang="en-US" b="1" dirty="0"/>
              <a:t>we will use each word in the documents as a feature</a:t>
            </a:r>
            <a:r>
              <a:rPr lang="en-US" dirty="0"/>
              <a:t>, and we consider each of the words in the document by walking an index through every word position in the document.</a:t>
            </a:r>
            <a:endParaRPr lang="en-AU" dirty="0"/>
          </a:p>
        </p:txBody>
      </p:sp>
      <p:sp>
        <p:nvSpPr>
          <p:cNvPr id="4" name="Slide Number Placeholder 3">
            <a:extLst>
              <a:ext uri="{FF2B5EF4-FFF2-40B4-BE49-F238E27FC236}">
                <a16:creationId xmlns:a16="http://schemas.microsoft.com/office/drawing/2014/main" id="{0E5C8296-8FDC-B60A-B59B-4830ED27E250}"/>
              </a:ext>
            </a:extLst>
          </p:cNvPr>
          <p:cNvSpPr>
            <a:spLocks noGrp="1"/>
          </p:cNvSpPr>
          <p:nvPr>
            <p:ph type="sldNum" sz="quarter" idx="12"/>
          </p:nvPr>
        </p:nvSpPr>
        <p:spPr/>
        <p:txBody>
          <a:bodyPr/>
          <a:lstStyle/>
          <a:p>
            <a:fld id="{69F21BBE-7842-470C-94BF-4E4E50831BF5}" type="slidenum">
              <a:rPr lang="en-AU" smtClean="0"/>
              <a:t>44</a:t>
            </a:fld>
            <a:endParaRPr lang="en-AU"/>
          </a:p>
        </p:txBody>
      </p:sp>
      <p:pic>
        <p:nvPicPr>
          <p:cNvPr id="6" name="Picture 5">
            <a:extLst>
              <a:ext uri="{FF2B5EF4-FFF2-40B4-BE49-F238E27FC236}">
                <a16:creationId xmlns:a16="http://schemas.microsoft.com/office/drawing/2014/main" id="{2D906D3A-613E-D91D-6390-437C824447CD}"/>
              </a:ext>
            </a:extLst>
          </p:cNvPr>
          <p:cNvPicPr>
            <a:picLocks noChangeAspect="1"/>
          </p:cNvPicPr>
          <p:nvPr/>
        </p:nvPicPr>
        <p:blipFill>
          <a:blip r:embed="rId2"/>
          <a:stretch>
            <a:fillRect/>
          </a:stretch>
        </p:blipFill>
        <p:spPr>
          <a:xfrm>
            <a:off x="1433827" y="3590184"/>
            <a:ext cx="7374272" cy="1481248"/>
          </a:xfrm>
          <a:prstGeom prst="rect">
            <a:avLst/>
          </a:prstGeom>
        </p:spPr>
      </p:pic>
      <p:pic>
        <p:nvPicPr>
          <p:cNvPr id="8" name="Picture 7">
            <a:extLst>
              <a:ext uri="{FF2B5EF4-FFF2-40B4-BE49-F238E27FC236}">
                <a16:creationId xmlns:a16="http://schemas.microsoft.com/office/drawing/2014/main" id="{D58AA064-1EF7-2171-4AEA-F3884C9A03B0}"/>
              </a:ext>
            </a:extLst>
          </p:cNvPr>
          <p:cNvPicPr>
            <a:picLocks noChangeAspect="1"/>
          </p:cNvPicPr>
          <p:nvPr/>
        </p:nvPicPr>
        <p:blipFill>
          <a:blip r:embed="rId3"/>
          <a:stretch>
            <a:fillRect/>
          </a:stretch>
        </p:blipFill>
        <p:spPr>
          <a:xfrm>
            <a:off x="1824566" y="5328886"/>
            <a:ext cx="6592794" cy="880373"/>
          </a:xfrm>
          <a:prstGeom prst="rect">
            <a:avLst/>
          </a:prstGeom>
        </p:spPr>
      </p:pic>
      <p:sp>
        <p:nvSpPr>
          <p:cNvPr id="9" name="Rectangle 8">
            <a:extLst>
              <a:ext uri="{FF2B5EF4-FFF2-40B4-BE49-F238E27FC236}">
                <a16:creationId xmlns:a16="http://schemas.microsoft.com/office/drawing/2014/main" id="{166A422A-85EF-6442-B918-E68C34DB8BBB}"/>
              </a:ext>
            </a:extLst>
          </p:cNvPr>
          <p:cNvSpPr/>
          <p:nvPr/>
        </p:nvSpPr>
        <p:spPr>
          <a:xfrm>
            <a:off x="8405909" y="4259938"/>
            <a:ext cx="3487356" cy="223458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dirty="0"/>
              <a:t>Naive Bayes calculations, like calculations for language modeling, are done in log space, to avoid underflow and increase speed.</a:t>
            </a:r>
            <a:endParaRPr lang="en-AU" sz="2200" dirty="0"/>
          </a:p>
        </p:txBody>
      </p:sp>
    </p:spTree>
    <p:extLst>
      <p:ext uri="{BB962C8B-B14F-4D97-AF65-F5344CB8AC3E}">
        <p14:creationId xmlns:p14="http://schemas.microsoft.com/office/powerpoint/2010/main" val="18255014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11272-76B4-444F-55E2-9976ED277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4CEF63-5785-59C4-0598-2E1508A39CEF}"/>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47A4CBE3-62F2-94EA-8A58-450CDDF4722A}"/>
              </a:ext>
            </a:extLst>
          </p:cNvPr>
          <p:cNvSpPr>
            <a:spLocks noGrp="1"/>
          </p:cNvSpPr>
          <p:nvPr>
            <p:ph idx="1"/>
          </p:nvPr>
        </p:nvSpPr>
        <p:spPr/>
        <p:txBody>
          <a:bodyPr/>
          <a:lstStyle/>
          <a:p>
            <a:pPr algn="just"/>
            <a:r>
              <a:rPr lang="en-US" dirty="0"/>
              <a:t>Now we have the following simplified equation. We need to calculate </a:t>
            </a:r>
            <a:r>
              <a:rPr lang="en-US" i="1" dirty="0"/>
              <a:t>P(c)</a:t>
            </a:r>
            <a:r>
              <a:rPr lang="en-US" dirty="0"/>
              <a:t> and </a:t>
            </a:r>
            <a:r>
              <a:rPr lang="en-US" i="1" dirty="0"/>
              <a:t>P(</a:t>
            </a:r>
            <a:r>
              <a:rPr lang="en-US" i="1" dirty="0" err="1"/>
              <a:t>w</a:t>
            </a:r>
            <a:r>
              <a:rPr lang="en-US" i="1" baseline="-25000" dirty="0" err="1"/>
              <a:t>i</a:t>
            </a:r>
            <a:r>
              <a:rPr lang="en-US" i="1" dirty="0" err="1"/>
              <a:t>|c</a:t>
            </a:r>
            <a:r>
              <a:rPr lang="en-US" i="1" dirty="0"/>
              <a:t>)</a:t>
            </a:r>
            <a:r>
              <a:rPr lang="en-US" dirty="0"/>
              <a:t> to make our prediction.</a:t>
            </a:r>
          </a:p>
          <a:p>
            <a:pPr marL="45720" indent="0" algn="just">
              <a:buNone/>
            </a:pPr>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AA9EFA82-C60B-590F-2D29-54ADFD0875E2}"/>
              </a:ext>
            </a:extLst>
          </p:cNvPr>
          <p:cNvSpPr>
            <a:spLocks noGrp="1"/>
          </p:cNvSpPr>
          <p:nvPr>
            <p:ph type="sldNum" sz="quarter" idx="12"/>
          </p:nvPr>
        </p:nvSpPr>
        <p:spPr/>
        <p:txBody>
          <a:bodyPr/>
          <a:lstStyle/>
          <a:p>
            <a:fld id="{69F21BBE-7842-470C-94BF-4E4E50831BF5}" type="slidenum">
              <a:rPr lang="en-AU" smtClean="0"/>
              <a:t>45</a:t>
            </a:fld>
            <a:endParaRPr lang="en-AU"/>
          </a:p>
        </p:txBody>
      </p:sp>
      <p:pic>
        <p:nvPicPr>
          <p:cNvPr id="6" name="Picture 5">
            <a:extLst>
              <a:ext uri="{FF2B5EF4-FFF2-40B4-BE49-F238E27FC236}">
                <a16:creationId xmlns:a16="http://schemas.microsoft.com/office/drawing/2014/main" id="{1B3DF620-4804-E38E-AB9C-EA8212FCC54F}"/>
              </a:ext>
            </a:extLst>
          </p:cNvPr>
          <p:cNvPicPr>
            <a:picLocks noChangeAspect="1"/>
          </p:cNvPicPr>
          <p:nvPr/>
        </p:nvPicPr>
        <p:blipFill>
          <a:blip r:embed="rId2"/>
          <a:stretch>
            <a:fillRect/>
          </a:stretch>
        </p:blipFill>
        <p:spPr>
          <a:xfrm>
            <a:off x="4014144" y="2919624"/>
            <a:ext cx="7374272" cy="1481248"/>
          </a:xfrm>
          <a:prstGeom prst="rect">
            <a:avLst/>
          </a:prstGeom>
          <a:noFill/>
        </p:spPr>
      </p:pic>
      <p:sp>
        <p:nvSpPr>
          <p:cNvPr id="10" name="Rectangle 9">
            <a:extLst>
              <a:ext uri="{FF2B5EF4-FFF2-40B4-BE49-F238E27FC236}">
                <a16:creationId xmlns:a16="http://schemas.microsoft.com/office/drawing/2014/main" id="{C649D37B-E3BA-BEC2-A749-71B605F1F459}"/>
              </a:ext>
            </a:extLst>
          </p:cNvPr>
          <p:cNvSpPr/>
          <p:nvPr/>
        </p:nvSpPr>
        <p:spPr>
          <a:xfrm>
            <a:off x="792480" y="4551680"/>
            <a:ext cx="10607040" cy="203727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P(“-” | “predictable with no fun”) = P(“-”)* P(“predictable”|“-”)*P(“with”|“-”)*P(“no”|“-”)*P(“fun”|“-”)</a:t>
            </a:r>
          </a:p>
          <a:p>
            <a:endParaRPr lang="en-AU" sz="1000" dirty="0"/>
          </a:p>
          <a:p>
            <a:r>
              <a:rPr lang="en-AU" sz="2200" dirty="0"/>
              <a:t>argmax[P(“-” | “predictable with no fun”)</a:t>
            </a:r>
            <a:r>
              <a:rPr lang="en-US" sz="2200" dirty="0"/>
              <a:t>,</a:t>
            </a:r>
            <a:r>
              <a:rPr lang="en-AU" sz="2200" dirty="0"/>
              <a:t> P(“+” | “predictable with no fun”)] </a:t>
            </a:r>
          </a:p>
          <a:p>
            <a:r>
              <a:rPr lang="en-AU" sz="2200" dirty="0"/>
              <a:t>argmax[P(“-”)* P(“predictable”|“-”)*P(“with”|“-”)*P(“no”|“-”)*P(“fun”|“-”),</a:t>
            </a:r>
          </a:p>
          <a:p>
            <a:r>
              <a:rPr lang="en-AU" sz="2200" dirty="0"/>
              <a:t>		P(“+”)* P(“predictable”|“+”)*P(“with”|“+”)*P(“no”|“+”)*P(“fun”|“+”)]</a:t>
            </a:r>
          </a:p>
        </p:txBody>
      </p:sp>
      <p:sp>
        <p:nvSpPr>
          <p:cNvPr id="11" name="Rectangle 10">
            <a:extLst>
              <a:ext uri="{FF2B5EF4-FFF2-40B4-BE49-F238E27FC236}">
                <a16:creationId xmlns:a16="http://schemas.microsoft.com/office/drawing/2014/main" id="{539AE605-ACBD-E297-B8C7-99443E5A1713}"/>
              </a:ext>
            </a:extLst>
          </p:cNvPr>
          <p:cNvSpPr/>
          <p:nvPr/>
        </p:nvSpPr>
        <p:spPr>
          <a:xfrm>
            <a:off x="803585" y="2919624"/>
            <a:ext cx="2732096" cy="117485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AU" sz="2200" dirty="0"/>
              <a:t>This is the simplification of </a:t>
            </a:r>
            <a:r>
              <a:rPr lang="en-AU" sz="2200" i="1" dirty="0"/>
              <a:t>P(</a:t>
            </a:r>
            <a:r>
              <a:rPr lang="en-AU" sz="2200" i="1" dirty="0" err="1"/>
              <a:t>c|d</a:t>
            </a:r>
            <a:r>
              <a:rPr lang="en-AU" sz="2200" i="1" dirty="0"/>
              <a:t>)</a:t>
            </a:r>
          </a:p>
        </p:txBody>
      </p:sp>
      <p:sp>
        <p:nvSpPr>
          <p:cNvPr id="12" name="Rectangle 11">
            <a:extLst>
              <a:ext uri="{FF2B5EF4-FFF2-40B4-BE49-F238E27FC236}">
                <a16:creationId xmlns:a16="http://schemas.microsoft.com/office/drawing/2014/main" id="{EF7D41A4-E3C8-40AA-6278-135019DC14AE}"/>
              </a:ext>
            </a:extLst>
          </p:cNvPr>
          <p:cNvSpPr/>
          <p:nvPr/>
        </p:nvSpPr>
        <p:spPr>
          <a:xfrm>
            <a:off x="7274560" y="3342640"/>
            <a:ext cx="3342640" cy="10582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3" name="Straight Arrow Connector 12">
            <a:extLst>
              <a:ext uri="{FF2B5EF4-FFF2-40B4-BE49-F238E27FC236}">
                <a16:creationId xmlns:a16="http://schemas.microsoft.com/office/drawing/2014/main" id="{BFBBD6B7-5D1E-84F0-D8AA-D29290C8A747}"/>
              </a:ext>
            </a:extLst>
          </p:cNvPr>
          <p:cNvCxnSpPr>
            <a:cxnSpLocks/>
          </p:cNvCxnSpPr>
          <p:nvPr/>
        </p:nvCxnSpPr>
        <p:spPr>
          <a:xfrm flipV="1">
            <a:off x="3535681" y="3418840"/>
            <a:ext cx="3749984" cy="1016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9E09D3E-5CA4-EA3F-E29C-DF440F1C3EAE}"/>
              </a:ext>
            </a:extLst>
          </p:cNvPr>
          <p:cNvCxnSpPr>
            <a:cxnSpLocks/>
            <a:stCxn id="11" idx="2"/>
          </p:cNvCxnSpPr>
          <p:nvPr/>
        </p:nvCxnSpPr>
        <p:spPr>
          <a:xfrm>
            <a:off x="2169633" y="4094480"/>
            <a:ext cx="0" cy="651616"/>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065393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632A-D61F-7070-53E5-ECDB1B4D34A2}"/>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092B4906-932F-B449-EB6C-6A5BF647416D}"/>
              </a:ext>
            </a:extLst>
          </p:cNvPr>
          <p:cNvSpPr>
            <a:spLocks noGrp="1"/>
          </p:cNvSpPr>
          <p:nvPr>
            <p:ph idx="1"/>
          </p:nvPr>
        </p:nvSpPr>
        <p:spPr>
          <a:xfrm>
            <a:off x="1143000" y="2057400"/>
            <a:ext cx="9872871" cy="4038600"/>
          </a:xfrm>
        </p:spPr>
        <p:txBody>
          <a:bodyPr/>
          <a:lstStyle/>
          <a:p>
            <a:pPr algn="just"/>
            <a:r>
              <a:rPr lang="en-US" dirty="0"/>
              <a:t>Learn </a:t>
            </a:r>
            <a:r>
              <a:rPr lang="en-US" i="1" dirty="0"/>
              <a:t>P(c)</a:t>
            </a:r>
            <a:r>
              <a:rPr lang="en-US" dirty="0"/>
              <a:t>. Let </a:t>
            </a:r>
            <a:r>
              <a:rPr lang="en-US" i="1" dirty="0"/>
              <a:t>N</a:t>
            </a:r>
            <a:r>
              <a:rPr lang="en-US" i="1" baseline="-25000" dirty="0"/>
              <a:t>c</a:t>
            </a:r>
            <a:r>
              <a:rPr lang="en-US" dirty="0"/>
              <a:t> be the number of documents in our training data with class c and </a:t>
            </a:r>
            <a:r>
              <a:rPr lang="en-US" i="1" dirty="0"/>
              <a:t>N</a:t>
            </a:r>
            <a:r>
              <a:rPr lang="en-US" i="1" baseline="-25000" dirty="0"/>
              <a:t>doc</a:t>
            </a:r>
            <a:r>
              <a:rPr lang="en-US" dirty="0"/>
              <a:t> be the total number of documents.</a:t>
            </a:r>
          </a:p>
          <a:p>
            <a:pPr algn="just"/>
            <a:endParaRPr lang="en-US" dirty="0"/>
          </a:p>
          <a:p>
            <a:pPr algn="just"/>
            <a:endParaRPr lang="en-US" dirty="0"/>
          </a:p>
          <a:p>
            <a:pPr algn="just"/>
            <a:endParaRPr lang="en-US" i="1"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A55D9062-A267-AA2E-8243-67AAF6DDF8B4}"/>
              </a:ext>
            </a:extLst>
          </p:cNvPr>
          <p:cNvSpPr>
            <a:spLocks noGrp="1"/>
          </p:cNvSpPr>
          <p:nvPr>
            <p:ph type="sldNum" sz="quarter" idx="12"/>
          </p:nvPr>
        </p:nvSpPr>
        <p:spPr/>
        <p:txBody>
          <a:bodyPr/>
          <a:lstStyle/>
          <a:p>
            <a:fld id="{69F21BBE-7842-470C-94BF-4E4E50831BF5}" type="slidenum">
              <a:rPr lang="en-AU" smtClean="0"/>
              <a:t>46</a:t>
            </a:fld>
            <a:endParaRPr lang="en-AU"/>
          </a:p>
        </p:txBody>
      </p:sp>
      <p:pic>
        <p:nvPicPr>
          <p:cNvPr id="6" name="Picture 5">
            <a:extLst>
              <a:ext uri="{FF2B5EF4-FFF2-40B4-BE49-F238E27FC236}">
                <a16:creationId xmlns:a16="http://schemas.microsoft.com/office/drawing/2014/main" id="{AE08E92D-E869-3780-CF89-D72A13CB1727}"/>
              </a:ext>
            </a:extLst>
          </p:cNvPr>
          <p:cNvPicPr>
            <a:picLocks noChangeAspect="1"/>
          </p:cNvPicPr>
          <p:nvPr/>
        </p:nvPicPr>
        <p:blipFill>
          <a:blip r:embed="rId2"/>
          <a:stretch>
            <a:fillRect/>
          </a:stretch>
        </p:blipFill>
        <p:spPr>
          <a:xfrm>
            <a:off x="1336040" y="3018098"/>
            <a:ext cx="2002791" cy="943724"/>
          </a:xfrm>
          <a:prstGeom prst="rect">
            <a:avLst/>
          </a:prstGeom>
        </p:spPr>
      </p:pic>
    </p:spTree>
    <p:extLst>
      <p:ext uri="{BB962C8B-B14F-4D97-AF65-F5344CB8AC3E}">
        <p14:creationId xmlns:p14="http://schemas.microsoft.com/office/powerpoint/2010/main" val="5834937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5A90-EDBB-1252-81CF-56FA3DB96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ADABD-5834-9775-8179-65FA9FDD5F03}"/>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11567A8D-76C7-B8B3-A04C-66B20A75353B}"/>
              </a:ext>
            </a:extLst>
          </p:cNvPr>
          <p:cNvSpPr>
            <a:spLocks noGrp="1"/>
          </p:cNvSpPr>
          <p:nvPr>
            <p:ph idx="1"/>
          </p:nvPr>
        </p:nvSpPr>
        <p:spPr>
          <a:xfrm>
            <a:off x="1143000" y="2057400"/>
            <a:ext cx="9872871" cy="4038600"/>
          </a:xfrm>
        </p:spPr>
        <p:txBody>
          <a:bodyPr/>
          <a:lstStyle/>
          <a:p>
            <a:pPr algn="just"/>
            <a:r>
              <a:rPr lang="en-US" dirty="0"/>
              <a:t>Learn </a:t>
            </a:r>
            <a:r>
              <a:rPr lang="en-US" i="1" dirty="0"/>
              <a:t>P(c)</a:t>
            </a:r>
            <a:r>
              <a:rPr lang="en-US" dirty="0"/>
              <a:t>. Let N</a:t>
            </a:r>
            <a:r>
              <a:rPr lang="en-US" baseline="-25000" dirty="0"/>
              <a:t>c</a:t>
            </a:r>
            <a:r>
              <a:rPr lang="en-US" dirty="0"/>
              <a:t> be the number of documents in our training data with class c and N</a:t>
            </a:r>
            <a:r>
              <a:rPr lang="en-US" baseline="-25000" dirty="0"/>
              <a:t>doc</a:t>
            </a:r>
            <a:r>
              <a:rPr lang="en-US" dirty="0"/>
              <a:t> be the total number of documents.</a:t>
            </a:r>
          </a:p>
          <a:p>
            <a:pPr algn="just"/>
            <a:endParaRPr lang="en-US" dirty="0"/>
          </a:p>
          <a:p>
            <a:pPr algn="just"/>
            <a:endParaRPr lang="en-US" dirty="0"/>
          </a:p>
          <a:p>
            <a:pPr algn="just"/>
            <a:endParaRPr lang="en-US" i="1"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9BBAF135-018D-B42F-47B5-1AB6F52D0ECE}"/>
              </a:ext>
            </a:extLst>
          </p:cNvPr>
          <p:cNvSpPr>
            <a:spLocks noGrp="1"/>
          </p:cNvSpPr>
          <p:nvPr>
            <p:ph type="sldNum" sz="quarter" idx="12"/>
          </p:nvPr>
        </p:nvSpPr>
        <p:spPr/>
        <p:txBody>
          <a:bodyPr/>
          <a:lstStyle/>
          <a:p>
            <a:fld id="{69F21BBE-7842-470C-94BF-4E4E50831BF5}" type="slidenum">
              <a:rPr lang="en-AU" smtClean="0"/>
              <a:t>47</a:t>
            </a:fld>
            <a:endParaRPr lang="en-AU"/>
          </a:p>
        </p:txBody>
      </p:sp>
      <p:pic>
        <p:nvPicPr>
          <p:cNvPr id="6" name="Picture 5">
            <a:extLst>
              <a:ext uri="{FF2B5EF4-FFF2-40B4-BE49-F238E27FC236}">
                <a16:creationId xmlns:a16="http://schemas.microsoft.com/office/drawing/2014/main" id="{6C61C298-7E36-8525-EC9C-D1AD4F921DC6}"/>
              </a:ext>
            </a:extLst>
          </p:cNvPr>
          <p:cNvPicPr>
            <a:picLocks noChangeAspect="1"/>
          </p:cNvPicPr>
          <p:nvPr/>
        </p:nvPicPr>
        <p:blipFill>
          <a:blip r:embed="rId2"/>
          <a:stretch>
            <a:fillRect/>
          </a:stretch>
        </p:blipFill>
        <p:spPr>
          <a:xfrm>
            <a:off x="1336040" y="3018098"/>
            <a:ext cx="2002791" cy="943724"/>
          </a:xfrm>
          <a:prstGeom prst="rect">
            <a:avLst/>
          </a:prstGeom>
        </p:spPr>
      </p:pic>
      <p:pic>
        <p:nvPicPr>
          <p:cNvPr id="7" name="Picture 6">
            <a:extLst>
              <a:ext uri="{FF2B5EF4-FFF2-40B4-BE49-F238E27FC236}">
                <a16:creationId xmlns:a16="http://schemas.microsoft.com/office/drawing/2014/main" id="{FE3B0569-B8A0-4C40-FF3E-E9676D7B7637}"/>
              </a:ext>
            </a:extLst>
          </p:cNvPr>
          <p:cNvPicPr>
            <a:picLocks noChangeAspect="1"/>
          </p:cNvPicPr>
          <p:nvPr/>
        </p:nvPicPr>
        <p:blipFill>
          <a:blip r:embed="rId3"/>
          <a:stretch>
            <a:fillRect/>
          </a:stretch>
        </p:blipFill>
        <p:spPr>
          <a:xfrm>
            <a:off x="5165670" y="3018098"/>
            <a:ext cx="5771239" cy="2313940"/>
          </a:xfrm>
          <a:prstGeom prst="rect">
            <a:avLst/>
          </a:prstGeom>
        </p:spPr>
      </p:pic>
    </p:spTree>
    <p:extLst>
      <p:ext uri="{BB962C8B-B14F-4D97-AF65-F5344CB8AC3E}">
        <p14:creationId xmlns:p14="http://schemas.microsoft.com/office/powerpoint/2010/main" val="6893568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7E80D-0EEA-ADB5-98A1-250839425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DDBA2-C079-F312-EA91-8ECB33882E8C}"/>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FA1C9A59-F8A8-4204-3BD4-4392BF3726C0}"/>
              </a:ext>
            </a:extLst>
          </p:cNvPr>
          <p:cNvSpPr>
            <a:spLocks noGrp="1"/>
          </p:cNvSpPr>
          <p:nvPr>
            <p:ph idx="1"/>
          </p:nvPr>
        </p:nvSpPr>
        <p:spPr>
          <a:xfrm>
            <a:off x="1143000" y="2057400"/>
            <a:ext cx="9872871" cy="4038600"/>
          </a:xfrm>
        </p:spPr>
        <p:txBody>
          <a:bodyPr/>
          <a:lstStyle/>
          <a:p>
            <a:pPr algn="just"/>
            <a:r>
              <a:rPr lang="en-US" dirty="0"/>
              <a:t>Learn </a:t>
            </a:r>
            <a:r>
              <a:rPr lang="en-US" i="1" dirty="0"/>
              <a:t>P(c)</a:t>
            </a:r>
            <a:r>
              <a:rPr lang="en-US" dirty="0"/>
              <a:t>. Let N</a:t>
            </a:r>
            <a:r>
              <a:rPr lang="en-US" baseline="-25000" dirty="0"/>
              <a:t>c</a:t>
            </a:r>
            <a:r>
              <a:rPr lang="en-US" dirty="0"/>
              <a:t> be the number of documents in our training data with class c and N</a:t>
            </a:r>
            <a:r>
              <a:rPr lang="en-US" baseline="-25000" dirty="0"/>
              <a:t>doc</a:t>
            </a:r>
            <a:r>
              <a:rPr lang="en-US" dirty="0"/>
              <a:t> be the total number of documents.</a:t>
            </a:r>
          </a:p>
          <a:p>
            <a:pPr algn="just"/>
            <a:endParaRPr lang="en-US" dirty="0"/>
          </a:p>
          <a:p>
            <a:pPr algn="just"/>
            <a:endParaRPr lang="en-US" dirty="0"/>
          </a:p>
          <a:p>
            <a:pPr algn="just"/>
            <a:endParaRPr lang="en-US" i="1" dirty="0"/>
          </a:p>
          <a:p>
            <a:pPr algn="just"/>
            <a:r>
              <a:rPr lang="en-US" dirty="0"/>
              <a:t>P(+) = 2/5</a:t>
            </a:r>
          </a:p>
          <a:p>
            <a:pPr algn="just"/>
            <a:r>
              <a:rPr lang="en-US" dirty="0"/>
              <a:t>P(-) = 3/5</a:t>
            </a:r>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0CA56871-DA99-6940-E9E3-7B092D40CD91}"/>
              </a:ext>
            </a:extLst>
          </p:cNvPr>
          <p:cNvSpPr>
            <a:spLocks noGrp="1"/>
          </p:cNvSpPr>
          <p:nvPr>
            <p:ph type="sldNum" sz="quarter" idx="12"/>
          </p:nvPr>
        </p:nvSpPr>
        <p:spPr/>
        <p:txBody>
          <a:bodyPr/>
          <a:lstStyle/>
          <a:p>
            <a:fld id="{69F21BBE-7842-470C-94BF-4E4E50831BF5}" type="slidenum">
              <a:rPr lang="en-AU" smtClean="0"/>
              <a:t>48</a:t>
            </a:fld>
            <a:endParaRPr lang="en-AU"/>
          </a:p>
        </p:txBody>
      </p:sp>
      <p:pic>
        <p:nvPicPr>
          <p:cNvPr id="6" name="Picture 5">
            <a:extLst>
              <a:ext uri="{FF2B5EF4-FFF2-40B4-BE49-F238E27FC236}">
                <a16:creationId xmlns:a16="http://schemas.microsoft.com/office/drawing/2014/main" id="{E707BEE8-90BA-9F51-2E3F-959B559D21EA}"/>
              </a:ext>
            </a:extLst>
          </p:cNvPr>
          <p:cNvPicPr>
            <a:picLocks noChangeAspect="1"/>
          </p:cNvPicPr>
          <p:nvPr/>
        </p:nvPicPr>
        <p:blipFill>
          <a:blip r:embed="rId2"/>
          <a:stretch>
            <a:fillRect/>
          </a:stretch>
        </p:blipFill>
        <p:spPr>
          <a:xfrm>
            <a:off x="1336040" y="3018098"/>
            <a:ext cx="2002791" cy="943724"/>
          </a:xfrm>
          <a:prstGeom prst="rect">
            <a:avLst/>
          </a:prstGeom>
        </p:spPr>
      </p:pic>
      <p:pic>
        <p:nvPicPr>
          <p:cNvPr id="7" name="Picture 6">
            <a:extLst>
              <a:ext uri="{FF2B5EF4-FFF2-40B4-BE49-F238E27FC236}">
                <a16:creationId xmlns:a16="http://schemas.microsoft.com/office/drawing/2014/main" id="{25596054-44D5-2FA2-B021-5B75384C830A}"/>
              </a:ext>
            </a:extLst>
          </p:cNvPr>
          <p:cNvPicPr>
            <a:picLocks noChangeAspect="1"/>
          </p:cNvPicPr>
          <p:nvPr/>
        </p:nvPicPr>
        <p:blipFill>
          <a:blip r:embed="rId3"/>
          <a:stretch>
            <a:fillRect/>
          </a:stretch>
        </p:blipFill>
        <p:spPr>
          <a:xfrm>
            <a:off x="5165670" y="3018098"/>
            <a:ext cx="5771239" cy="2313940"/>
          </a:xfrm>
          <a:prstGeom prst="rect">
            <a:avLst/>
          </a:prstGeom>
        </p:spPr>
      </p:pic>
    </p:spTree>
    <p:extLst>
      <p:ext uri="{BB962C8B-B14F-4D97-AF65-F5344CB8AC3E}">
        <p14:creationId xmlns:p14="http://schemas.microsoft.com/office/powerpoint/2010/main" val="13909126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4206E-6FC6-55D6-784D-E72808EC5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A240D-2A6E-0C6F-C66F-B0B886C922D7}"/>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412D7704-E6B6-E31B-C19C-6E90FD9A7D57}"/>
              </a:ext>
            </a:extLst>
          </p:cNvPr>
          <p:cNvSpPr>
            <a:spLocks noGrp="1"/>
          </p:cNvSpPr>
          <p:nvPr>
            <p:ph idx="1"/>
          </p:nvPr>
        </p:nvSpPr>
        <p:spPr>
          <a:xfrm>
            <a:off x="1143000" y="2057400"/>
            <a:ext cx="9872871" cy="4038600"/>
          </a:xfrm>
        </p:spPr>
        <p:txBody>
          <a:bodyPr/>
          <a:lstStyle/>
          <a:p>
            <a:pPr algn="just"/>
            <a:r>
              <a:rPr lang="en-US" dirty="0"/>
              <a:t>Learn </a:t>
            </a:r>
            <a:r>
              <a:rPr lang="en-US" i="1" dirty="0"/>
              <a:t>P(</a:t>
            </a:r>
            <a:r>
              <a:rPr lang="en-US" i="1" dirty="0" err="1"/>
              <a:t>w</a:t>
            </a:r>
            <a:r>
              <a:rPr lang="en-US" i="1" baseline="-25000" dirty="0" err="1"/>
              <a:t>i</a:t>
            </a:r>
            <a:r>
              <a:rPr lang="en-US" i="1" dirty="0" err="1"/>
              <a:t>|c</a:t>
            </a:r>
            <a:r>
              <a:rPr lang="en-US" i="1" dirty="0"/>
              <a:t>)</a:t>
            </a:r>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D5BD01CA-4F3E-0112-A350-3DA522F8A261}"/>
              </a:ext>
            </a:extLst>
          </p:cNvPr>
          <p:cNvSpPr>
            <a:spLocks noGrp="1"/>
          </p:cNvSpPr>
          <p:nvPr>
            <p:ph type="sldNum" sz="quarter" idx="12"/>
          </p:nvPr>
        </p:nvSpPr>
        <p:spPr/>
        <p:txBody>
          <a:bodyPr/>
          <a:lstStyle/>
          <a:p>
            <a:fld id="{69F21BBE-7842-470C-94BF-4E4E50831BF5}" type="slidenum">
              <a:rPr lang="en-AU" smtClean="0"/>
              <a:t>49</a:t>
            </a:fld>
            <a:endParaRPr lang="en-AU"/>
          </a:p>
        </p:txBody>
      </p:sp>
      <p:pic>
        <p:nvPicPr>
          <p:cNvPr id="9" name="Picture 8">
            <a:extLst>
              <a:ext uri="{FF2B5EF4-FFF2-40B4-BE49-F238E27FC236}">
                <a16:creationId xmlns:a16="http://schemas.microsoft.com/office/drawing/2014/main" id="{C85F227F-DC2D-62F4-521D-7E3D1434EB21}"/>
              </a:ext>
            </a:extLst>
          </p:cNvPr>
          <p:cNvPicPr>
            <a:picLocks noChangeAspect="1"/>
          </p:cNvPicPr>
          <p:nvPr/>
        </p:nvPicPr>
        <p:blipFill>
          <a:blip r:embed="rId2"/>
          <a:stretch>
            <a:fillRect/>
          </a:stretch>
        </p:blipFill>
        <p:spPr>
          <a:xfrm>
            <a:off x="1143000" y="2554102"/>
            <a:ext cx="4770668" cy="1023842"/>
          </a:xfrm>
          <a:prstGeom prst="rect">
            <a:avLst/>
          </a:prstGeom>
        </p:spPr>
      </p:pic>
    </p:spTree>
    <p:extLst>
      <p:ext uri="{BB962C8B-B14F-4D97-AF65-F5344CB8AC3E}">
        <p14:creationId xmlns:p14="http://schemas.microsoft.com/office/powerpoint/2010/main" val="17758150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6FB4A-6E63-0339-FA61-3B611C592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CAC53-D675-1C18-FAE7-EAD44612C087}"/>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66053CB4-0B24-D83B-8200-6888E96DDCBB}"/>
              </a:ext>
            </a:extLst>
          </p:cNvPr>
          <p:cNvSpPr>
            <a:spLocks noGrp="1"/>
          </p:cNvSpPr>
          <p:nvPr>
            <p:ph idx="1"/>
          </p:nvPr>
        </p:nvSpPr>
        <p:spPr>
          <a:xfrm>
            <a:off x="1143000" y="2057400"/>
            <a:ext cx="9872871" cy="4038600"/>
          </a:xfrm>
        </p:spPr>
        <p:txBody>
          <a:bodyPr/>
          <a:lstStyle/>
          <a:p>
            <a:pPr algn="just"/>
            <a:r>
              <a:rPr lang="en-US" dirty="0"/>
              <a:t>Learn </a:t>
            </a:r>
            <a:r>
              <a:rPr lang="en-US" i="1" dirty="0"/>
              <a:t>P(</a:t>
            </a:r>
            <a:r>
              <a:rPr lang="en-US" i="1" dirty="0" err="1"/>
              <a:t>w</a:t>
            </a:r>
            <a:r>
              <a:rPr lang="en-US" i="1" baseline="-25000" dirty="0" err="1"/>
              <a:t>i</a:t>
            </a:r>
            <a:r>
              <a:rPr lang="en-US" i="1" dirty="0" err="1"/>
              <a:t>|c</a:t>
            </a:r>
            <a:r>
              <a:rPr lang="en-US" i="1" dirty="0"/>
              <a:t>)</a:t>
            </a:r>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DBD86DA8-78AE-DE06-C988-2E2D955A199B}"/>
              </a:ext>
            </a:extLst>
          </p:cNvPr>
          <p:cNvSpPr>
            <a:spLocks noGrp="1"/>
          </p:cNvSpPr>
          <p:nvPr>
            <p:ph type="sldNum" sz="quarter" idx="12"/>
          </p:nvPr>
        </p:nvSpPr>
        <p:spPr/>
        <p:txBody>
          <a:bodyPr/>
          <a:lstStyle/>
          <a:p>
            <a:fld id="{69F21BBE-7842-470C-94BF-4E4E50831BF5}" type="slidenum">
              <a:rPr lang="en-AU" smtClean="0"/>
              <a:t>50</a:t>
            </a:fld>
            <a:endParaRPr lang="en-AU"/>
          </a:p>
        </p:txBody>
      </p:sp>
      <p:pic>
        <p:nvPicPr>
          <p:cNvPr id="9" name="Picture 8">
            <a:extLst>
              <a:ext uri="{FF2B5EF4-FFF2-40B4-BE49-F238E27FC236}">
                <a16:creationId xmlns:a16="http://schemas.microsoft.com/office/drawing/2014/main" id="{17D72E80-FB5A-FFE3-F52E-274E0D65D586}"/>
              </a:ext>
            </a:extLst>
          </p:cNvPr>
          <p:cNvPicPr>
            <a:picLocks noChangeAspect="1"/>
          </p:cNvPicPr>
          <p:nvPr/>
        </p:nvPicPr>
        <p:blipFill>
          <a:blip r:embed="rId2"/>
          <a:stretch>
            <a:fillRect/>
          </a:stretch>
        </p:blipFill>
        <p:spPr>
          <a:xfrm>
            <a:off x="1143000" y="2554102"/>
            <a:ext cx="4770668" cy="1023842"/>
          </a:xfrm>
          <a:prstGeom prst="rect">
            <a:avLst/>
          </a:prstGeom>
        </p:spPr>
      </p:pic>
      <p:sp>
        <p:nvSpPr>
          <p:cNvPr id="5" name="Rectangle 4">
            <a:extLst>
              <a:ext uri="{FF2B5EF4-FFF2-40B4-BE49-F238E27FC236}">
                <a16:creationId xmlns:a16="http://schemas.microsoft.com/office/drawing/2014/main" id="{D9ED7745-9144-AC17-0583-F473B3D7BB6F}"/>
              </a:ext>
            </a:extLst>
          </p:cNvPr>
          <p:cNvSpPr/>
          <p:nvPr/>
        </p:nvSpPr>
        <p:spPr>
          <a:xfrm>
            <a:off x="6482080" y="2429925"/>
            <a:ext cx="5111028" cy="12721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dirty="0"/>
              <a:t>The vocabulary V consists of the union of all the word types in all classes, not just the words in one class c.</a:t>
            </a:r>
            <a:endParaRPr lang="en-AU" sz="2200" dirty="0"/>
          </a:p>
        </p:txBody>
      </p:sp>
    </p:spTree>
    <p:extLst>
      <p:ext uri="{BB962C8B-B14F-4D97-AF65-F5344CB8AC3E}">
        <p14:creationId xmlns:p14="http://schemas.microsoft.com/office/powerpoint/2010/main" val="7091371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7451A-7B08-E0AA-1ADB-87BE56055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FEC30-72F0-F04E-D49A-A918620758D1}"/>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D54178F0-867B-C749-4679-137C06A2DAD4}"/>
              </a:ext>
            </a:extLst>
          </p:cNvPr>
          <p:cNvSpPr>
            <a:spLocks noGrp="1"/>
          </p:cNvSpPr>
          <p:nvPr>
            <p:ph idx="1"/>
          </p:nvPr>
        </p:nvSpPr>
        <p:spPr>
          <a:xfrm>
            <a:off x="1143000" y="2057400"/>
            <a:ext cx="9872871" cy="4038600"/>
          </a:xfrm>
        </p:spPr>
        <p:txBody>
          <a:bodyPr/>
          <a:lstStyle/>
          <a:p>
            <a:pPr algn="just"/>
            <a:r>
              <a:rPr lang="en-US" dirty="0"/>
              <a:t>Learn </a:t>
            </a:r>
            <a:r>
              <a:rPr lang="en-US" i="1" dirty="0"/>
              <a:t>P(</a:t>
            </a:r>
            <a:r>
              <a:rPr lang="en-US" i="1" dirty="0" err="1"/>
              <a:t>w</a:t>
            </a:r>
            <a:r>
              <a:rPr lang="en-US" i="1" baseline="-25000" dirty="0" err="1"/>
              <a:t>i</a:t>
            </a:r>
            <a:r>
              <a:rPr lang="en-US" i="1" dirty="0" err="1"/>
              <a:t>|c</a:t>
            </a:r>
            <a:r>
              <a:rPr lang="en-US" i="1" dirty="0"/>
              <a:t>)</a:t>
            </a:r>
          </a:p>
          <a:p>
            <a:pPr algn="just"/>
            <a:endParaRPr lang="en-US" dirty="0"/>
          </a:p>
          <a:p>
            <a:pPr algn="just"/>
            <a:endParaRPr lang="en-US" dirty="0"/>
          </a:p>
          <a:p>
            <a:pPr algn="just"/>
            <a:endParaRPr lang="en-US" dirty="0"/>
          </a:p>
          <a:p>
            <a:pPr algn="just"/>
            <a:endParaRPr lang="en-AU" dirty="0"/>
          </a:p>
          <a:p>
            <a:pPr algn="just"/>
            <a:r>
              <a:rPr lang="en-AU" dirty="0"/>
              <a:t>P(“predictable”|-) = ?</a:t>
            </a:r>
          </a:p>
        </p:txBody>
      </p:sp>
      <p:sp>
        <p:nvSpPr>
          <p:cNvPr id="4" name="Slide Number Placeholder 3">
            <a:extLst>
              <a:ext uri="{FF2B5EF4-FFF2-40B4-BE49-F238E27FC236}">
                <a16:creationId xmlns:a16="http://schemas.microsoft.com/office/drawing/2014/main" id="{381AD9A1-DDF0-D780-9E95-3C838CC86622}"/>
              </a:ext>
            </a:extLst>
          </p:cNvPr>
          <p:cNvSpPr>
            <a:spLocks noGrp="1"/>
          </p:cNvSpPr>
          <p:nvPr>
            <p:ph type="sldNum" sz="quarter" idx="12"/>
          </p:nvPr>
        </p:nvSpPr>
        <p:spPr/>
        <p:txBody>
          <a:bodyPr/>
          <a:lstStyle/>
          <a:p>
            <a:fld id="{69F21BBE-7842-470C-94BF-4E4E50831BF5}" type="slidenum">
              <a:rPr lang="en-AU" smtClean="0"/>
              <a:t>51</a:t>
            </a:fld>
            <a:endParaRPr lang="en-AU"/>
          </a:p>
        </p:txBody>
      </p:sp>
      <p:pic>
        <p:nvPicPr>
          <p:cNvPr id="9" name="Picture 8">
            <a:extLst>
              <a:ext uri="{FF2B5EF4-FFF2-40B4-BE49-F238E27FC236}">
                <a16:creationId xmlns:a16="http://schemas.microsoft.com/office/drawing/2014/main" id="{3394A4A5-7FC7-B2E0-E037-F2DC120418D6}"/>
              </a:ext>
            </a:extLst>
          </p:cNvPr>
          <p:cNvPicPr>
            <a:picLocks noChangeAspect="1"/>
          </p:cNvPicPr>
          <p:nvPr/>
        </p:nvPicPr>
        <p:blipFill>
          <a:blip r:embed="rId2"/>
          <a:stretch>
            <a:fillRect/>
          </a:stretch>
        </p:blipFill>
        <p:spPr>
          <a:xfrm>
            <a:off x="1143000" y="2554102"/>
            <a:ext cx="4770668" cy="1023842"/>
          </a:xfrm>
          <a:prstGeom prst="rect">
            <a:avLst/>
          </a:prstGeom>
        </p:spPr>
      </p:pic>
      <p:sp>
        <p:nvSpPr>
          <p:cNvPr id="5" name="Rectangle 4">
            <a:extLst>
              <a:ext uri="{FF2B5EF4-FFF2-40B4-BE49-F238E27FC236}">
                <a16:creationId xmlns:a16="http://schemas.microsoft.com/office/drawing/2014/main" id="{F7E8C92D-737B-DEA4-D887-C3E6FA755AB7}"/>
              </a:ext>
            </a:extLst>
          </p:cNvPr>
          <p:cNvSpPr/>
          <p:nvPr/>
        </p:nvSpPr>
        <p:spPr>
          <a:xfrm>
            <a:off x="6482080" y="2429925"/>
            <a:ext cx="5111028" cy="12721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dirty="0"/>
              <a:t>The vocabulary V consists of the union of all the word types in all classes, not just the words in one class c.</a:t>
            </a:r>
            <a:endParaRPr lang="en-AU" sz="2200" dirty="0"/>
          </a:p>
        </p:txBody>
      </p:sp>
      <p:pic>
        <p:nvPicPr>
          <p:cNvPr id="6" name="Picture 5">
            <a:extLst>
              <a:ext uri="{FF2B5EF4-FFF2-40B4-BE49-F238E27FC236}">
                <a16:creationId xmlns:a16="http://schemas.microsoft.com/office/drawing/2014/main" id="{40DA832E-D262-A57E-CA4A-34492C78BC2F}"/>
              </a:ext>
            </a:extLst>
          </p:cNvPr>
          <p:cNvPicPr>
            <a:picLocks noChangeAspect="1"/>
          </p:cNvPicPr>
          <p:nvPr/>
        </p:nvPicPr>
        <p:blipFill>
          <a:blip r:embed="rId3"/>
          <a:stretch>
            <a:fillRect/>
          </a:stretch>
        </p:blipFill>
        <p:spPr>
          <a:xfrm>
            <a:off x="5821869" y="3934460"/>
            <a:ext cx="5771239" cy="2313940"/>
          </a:xfrm>
          <a:prstGeom prst="rect">
            <a:avLst/>
          </a:prstGeom>
        </p:spPr>
      </p:pic>
    </p:spTree>
    <p:extLst>
      <p:ext uri="{BB962C8B-B14F-4D97-AF65-F5344CB8AC3E}">
        <p14:creationId xmlns:p14="http://schemas.microsoft.com/office/powerpoint/2010/main" val="12155154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FF3BD-D424-34CD-7D39-8F9718C748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5AFDB-005C-78F3-5EDE-1008AB2CC7A1}"/>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C221BCC3-2BE3-1DB5-A5E1-1BEE7195B6B4}"/>
              </a:ext>
            </a:extLst>
          </p:cNvPr>
          <p:cNvSpPr>
            <a:spLocks noGrp="1"/>
          </p:cNvSpPr>
          <p:nvPr>
            <p:ph idx="1"/>
          </p:nvPr>
        </p:nvSpPr>
        <p:spPr>
          <a:xfrm>
            <a:off x="1143000" y="2057400"/>
            <a:ext cx="9872871" cy="4038600"/>
          </a:xfrm>
        </p:spPr>
        <p:txBody>
          <a:bodyPr/>
          <a:lstStyle/>
          <a:p>
            <a:pPr algn="just"/>
            <a:r>
              <a:rPr lang="en-US" dirty="0"/>
              <a:t>Learn </a:t>
            </a:r>
            <a:r>
              <a:rPr lang="en-US" i="1" dirty="0"/>
              <a:t>P(</a:t>
            </a:r>
            <a:r>
              <a:rPr lang="en-US" i="1" dirty="0" err="1"/>
              <a:t>w</a:t>
            </a:r>
            <a:r>
              <a:rPr lang="en-US" i="1" baseline="-25000" dirty="0" err="1"/>
              <a:t>i</a:t>
            </a:r>
            <a:r>
              <a:rPr lang="en-US" i="1" dirty="0" err="1"/>
              <a:t>|c</a:t>
            </a:r>
            <a:r>
              <a:rPr lang="en-US" i="1" dirty="0"/>
              <a:t>)</a:t>
            </a:r>
          </a:p>
          <a:p>
            <a:pPr algn="just"/>
            <a:endParaRPr lang="en-US" dirty="0"/>
          </a:p>
          <a:p>
            <a:pPr algn="just"/>
            <a:endParaRPr lang="en-US" dirty="0"/>
          </a:p>
          <a:p>
            <a:pPr algn="just"/>
            <a:endParaRPr lang="en-US" dirty="0"/>
          </a:p>
          <a:p>
            <a:pPr algn="just"/>
            <a:endParaRPr lang="en-AU" dirty="0"/>
          </a:p>
          <a:p>
            <a:pPr algn="just"/>
            <a:r>
              <a:rPr lang="en-AU" dirty="0"/>
              <a:t>P(“predictable”|-) = 1/14</a:t>
            </a:r>
          </a:p>
        </p:txBody>
      </p:sp>
      <p:sp>
        <p:nvSpPr>
          <p:cNvPr id="4" name="Slide Number Placeholder 3">
            <a:extLst>
              <a:ext uri="{FF2B5EF4-FFF2-40B4-BE49-F238E27FC236}">
                <a16:creationId xmlns:a16="http://schemas.microsoft.com/office/drawing/2014/main" id="{0EF0B7C7-22B6-6485-1BC0-BDA0D3767339}"/>
              </a:ext>
            </a:extLst>
          </p:cNvPr>
          <p:cNvSpPr>
            <a:spLocks noGrp="1"/>
          </p:cNvSpPr>
          <p:nvPr>
            <p:ph type="sldNum" sz="quarter" idx="12"/>
          </p:nvPr>
        </p:nvSpPr>
        <p:spPr/>
        <p:txBody>
          <a:bodyPr/>
          <a:lstStyle/>
          <a:p>
            <a:fld id="{69F21BBE-7842-470C-94BF-4E4E50831BF5}" type="slidenum">
              <a:rPr lang="en-AU" smtClean="0"/>
              <a:t>52</a:t>
            </a:fld>
            <a:endParaRPr lang="en-AU"/>
          </a:p>
        </p:txBody>
      </p:sp>
      <p:pic>
        <p:nvPicPr>
          <p:cNvPr id="9" name="Picture 8">
            <a:extLst>
              <a:ext uri="{FF2B5EF4-FFF2-40B4-BE49-F238E27FC236}">
                <a16:creationId xmlns:a16="http://schemas.microsoft.com/office/drawing/2014/main" id="{F4E793E6-6B62-31D8-9744-8C6E9C918089}"/>
              </a:ext>
            </a:extLst>
          </p:cNvPr>
          <p:cNvPicPr>
            <a:picLocks noChangeAspect="1"/>
          </p:cNvPicPr>
          <p:nvPr/>
        </p:nvPicPr>
        <p:blipFill>
          <a:blip r:embed="rId2"/>
          <a:stretch>
            <a:fillRect/>
          </a:stretch>
        </p:blipFill>
        <p:spPr>
          <a:xfrm>
            <a:off x="1143000" y="2554102"/>
            <a:ext cx="4770668" cy="1023842"/>
          </a:xfrm>
          <a:prstGeom prst="rect">
            <a:avLst/>
          </a:prstGeom>
        </p:spPr>
      </p:pic>
      <p:sp>
        <p:nvSpPr>
          <p:cNvPr id="5" name="Rectangle 4">
            <a:extLst>
              <a:ext uri="{FF2B5EF4-FFF2-40B4-BE49-F238E27FC236}">
                <a16:creationId xmlns:a16="http://schemas.microsoft.com/office/drawing/2014/main" id="{393FCFA9-3A6C-6F28-041B-689C3CF5AFF1}"/>
              </a:ext>
            </a:extLst>
          </p:cNvPr>
          <p:cNvSpPr/>
          <p:nvPr/>
        </p:nvSpPr>
        <p:spPr>
          <a:xfrm>
            <a:off x="6482080" y="2429925"/>
            <a:ext cx="5111028" cy="12721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dirty="0"/>
              <a:t>The vocabulary V consists of the union of all the word types in all classes, not just the words in one class c.</a:t>
            </a:r>
            <a:endParaRPr lang="en-AU" sz="2200" dirty="0"/>
          </a:p>
        </p:txBody>
      </p:sp>
      <p:pic>
        <p:nvPicPr>
          <p:cNvPr id="6" name="Picture 5">
            <a:extLst>
              <a:ext uri="{FF2B5EF4-FFF2-40B4-BE49-F238E27FC236}">
                <a16:creationId xmlns:a16="http://schemas.microsoft.com/office/drawing/2014/main" id="{B279FEBF-DE5D-6E70-6EA2-9924D06909DD}"/>
              </a:ext>
            </a:extLst>
          </p:cNvPr>
          <p:cNvPicPr>
            <a:picLocks noChangeAspect="1"/>
          </p:cNvPicPr>
          <p:nvPr/>
        </p:nvPicPr>
        <p:blipFill>
          <a:blip r:embed="rId3"/>
          <a:stretch>
            <a:fillRect/>
          </a:stretch>
        </p:blipFill>
        <p:spPr>
          <a:xfrm>
            <a:off x="5821869" y="3934460"/>
            <a:ext cx="5771239" cy="2313940"/>
          </a:xfrm>
          <a:prstGeom prst="rect">
            <a:avLst/>
          </a:prstGeom>
        </p:spPr>
      </p:pic>
    </p:spTree>
    <p:extLst>
      <p:ext uri="{BB962C8B-B14F-4D97-AF65-F5344CB8AC3E}">
        <p14:creationId xmlns:p14="http://schemas.microsoft.com/office/powerpoint/2010/main" val="3069740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9320-2A27-85C3-B02E-A75E96DAF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1B26E-2777-3F8B-0F18-4075D5D5BEFB}"/>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64A22620-1826-7D99-49E6-5FBDDDFBAFBE}"/>
              </a:ext>
            </a:extLst>
          </p:cNvPr>
          <p:cNvSpPr>
            <a:spLocks noGrp="1"/>
          </p:cNvSpPr>
          <p:nvPr>
            <p:ph idx="1"/>
          </p:nvPr>
        </p:nvSpPr>
        <p:spPr>
          <a:xfrm>
            <a:off x="1143000" y="2057400"/>
            <a:ext cx="9872871" cy="4038600"/>
          </a:xfrm>
        </p:spPr>
        <p:txBody>
          <a:bodyPr/>
          <a:lstStyle/>
          <a:p>
            <a:pPr algn="just"/>
            <a:r>
              <a:rPr lang="en-US" dirty="0"/>
              <a:t>Learn </a:t>
            </a:r>
            <a:r>
              <a:rPr lang="en-US" i="1" dirty="0"/>
              <a:t>P(</a:t>
            </a:r>
            <a:r>
              <a:rPr lang="en-US" i="1" dirty="0" err="1"/>
              <a:t>w</a:t>
            </a:r>
            <a:r>
              <a:rPr lang="en-US" i="1" baseline="-25000" dirty="0" err="1"/>
              <a:t>i</a:t>
            </a:r>
            <a:r>
              <a:rPr lang="en-US" i="1" dirty="0" err="1"/>
              <a:t>|c</a:t>
            </a:r>
            <a:r>
              <a:rPr lang="en-US" i="1" dirty="0"/>
              <a:t>)</a:t>
            </a:r>
          </a:p>
          <a:p>
            <a:pPr algn="just"/>
            <a:endParaRPr lang="en-US" dirty="0"/>
          </a:p>
          <a:p>
            <a:pPr algn="just"/>
            <a:endParaRPr lang="en-US" dirty="0"/>
          </a:p>
          <a:p>
            <a:pPr algn="just"/>
            <a:endParaRPr lang="en-US" dirty="0"/>
          </a:p>
          <a:p>
            <a:pPr algn="just"/>
            <a:endParaRPr lang="en-AU" dirty="0"/>
          </a:p>
          <a:p>
            <a:pPr algn="just"/>
            <a:r>
              <a:rPr lang="en-AU" dirty="0"/>
              <a:t>P(“predictable”|-) = 1/14</a:t>
            </a:r>
          </a:p>
          <a:p>
            <a:pPr algn="just"/>
            <a:r>
              <a:rPr lang="en-AU" dirty="0"/>
              <a:t>P(“fun”|-) = 0/14 = 0</a:t>
            </a:r>
          </a:p>
        </p:txBody>
      </p:sp>
      <p:sp>
        <p:nvSpPr>
          <p:cNvPr id="4" name="Slide Number Placeholder 3">
            <a:extLst>
              <a:ext uri="{FF2B5EF4-FFF2-40B4-BE49-F238E27FC236}">
                <a16:creationId xmlns:a16="http://schemas.microsoft.com/office/drawing/2014/main" id="{3BD1994D-6467-EFB2-2823-F94777E2FF2F}"/>
              </a:ext>
            </a:extLst>
          </p:cNvPr>
          <p:cNvSpPr>
            <a:spLocks noGrp="1"/>
          </p:cNvSpPr>
          <p:nvPr>
            <p:ph type="sldNum" sz="quarter" idx="12"/>
          </p:nvPr>
        </p:nvSpPr>
        <p:spPr/>
        <p:txBody>
          <a:bodyPr/>
          <a:lstStyle/>
          <a:p>
            <a:fld id="{69F21BBE-7842-470C-94BF-4E4E50831BF5}" type="slidenum">
              <a:rPr lang="en-AU" smtClean="0"/>
              <a:t>53</a:t>
            </a:fld>
            <a:endParaRPr lang="en-AU"/>
          </a:p>
        </p:txBody>
      </p:sp>
      <p:pic>
        <p:nvPicPr>
          <p:cNvPr id="9" name="Picture 8">
            <a:extLst>
              <a:ext uri="{FF2B5EF4-FFF2-40B4-BE49-F238E27FC236}">
                <a16:creationId xmlns:a16="http://schemas.microsoft.com/office/drawing/2014/main" id="{B86FDDC6-4509-3F6E-ACB0-4A4BF36FEA91}"/>
              </a:ext>
            </a:extLst>
          </p:cNvPr>
          <p:cNvPicPr>
            <a:picLocks noChangeAspect="1"/>
          </p:cNvPicPr>
          <p:nvPr/>
        </p:nvPicPr>
        <p:blipFill>
          <a:blip r:embed="rId2"/>
          <a:stretch>
            <a:fillRect/>
          </a:stretch>
        </p:blipFill>
        <p:spPr>
          <a:xfrm>
            <a:off x="1143000" y="2554102"/>
            <a:ext cx="4770668" cy="1023842"/>
          </a:xfrm>
          <a:prstGeom prst="rect">
            <a:avLst/>
          </a:prstGeom>
        </p:spPr>
      </p:pic>
      <p:sp>
        <p:nvSpPr>
          <p:cNvPr id="5" name="Rectangle 4">
            <a:extLst>
              <a:ext uri="{FF2B5EF4-FFF2-40B4-BE49-F238E27FC236}">
                <a16:creationId xmlns:a16="http://schemas.microsoft.com/office/drawing/2014/main" id="{44F45C6A-721E-515B-883B-5D6CAFDE3D30}"/>
              </a:ext>
            </a:extLst>
          </p:cNvPr>
          <p:cNvSpPr/>
          <p:nvPr/>
        </p:nvSpPr>
        <p:spPr>
          <a:xfrm>
            <a:off x="6482080" y="2429925"/>
            <a:ext cx="5111028" cy="12721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dirty="0"/>
              <a:t>The vocabulary V consists of the union of all the word types in all classes, not just the words in one class c.</a:t>
            </a:r>
            <a:endParaRPr lang="en-AU" sz="2200" dirty="0"/>
          </a:p>
        </p:txBody>
      </p:sp>
      <p:pic>
        <p:nvPicPr>
          <p:cNvPr id="6" name="Picture 5">
            <a:extLst>
              <a:ext uri="{FF2B5EF4-FFF2-40B4-BE49-F238E27FC236}">
                <a16:creationId xmlns:a16="http://schemas.microsoft.com/office/drawing/2014/main" id="{9DFEF235-BEE7-9F98-EC60-E59E3543717C}"/>
              </a:ext>
            </a:extLst>
          </p:cNvPr>
          <p:cNvPicPr>
            <a:picLocks noChangeAspect="1"/>
          </p:cNvPicPr>
          <p:nvPr/>
        </p:nvPicPr>
        <p:blipFill>
          <a:blip r:embed="rId3"/>
          <a:stretch>
            <a:fillRect/>
          </a:stretch>
        </p:blipFill>
        <p:spPr>
          <a:xfrm>
            <a:off x="5821869" y="3934460"/>
            <a:ext cx="5771239" cy="2313940"/>
          </a:xfrm>
          <a:prstGeom prst="rect">
            <a:avLst/>
          </a:prstGeom>
        </p:spPr>
      </p:pic>
    </p:spTree>
    <p:extLst>
      <p:ext uri="{BB962C8B-B14F-4D97-AF65-F5344CB8AC3E}">
        <p14:creationId xmlns:p14="http://schemas.microsoft.com/office/powerpoint/2010/main" val="9178859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8DFCA-FE9B-0542-898E-338A1318F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51A03-DDFA-F402-2E79-95D8D3BC0CF5}"/>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F8402B09-48A3-7111-44BA-DA6F8F3434E0}"/>
              </a:ext>
            </a:extLst>
          </p:cNvPr>
          <p:cNvSpPr>
            <a:spLocks noGrp="1"/>
          </p:cNvSpPr>
          <p:nvPr>
            <p:ph idx="1"/>
          </p:nvPr>
        </p:nvSpPr>
        <p:spPr>
          <a:xfrm>
            <a:off x="1143000" y="2057400"/>
            <a:ext cx="9872871" cy="4038600"/>
          </a:xfrm>
        </p:spPr>
        <p:txBody>
          <a:bodyPr/>
          <a:lstStyle/>
          <a:p>
            <a:pPr algn="just"/>
            <a:r>
              <a:rPr lang="en-US" dirty="0"/>
              <a:t>Learn </a:t>
            </a:r>
            <a:r>
              <a:rPr lang="en-US" i="1" dirty="0"/>
              <a:t>P(</a:t>
            </a:r>
            <a:r>
              <a:rPr lang="en-US" i="1" dirty="0" err="1"/>
              <a:t>w</a:t>
            </a:r>
            <a:r>
              <a:rPr lang="en-US" i="1" baseline="-25000" dirty="0" err="1"/>
              <a:t>i</a:t>
            </a:r>
            <a:r>
              <a:rPr lang="en-US" i="1" dirty="0" err="1"/>
              <a:t>|c</a:t>
            </a:r>
            <a:r>
              <a:rPr lang="en-US" i="1" dirty="0"/>
              <a:t>)</a:t>
            </a:r>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65EEF183-49A1-C1F2-E695-BB2762B3F7AE}"/>
              </a:ext>
            </a:extLst>
          </p:cNvPr>
          <p:cNvSpPr>
            <a:spLocks noGrp="1"/>
          </p:cNvSpPr>
          <p:nvPr>
            <p:ph type="sldNum" sz="quarter" idx="12"/>
          </p:nvPr>
        </p:nvSpPr>
        <p:spPr/>
        <p:txBody>
          <a:bodyPr/>
          <a:lstStyle/>
          <a:p>
            <a:fld id="{69F21BBE-7842-470C-94BF-4E4E50831BF5}" type="slidenum">
              <a:rPr lang="en-AU" smtClean="0"/>
              <a:t>54</a:t>
            </a:fld>
            <a:endParaRPr lang="en-AU"/>
          </a:p>
        </p:txBody>
      </p:sp>
      <p:pic>
        <p:nvPicPr>
          <p:cNvPr id="7" name="Picture 6">
            <a:extLst>
              <a:ext uri="{FF2B5EF4-FFF2-40B4-BE49-F238E27FC236}">
                <a16:creationId xmlns:a16="http://schemas.microsoft.com/office/drawing/2014/main" id="{CB506E7C-89E1-4A71-80E9-C6CAEC74B3B1}"/>
              </a:ext>
            </a:extLst>
          </p:cNvPr>
          <p:cNvPicPr>
            <a:picLocks noChangeAspect="1"/>
          </p:cNvPicPr>
          <p:nvPr/>
        </p:nvPicPr>
        <p:blipFill>
          <a:blip r:embed="rId2"/>
          <a:stretch>
            <a:fillRect/>
          </a:stretch>
        </p:blipFill>
        <p:spPr>
          <a:xfrm>
            <a:off x="1143000" y="3994565"/>
            <a:ext cx="9760716" cy="1139630"/>
          </a:xfrm>
          <a:prstGeom prst="rect">
            <a:avLst/>
          </a:prstGeom>
        </p:spPr>
      </p:pic>
      <p:pic>
        <p:nvPicPr>
          <p:cNvPr id="9" name="Picture 8">
            <a:extLst>
              <a:ext uri="{FF2B5EF4-FFF2-40B4-BE49-F238E27FC236}">
                <a16:creationId xmlns:a16="http://schemas.microsoft.com/office/drawing/2014/main" id="{EE4D7459-E8F7-EA71-82F7-332398F07977}"/>
              </a:ext>
            </a:extLst>
          </p:cNvPr>
          <p:cNvPicPr>
            <a:picLocks noChangeAspect="1"/>
          </p:cNvPicPr>
          <p:nvPr/>
        </p:nvPicPr>
        <p:blipFill>
          <a:blip r:embed="rId3"/>
          <a:stretch>
            <a:fillRect/>
          </a:stretch>
        </p:blipFill>
        <p:spPr>
          <a:xfrm>
            <a:off x="1143000" y="2554102"/>
            <a:ext cx="4770668" cy="1023842"/>
          </a:xfrm>
          <a:prstGeom prst="rect">
            <a:avLst/>
          </a:prstGeom>
        </p:spPr>
      </p:pic>
      <p:sp>
        <p:nvSpPr>
          <p:cNvPr id="10" name="Rectangle 9">
            <a:extLst>
              <a:ext uri="{FF2B5EF4-FFF2-40B4-BE49-F238E27FC236}">
                <a16:creationId xmlns:a16="http://schemas.microsoft.com/office/drawing/2014/main" id="{F7329CEF-394B-C264-9353-3B82E9FEE50D}"/>
              </a:ext>
            </a:extLst>
          </p:cNvPr>
          <p:cNvSpPr/>
          <p:nvPr/>
        </p:nvSpPr>
        <p:spPr>
          <a:xfrm>
            <a:off x="7891829" y="5225635"/>
            <a:ext cx="2875402" cy="56186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2200" dirty="0"/>
              <a:t>Laplace smoothing</a:t>
            </a:r>
          </a:p>
        </p:txBody>
      </p:sp>
      <p:sp>
        <p:nvSpPr>
          <p:cNvPr id="12" name="Rectangle 11">
            <a:extLst>
              <a:ext uri="{FF2B5EF4-FFF2-40B4-BE49-F238E27FC236}">
                <a16:creationId xmlns:a16="http://schemas.microsoft.com/office/drawing/2014/main" id="{645209B6-5E64-7334-953B-C8CCE3F3C444}"/>
              </a:ext>
            </a:extLst>
          </p:cNvPr>
          <p:cNvSpPr/>
          <p:nvPr/>
        </p:nvSpPr>
        <p:spPr>
          <a:xfrm>
            <a:off x="6482080" y="2429925"/>
            <a:ext cx="5111028" cy="127219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just"/>
            <a:r>
              <a:rPr lang="en-US" sz="2200" dirty="0"/>
              <a:t>The vocabulary V consists of the union of all the word types in all classes, not just the words in one class c.</a:t>
            </a:r>
            <a:endParaRPr lang="en-AU" sz="2200" dirty="0"/>
          </a:p>
        </p:txBody>
      </p:sp>
    </p:spTree>
    <p:extLst>
      <p:ext uri="{BB962C8B-B14F-4D97-AF65-F5344CB8AC3E}">
        <p14:creationId xmlns:p14="http://schemas.microsoft.com/office/powerpoint/2010/main" val="20870850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57D9A-41FD-BF03-2588-66FE38D18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CF139-FCBE-4D48-4EA0-4763C4EE7202}"/>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65FF87F7-F857-8E3A-C52D-E66068DD08C5}"/>
              </a:ext>
            </a:extLst>
          </p:cNvPr>
          <p:cNvSpPr>
            <a:spLocks noGrp="1"/>
          </p:cNvSpPr>
          <p:nvPr>
            <p:ph idx="1"/>
          </p:nvPr>
        </p:nvSpPr>
        <p:spPr>
          <a:xfrm>
            <a:off x="1143000" y="2057399"/>
            <a:ext cx="9872871" cy="4531553"/>
          </a:xfrm>
        </p:spPr>
        <p:txBody>
          <a:bodyPr>
            <a:normAutofit/>
          </a:bodyPr>
          <a:lstStyle/>
          <a:p>
            <a:pPr algn="just"/>
            <a:endParaRPr lang="en-US" dirty="0"/>
          </a:p>
          <a:p>
            <a:pPr algn="just"/>
            <a:endParaRPr lang="en-US" dirty="0"/>
          </a:p>
          <a:p>
            <a:pPr algn="just"/>
            <a:endParaRPr lang="en-US" dirty="0"/>
          </a:p>
          <a:p>
            <a:pPr algn="just"/>
            <a:r>
              <a:rPr lang="en-AU" dirty="0"/>
              <a:t>P(“predictable”|-) = (1+1)/(14+20)</a:t>
            </a:r>
          </a:p>
          <a:p>
            <a:pPr algn="just"/>
            <a:r>
              <a:rPr lang="en-AU" dirty="0"/>
              <a:t>P(“no”|-) = (1+1)/(14+20)</a:t>
            </a:r>
          </a:p>
          <a:p>
            <a:pPr algn="just"/>
            <a:r>
              <a:rPr lang="en-AU" dirty="0"/>
              <a:t>P(“fun”|-) = (0+1)/(14+20)</a:t>
            </a:r>
          </a:p>
          <a:p>
            <a:pPr algn="just"/>
            <a:endParaRPr lang="en-AU" dirty="0"/>
          </a:p>
          <a:p>
            <a:pPr algn="just"/>
            <a:endParaRPr lang="en-AU" dirty="0"/>
          </a:p>
        </p:txBody>
      </p:sp>
      <p:sp>
        <p:nvSpPr>
          <p:cNvPr id="4" name="Slide Number Placeholder 3">
            <a:extLst>
              <a:ext uri="{FF2B5EF4-FFF2-40B4-BE49-F238E27FC236}">
                <a16:creationId xmlns:a16="http://schemas.microsoft.com/office/drawing/2014/main" id="{A9CA3B2E-D922-A176-33A0-653806E0E0D3}"/>
              </a:ext>
            </a:extLst>
          </p:cNvPr>
          <p:cNvSpPr>
            <a:spLocks noGrp="1"/>
          </p:cNvSpPr>
          <p:nvPr>
            <p:ph type="sldNum" sz="quarter" idx="12"/>
          </p:nvPr>
        </p:nvSpPr>
        <p:spPr/>
        <p:txBody>
          <a:bodyPr/>
          <a:lstStyle/>
          <a:p>
            <a:fld id="{69F21BBE-7842-470C-94BF-4E4E50831BF5}" type="slidenum">
              <a:rPr lang="en-AU" smtClean="0"/>
              <a:t>55</a:t>
            </a:fld>
            <a:endParaRPr lang="en-AU"/>
          </a:p>
        </p:txBody>
      </p:sp>
      <p:pic>
        <p:nvPicPr>
          <p:cNvPr id="7" name="Picture 6">
            <a:extLst>
              <a:ext uri="{FF2B5EF4-FFF2-40B4-BE49-F238E27FC236}">
                <a16:creationId xmlns:a16="http://schemas.microsoft.com/office/drawing/2014/main" id="{8B01BC5F-50D3-AFB0-F078-8D4B7352B990}"/>
              </a:ext>
            </a:extLst>
          </p:cNvPr>
          <p:cNvPicPr>
            <a:picLocks noChangeAspect="1"/>
          </p:cNvPicPr>
          <p:nvPr/>
        </p:nvPicPr>
        <p:blipFill>
          <a:blip r:embed="rId2"/>
          <a:stretch>
            <a:fillRect/>
          </a:stretch>
        </p:blipFill>
        <p:spPr>
          <a:xfrm>
            <a:off x="1143000" y="1962565"/>
            <a:ext cx="9760716" cy="1139630"/>
          </a:xfrm>
          <a:prstGeom prst="rect">
            <a:avLst/>
          </a:prstGeom>
        </p:spPr>
      </p:pic>
      <p:pic>
        <p:nvPicPr>
          <p:cNvPr id="5" name="Picture 4">
            <a:extLst>
              <a:ext uri="{FF2B5EF4-FFF2-40B4-BE49-F238E27FC236}">
                <a16:creationId xmlns:a16="http://schemas.microsoft.com/office/drawing/2014/main" id="{B22BFF19-C319-694E-31A4-4255B97563B9}"/>
              </a:ext>
            </a:extLst>
          </p:cNvPr>
          <p:cNvPicPr>
            <a:picLocks noChangeAspect="1"/>
          </p:cNvPicPr>
          <p:nvPr/>
        </p:nvPicPr>
        <p:blipFill>
          <a:blip r:embed="rId3"/>
          <a:stretch>
            <a:fillRect/>
          </a:stretch>
        </p:blipFill>
        <p:spPr>
          <a:xfrm>
            <a:off x="6096000" y="3193634"/>
            <a:ext cx="5771239" cy="2313940"/>
          </a:xfrm>
          <a:prstGeom prst="rect">
            <a:avLst/>
          </a:prstGeom>
        </p:spPr>
      </p:pic>
    </p:spTree>
    <p:extLst>
      <p:ext uri="{BB962C8B-B14F-4D97-AF65-F5344CB8AC3E}">
        <p14:creationId xmlns:p14="http://schemas.microsoft.com/office/powerpoint/2010/main" val="26790034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21CFD-1B3A-6E36-448D-7CB4FADEF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98441-CEA1-15E7-667F-38DC48A40696}"/>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218E5E05-22CC-3C23-C29F-EFD3ACAA7DDE}"/>
              </a:ext>
            </a:extLst>
          </p:cNvPr>
          <p:cNvSpPr>
            <a:spLocks noGrp="1"/>
          </p:cNvSpPr>
          <p:nvPr>
            <p:ph idx="1"/>
          </p:nvPr>
        </p:nvSpPr>
        <p:spPr>
          <a:xfrm>
            <a:off x="1143000" y="2057399"/>
            <a:ext cx="9872871" cy="4800601"/>
          </a:xfrm>
        </p:spPr>
        <p:txBody>
          <a:bodyPr>
            <a:normAutofit/>
          </a:bodyPr>
          <a:lstStyle/>
          <a:p>
            <a:pPr algn="just"/>
            <a:endParaRPr lang="en-US" dirty="0"/>
          </a:p>
          <a:p>
            <a:pPr algn="just"/>
            <a:endParaRPr lang="en-US" dirty="0"/>
          </a:p>
          <a:p>
            <a:pPr algn="just"/>
            <a:endParaRPr lang="en-US" dirty="0"/>
          </a:p>
          <a:p>
            <a:pPr algn="just"/>
            <a:r>
              <a:rPr lang="en-AU" dirty="0"/>
              <a:t>P(“predictable”|-) = (1+1)/(14+20)</a:t>
            </a:r>
          </a:p>
          <a:p>
            <a:pPr algn="just"/>
            <a:r>
              <a:rPr lang="en-AU" dirty="0"/>
              <a:t>P(“no”|-) = (1+1)/(14+20)</a:t>
            </a:r>
          </a:p>
          <a:p>
            <a:pPr algn="just"/>
            <a:r>
              <a:rPr lang="en-AU" dirty="0"/>
              <a:t>P(“fun”|-) = (0+1)/(14+20)</a:t>
            </a:r>
          </a:p>
          <a:p>
            <a:pPr algn="just"/>
            <a:endParaRPr lang="en-AU" sz="1000" dirty="0"/>
          </a:p>
          <a:p>
            <a:pPr algn="just"/>
            <a:r>
              <a:rPr lang="en-AU" dirty="0"/>
              <a:t>P(“predictable”|+) = (0+1)/(9+20)</a:t>
            </a:r>
          </a:p>
          <a:p>
            <a:pPr algn="just"/>
            <a:r>
              <a:rPr lang="en-AU" dirty="0"/>
              <a:t>P(“no”|+) = (0+1)/(9+20)</a:t>
            </a:r>
          </a:p>
          <a:p>
            <a:pPr algn="just"/>
            <a:r>
              <a:rPr lang="en-AU" dirty="0"/>
              <a:t>P(“fun”|+) = (1+1)/(9+20)</a:t>
            </a:r>
          </a:p>
        </p:txBody>
      </p:sp>
      <p:sp>
        <p:nvSpPr>
          <p:cNvPr id="4" name="Slide Number Placeholder 3">
            <a:extLst>
              <a:ext uri="{FF2B5EF4-FFF2-40B4-BE49-F238E27FC236}">
                <a16:creationId xmlns:a16="http://schemas.microsoft.com/office/drawing/2014/main" id="{994D53EE-C969-298B-45B7-144C505A2F3F}"/>
              </a:ext>
            </a:extLst>
          </p:cNvPr>
          <p:cNvSpPr>
            <a:spLocks noGrp="1"/>
          </p:cNvSpPr>
          <p:nvPr>
            <p:ph type="sldNum" sz="quarter" idx="12"/>
          </p:nvPr>
        </p:nvSpPr>
        <p:spPr/>
        <p:txBody>
          <a:bodyPr/>
          <a:lstStyle/>
          <a:p>
            <a:fld id="{69F21BBE-7842-470C-94BF-4E4E50831BF5}" type="slidenum">
              <a:rPr lang="en-AU" smtClean="0"/>
              <a:t>56</a:t>
            </a:fld>
            <a:endParaRPr lang="en-AU"/>
          </a:p>
        </p:txBody>
      </p:sp>
      <p:pic>
        <p:nvPicPr>
          <p:cNvPr id="7" name="Picture 6">
            <a:extLst>
              <a:ext uri="{FF2B5EF4-FFF2-40B4-BE49-F238E27FC236}">
                <a16:creationId xmlns:a16="http://schemas.microsoft.com/office/drawing/2014/main" id="{110B7E42-A325-82DC-6CEA-2C0A7C8F5599}"/>
              </a:ext>
            </a:extLst>
          </p:cNvPr>
          <p:cNvPicPr>
            <a:picLocks noChangeAspect="1"/>
          </p:cNvPicPr>
          <p:nvPr/>
        </p:nvPicPr>
        <p:blipFill>
          <a:blip r:embed="rId2"/>
          <a:stretch>
            <a:fillRect/>
          </a:stretch>
        </p:blipFill>
        <p:spPr>
          <a:xfrm>
            <a:off x="1143000" y="1962565"/>
            <a:ext cx="9760716" cy="1139630"/>
          </a:xfrm>
          <a:prstGeom prst="rect">
            <a:avLst/>
          </a:prstGeom>
        </p:spPr>
      </p:pic>
      <p:pic>
        <p:nvPicPr>
          <p:cNvPr id="5" name="Picture 4">
            <a:extLst>
              <a:ext uri="{FF2B5EF4-FFF2-40B4-BE49-F238E27FC236}">
                <a16:creationId xmlns:a16="http://schemas.microsoft.com/office/drawing/2014/main" id="{1415EA76-9B10-C3A5-1E66-39F5FD9ECD9E}"/>
              </a:ext>
            </a:extLst>
          </p:cNvPr>
          <p:cNvPicPr>
            <a:picLocks noChangeAspect="1"/>
          </p:cNvPicPr>
          <p:nvPr/>
        </p:nvPicPr>
        <p:blipFill>
          <a:blip r:embed="rId3"/>
          <a:stretch>
            <a:fillRect/>
          </a:stretch>
        </p:blipFill>
        <p:spPr>
          <a:xfrm>
            <a:off x="6096000" y="3193634"/>
            <a:ext cx="5771239" cy="2313940"/>
          </a:xfrm>
          <a:prstGeom prst="rect">
            <a:avLst/>
          </a:prstGeom>
        </p:spPr>
      </p:pic>
    </p:spTree>
    <p:extLst>
      <p:ext uri="{BB962C8B-B14F-4D97-AF65-F5344CB8AC3E}">
        <p14:creationId xmlns:p14="http://schemas.microsoft.com/office/powerpoint/2010/main" val="19500380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C51A-987F-EA86-1874-A9F7C5B12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76F03-F5A4-D2D8-3309-B3BD20B9B6EF}"/>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80C86720-6701-0507-AABF-B244EF3BAA15}"/>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endParaRPr lang="en-US" baseline="30000" dirty="0"/>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F9B5ED73-33D7-9EE4-12A6-4D2808BF4C07}"/>
              </a:ext>
            </a:extLst>
          </p:cNvPr>
          <p:cNvSpPr>
            <a:spLocks noGrp="1"/>
          </p:cNvSpPr>
          <p:nvPr>
            <p:ph type="sldNum" sz="quarter" idx="12"/>
          </p:nvPr>
        </p:nvSpPr>
        <p:spPr/>
        <p:txBody>
          <a:bodyPr/>
          <a:lstStyle/>
          <a:p>
            <a:fld id="{69F21BBE-7842-470C-94BF-4E4E50831BF5}" type="slidenum">
              <a:rPr lang="en-AU" smtClean="0"/>
              <a:t>57</a:t>
            </a:fld>
            <a:endParaRPr lang="en-AU"/>
          </a:p>
        </p:txBody>
      </p:sp>
      <p:pic>
        <p:nvPicPr>
          <p:cNvPr id="6" name="Picture 5">
            <a:extLst>
              <a:ext uri="{FF2B5EF4-FFF2-40B4-BE49-F238E27FC236}">
                <a16:creationId xmlns:a16="http://schemas.microsoft.com/office/drawing/2014/main" id="{EEA944B4-47F2-5679-0FDF-7AD810AB9171}"/>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1DA1A018-B564-CB41-5FFB-0B5B7BC84F1E}"/>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Tree>
    <p:extLst>
      <p:ext uri="{BB962C8B-B14F-4D97-AF65-F5344CB8AC3E}">
        <p14:creationId xmlns:p14="http://schemas.microsoft.com/office/powerpoint/2010/main" val="25298476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CFA14-E931-0F5C-AAAA-4ECBA19D0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4E257-31C8-DAE1-F73A-187719C9ED8D}"/>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3AE97F7B-AA83-D6FE-700E-2E4C7255CAC9}"/>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AU" sz="2200" dirty="0"/>
              <a:t>P(-|“predictable with no fun”) = P(-)* P(“predictable”|-)*</a:t>
            </a:r>
            <a:r>
              <a:rPr lang="en-AU" sz="2200" dirty="0">
                <a:solidFill>
                  <a:srgbClr val="FF0000"/>
                </a:solidFill>
              </a:rPr>
              <a:t>P(“with”|-)</a:t>
            </a:r>
            <a:r>
              <a:rPr lang="en-AU" sz="2200" dirty="0"/>
              <a:t> *P(“no”|-)*P(“fun”|-)</a:t>
            </a:r>
            <a:endParaRPr lang="en-US" baseline="30000" dirty="0"/>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A713EF10-E0CA-6A0C-0930-58E7CF65F93B}"/>
              </a:ext>
            </a:extLst>
          </p:cNvPr>
          <p:cNvSpPr>
            <a:spLocks noGrp="1"/>
          </p:cNvSpPr>
          <p:nvPr>
            <p:ph type="sldNum" sz="quarter" idx="12"/>
          </p:nvPr>
        </p:nvSpPr>
        <p:spPr/>
        <p:txBody>
          <a:bodyPr/>
          <a:lstStyle/>
          <a:p>
            <a:fld id="{69F21BBE-7842-470C-94BF-4E4E50831BF5}" type="slidenum">
              <a:rPr lang="en-AU" smtClean="0"/>
              <a:t>58</a:t>
            </a:fld>
            <a:endParaRPr lang="en-AU"/>
          </a:p>
        </p:txBody>
      </p:sp>
      <p:pic>
        <p:nvPicPr>
          <p:cNvPr id="6" name="Picture 5">
            <a:extLst>
              <a:ext uri="{FF2B5EF4-FFF2-40B4-BE49-F238E27FC236}">
                <a16:creationId xmlns:a16="http://schemas.microsoft.com/office/drawing/2014/main" id="{4F95D2C8-6DCC-FC01-7884-81D21D0A6F8F}"/>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4D63A1A3-58DD-8CD9-3BC8-131FDC49536A}"/>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Tree>
    <p:extLst>
      <p:ext uri="{BB962C8B-B14F-4D97-AF65-F5344CB8AC3E}">
        <p14:creationId xmlns:p14="http://schemas.microsoft.com/office/powerpoint/2010/main" val="17517676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94D75-E04E-9E35-9BD9-7DEFC0A92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00C96-1B8B-C911-206A-309BDB1D1808}"/>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B1F6A2BB-F8AB-90D1-E5DA-40E676AB0E14}"/>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AU" sz="2200" dirty="0"/>
              <a:t>P(-|“predictable with no fun”) = P(-)* P(“predictable”|-)*</a:t>
            </a:r>
            <a:r>
              <a:rPr lang="en-AU" sz="2200" dirty="0">
                <a:solidFill>
                  <a:srgbClr val="FF0000"/>
                </a:solidFill>
              </a:rPr>
              <a:t>P(“with”|-)</a:t>
            </a:r>
            <a:r>
              <a:rPr lang="en-AU" sz="2200" dirty="0"/>
              <a:t> *P(“no”|-)*P(“fun”|-) = (3/5) * (2/34) * (2/34) * (1/34)</a:t>
            </a:r>
            <a:endParaRPr lang="en-US" baseline="30000" dirty="0"/>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D3282E32-99AF-BD0F-3878-9E37314ED16E}"/>
              </a:ext>
            </a:extLst>
          </p:cNvPr>
          <p:cNvSpPr>
            <a:spLocks noGrp="1"/>
          </p:cNvSpPr>
          <p:nvPr>
            <p:ph type="sldNum" sz="quarter" idx="12"/>
          </p:nvPr>
        </p:nvSpPr>
        <p:spPr/>
        <p:txBody>
          <a:bodyPr/>
          <a:lstStyle/>
          <a:p>
            <a:fld id="{69F21BBE-7842-470C-94BF-4E4E50831BF5}" type="slidenum">
              <a:rPr lang="en-AU" smtClean="0"/>
              <a:t>59</a:t>
            </a:fld>
            <a:endParaRPr lang="en-AU"/>
          </a:p>
        </p:txBody>
      </p:sp>
      <p:pic>
        <p:nvPicPr>
          <p:cNvPr id="6" name="Picture 5">
            <a:extLst>
              <a:ext uri="{FF2B5EF4-FFF2-40B4-BE49-F238E27FC236}">
                <a16:creationId xmlns:a16="http://schemas.microsoft.com/office/drawing/2014/main" id="{9F54D1D3-5D2F-2981-C256-29A8AA60120B}"/>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C340415C-9A18-AA21-DA74-1425EDC7BF25}"/>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Tree>
    <p:extLst>
      <p:ext uri="{BB962C8B-B14F-4D97-AF65-F5344CB8AC3E}">
        <p14:creationId xmlns:p14="http://schemas.microsoft.com/office/powerpoint/2010/main" val="419271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3B92-9E7A-5D17-0596-06F3D7091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63D5C-E4AD-E187-5F8F-E5CDAB4C66BD}"/>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2251C067-9A14-796D-C8D0-3B520AA03F0D}"/>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AU" sz="2200" dirty="0"/>
              <a:t>P(-|“predictable with no fun”) = P(-)* P(“predictable”|-)*</a:t>
            </a:r>
            <a:r>
              <a:rPr lang="en-AU" sz="2200" dirty="0">
                <a:solidFill>
                  <a:srgbClr val="FF0000"/>
                </a:solidFill>
              </a:rPr>
              <a:t>P(“with”|-)</a:t>
            </a:r>
            <a:r>
              <a:rPr lang="en-AU" sz="2200" dirty="0"/>
              <a:t> *P(“no”|-)*P(“fun”|-) = (3/5) * (2/34) * (2/34) * (1/34) = 6.1 x 10</a:t>
            </a:r>
            <a:r>
              <a:rPr lang="en-AU" sz="2200" baseline="30000" dirty="0"/>
              <a:t>-5</a:t>
            </a:r>
            <a:endParaRPr lang="en-US" baseline="30000" dirty="0"/>
          </a:p>
          <a:p>
            <a:pPr algn="just"/>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995013B0-AAB5-D819-D19E-76C5EEBB703E}"/>
              </a:ext>
            </a:extLst>
          </p:cNvPr>
          <p:cNvSpPr>
            <a:spLocks noGrp="1"/>
          </p:cNvSpPr>
          <p:nvPr>
            <p:ph type="sldNum" sz="quarter" idx="12"/>
          </p:nvPr>
        </p:nvSpPr>
        <p:spPr/>
        <p:txBody>
          <a:bodyPr/>
          <a:lstStyle/>
          <a:p>
            <a:fld id="{69F21BBE-7842-470C-94BF-4E4E50831BF5}" type="slidenum">
              <a:rPr lang="en-AU" smtClean="0"/>
              <a:t>60</a:t>
            </a:fld>
            <a:endParaRPr lang="en-AU"/>
          </a:p>
        </p:txBody>
      </p:sp>
      <p:pic>
        <p:nvPicPr>
          <p:cNvPr id="6" name="Picture 5">
            <a:extLst>
              <a:ext uri="{FF2B5EF4-FFF2-40B4-BE49-F238E27FC236}">
                <a16:creationId xmlns:a16="http://schemas.microsoft.com/office/drawing/2014/main" id="{84221607-A08A-1224-440A-0450FF5A7DC6}"/>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A34C3154-0EA9-CA8E-CCD3-076837BDBFEB}"/>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Tree>
    <p:extLst>
      <p:ext uri="{BB962C8B-B14F-4D97-AF65-F5344CB8AC3E}">
        <p14:creationId xmlns:p14="http://schemas.microsoft.com/office/powerpoint/2010/main" val="4143956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9B2F1-8741-879D-A1E4-34C95FC6D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E60C5-86B8-875C-CA0C-20E701EA9BAC}"/>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BCA5DD86-2681-E7EC-2DAD-4A0D95D6E687}"/>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AU" sz="2200" dirty="0"/>
              <a:t>P(-|“predictable with no fun”) = P(-)* P(“predictable”|-)*</a:t>
            </a:r>
            <a:r>
              <a:rPr lang="en-AU" sz="2200" dirty="0">
                <a:solidFill>
                  <a:srgbClr val="FF0000"/>
                </a:solidFill>
              </a:rPr>
              <a:t>P(“with”|-)</a:t>
            </a:r>
            <a:r>
              <a:rPr lang="en-AU" sz="2200" dirty="0"/>
              <a:t> *P(“no”|-)*P(“fun”|-) = (3/5) * (2/34) * (2/34) * (1/34) = 6.1 x 10</a:t>
            </a:r>
            <a:r>
              <a:rPr lang="en-AU" sz="2200" baseline="30000" dirty="0"/>
              <a:t>-5</a:t>
            </a:r>
            <a:endParaRPr lang="en-US" baseline="30000" dirty="0"/>
          </a:p>
          <a:p>
            <a:pPr algn="just"/>
            <a:r>
              <a:rPr lang="en-AU" sz="2200" dirty="0"/>
              <a:t>P(+|“predictable with no fun”) = P(+)* P(“predictable”|+)*</a:t>
            </a:r>
            <a:r>
              <a:rPr lang="en-AU" sz="2200" dirty="0">
                <a:solidFill>
                  <a:srgbClr val="FF0000"/>
                </a:solidFill>
              </a:rPr>
              <a:t>P(“with”|+)</a:t>
            </a:r>
            <a:r>
              <a:rPr lang="en-AU" sz="2200" dirty="0"/>
              <a:t> *P(“no”|+)*P(“fun”|+) = (2/5) * (1/329) * (1/29) * (2/29) = 3.2 x 10</a:t>
            </a:r>
            <a:r>
              <a:rPr lang="en-AU" sz="2200" baseline="30000" dirty="0"/>
              <a:t>-5</a:t>
            </a:r>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D65447CB-8428-82A5-3802-4B43F79DF4A2}"/>
              </a:ext>
            </a:extLst>
          </p:cNvPr>
          <p:cNvSpPr>
            <a:spLocks noGrp="1"/>
          </p:cNvSpPr>
          <p:nvPr>
            <p:ph type="sldNum" sz="quarter" idx="12"/>
          </p:nvPr>
        </p:nvSpPr>
        <p:spPr/>
        <p:txBody>
          <a:bodyPr/>
          <a:lstStyle/>
          <a:p>
            <a:fld id="{69F21BBE-7842-470C-94BF-4E4E50831BF5}" type="slidenum">
              <a:rPr lang="en-AU" smtClean="0"/>
              <a:t>61</a:t>
            </a:fld>
            <a:endParaRPr lang="en-AU"/>
          </a:p>
        </p:txBody>
      </p:sp>
      <p:pic>
        <p:nvPicPr>
          <p:cNvPr id="6" name="Picture 5">
            <a:extLst>
              <a:ext uri="{FF2B5EF4-FFF2-40B4-BE49-F238E27FC236}">
                <a16:creationId xmlns:a16="http://schemas.microsoft.com/office/drawing/2014/main" id="{9DB135CA-C98A-02CB-6FB5-317A58B3764B}"/>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4AC0794D-60F8-1417-0438-0311BCD3341C}"/>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Tree>
    <p:extLst>
      <p:ext uri="{BB962C8B-B14F-4D97-AF65-F5344CB8AC3E}">
        <p14:creationId xmlns:p14="http://schemas.microsoft.com/office/powerpoint/2010/main" val="36293188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4D9FD-7470-2538-B3E7-74ED7F5901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FBB0D6-2844-9465-9751-E985F2AAC5A6}"/>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B127A97C-8CC6-8F1A-9C71-3D96BB68A45A}"/>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AU" sz="2200" dirty="0"/>
              <a:t>P(-|“predictable with no fun”) = 6.1 x 10</a:t>
            </a:r>
            <a:r>
              <a:rPr lang="en-AU" sz="2200" baseline="30000" dirty="0"/>
              <a:t>-5</a:t>
            </a:r>
            <a:endParaRPr lang="en-US" baseline="30000" dirty="0"/>
          </a:p>
          <a:p>
            <a:pPr algn="just"/>
            <a:r>
              <a:rPr lang="en-AU" sz="2200" dirty="0"/>
              <a:t>P(+|“predictable with no fun”) = 3.2 x 10</a:t>
            </a:r>
            <a:r>
              <a:rPr lang="en-AU" sz="2200" baseline="30000" dirty="0"/>
              <a:t>-5</a:t>
            </a:r>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11B23BE2-6C56-0A03-EC6F-2A7BEEF4610A}"/>
              </a:ext>
            </a:extLst>
          </p:cNvPr>
          <p:cNvSpPr>
            <a:spLocks noGrp="1"/>
          </p:cNvSpPr>
          <p:nvPr>
            <p:ph type="sldNum" sz="quarter" idx="12"/>
          </p:nvPr>
        </p:nvSpPr>
        <p:spPr/>
        <p:txBody>
          <a:bodyPr/>
          <a:lstStyle/>
          <a:p>
            <a:fld id="{69F21BBE-7842-470C-94BF-4E4E50831BF5}" type="slidenum">
              <a:rPr lang="en-AU" smtClean="0"/>
              <a:t>62</a:t>
            </a:fld>
            <a:endParaRPr lang="en-AU"/>
          </a:p>
        </p:txBody>
      </p:sp>
      <p:pic>
        <p:nvPicPr>
          <p:cNvPr id="6" name="Picture 5">
            <a:extLst>
              <a:ext uri="{FF2B5EF4-FFF2-40B4-BE49-F238E27FC236}">
                <a16:creationId xmlns:a16="http://schemas.microsoft.com/office/drawing/2014/main" id="{84B0B638-E7EE-FDE6-9AAA-B7B93AC62B9E}"/>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B4242026-1C03-D931-1876-42DCE1750E97}"/>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Tree>
    <p:extLst>
      <p:ext uri="{BB962C8B-B14F-4D97-AF65-F5344CB8AC3E}">
        <p14:creationId xmlns:p14="http://schemas.microsoft.com/office/powerpoint/2010/main" val="4749909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20698-89FE-81A9-B258-EC96CEDEB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565D9-C583-4F4B-D671-83502BC81CAA}"/>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A1034319-047C-ED8E-A817-7580F868D7CF}"/>
              </a:ext>
            </a:extLst>
          </p:cNvPr>
          <p:cNvSpPr>
            <a:spLocks noGrp="1"/>
          </p:cNvSpPr>
          <p:nvPr>
            <p:ph idx="1"/>
          </p:nvPr>
        </p:nvSpPr>
        <p:spPr>
          <a:xfrm>
            <a:off x="1143000" y="2057400"/>
            <a:ext cx="9872871" cy="4800600"/>
          </a:xfrm>
        </p:spPr>
        <p:txBody>
          <a:bodyP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r>
              <a:rPr lang="en-AU" sz="2200" dirty="0"/>
              <a:t>P(-|“predictable with no fun”) = 6.1 x 10</a:t>
            </a:r>
            <a:r>
              <a:rPr lang="en-AU" sz="2200" baseline="30000" dirty="0"/>
              <a:t>-5</a:t>
            </a:r>
            <a:endParaRPr lang="en-US" baseline="30000" dirty="0"/>
          </a:p>
          <a:p>
            <a:pPr algn="just"/>
            <a:r>
              <a:rPr lang="en-AU" sz="2200" dirty="0"/>
              <a:t>P(+|“predictable with no fun”) = 3.2 x 10</a:t>
            </a:r>
            <a:r>
              <a:rPr lang="en-AU" sz="2200" baseline="30000" dirty="0"/>
              <a:t>-5</a:t>
            </a:r>
            <a:endParaRPr lang="en-US" dirty="0"/>
          </a:p>
          <a:p>
            <a:pPr algn="just"/>
            <a:endParaRPr lang="en-US" dirty="0"/>
          </a:p>
          <a:p>
            <a:pPr algn="just"/>
            <a:endParaRPr lang="en-US" dirty="0"/>
          </a:p>
          <a:p>
            <a:pPr algn="just"/>
            <a:endParaRPr lang="en-AU" dirty="0"/>
          </a:p>
        </p:txBody>
      </p:sp>
      <p:sp>
        <p:nvSpPr>
          <p:cNvPr id="4" name="Slide Number Placeholder 3">
            <a:extLst>
              <a:ext uri="{FF2B5EF4-FFF2-40B4-BE49-F238E27FC236}">
                <a16:creationId xmlns:a16="http://schemas.microsoft.com/office/drawing/2014/main" id="{E5CC00C5-E3CB-6C4A-A4F1-29104B4EE74E}"/>
              </a:ext>
            </a:extLst>
          </p:cNvPr>
          <p:cNvSpPr>
            <a:spLocks noGrp="1"/>
          </p:cNvSpPr>
          <p:nvPr>
            <p:ph type="sldNum" sz="quarter" idx="12"/>
          </p:nvPr>
        </p:nvSpPr>
        <p:spPr/>
        <p:txBody>
          <a:bodyPr/>
          <a:lstStyle/>
          <a:p>
            <a:fld id="{69F21BBE-7842-470C-94BF-4E4E50831BF5}" type="slidenum">
              <a:rPr lang="en-AU" smtClean="0"/>
              <a:t>63</a:t>
            </a:fld>
            <a:endParaRPr lang="en-AU"/>
          </a:p>
        </p:txBody>
      </p:sp>
      <p:pic>
        <p:nvPicPr>
          <p:cNvPr id="6" name="Picture 5">
            <a:extLst>
              <a:ext uri="{FF2B5EF4-FFF2-40B4-BE49-F238E27FC236}">
                <a16:creationId xmlns:a16="http://schemas.microsoft.com/office/drawing/2014/main" id="{9D68C230-371D-C18E-5319-12124F5BEB74}"/>
              </a:ext>
            </a:extLst>
          </p:cNvPr>
          <p:cNvPicPr>
            <a:picLocks noChangeAspect="1"/>
          </p:cNvPicPr>
          <p:nvPr/>
        </p:nvPicPr>
        <p:blipFill>
          <a:blip r:embed="rId2"/>
          <a:stretch>
            <a:fillRect/>
          </a:stretch>
        </p:blipFill>
        <p:spPr>
          <a:xfrm>
            <a:off x="2408864" y="1802024"/>
            <a:ext cx="7374272" cy="1481248"/>
          </a:xfrm>
          <a:prstGeom prst="rect">
            <a:avLst/>
          </a:prstGeom>
        </p:spPr>
      </p:pic>
      <p:sp>
        <p:nvSpPr>
          <p:cNvPr id="10" name="Rectangle 9">
            <a:extLst>
              <a:ext uri="{FF2B5EF4-FFF2-40B4-BE49-F238E27FC236}">
                <a16:creationId xmlns:a16="http://schemas.microsoft.com/office/drawing/2014/main" id="{22658E64-6D23-1BBA-85D0-C0130F49FE6E}"/>
              </a:ext>
            </a:extLst>
          </p:cNvPr>
          <p:cNvSpPr/>
          <p:nvPr/>
        </p:nvSpPr>
        <p:spPr>
          <a:xfrm>
            <a:off x="775915" y="3283273"/>
            <a:ext cx="10607040" cy="135636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endParaRPr lang="en-AU" sz="1000" dirty="0"/>
          </a:p>
          <a:p>
            <a:r>
              <a:rPr lang="en-AU" sz="2200" dirty="0"/>
              <a:t>argmax[P(“-”)* P(“predictable”|“-”)*P(“with”|“-”)*P(“no”|“-”)*P(“fun”|“-”),</a:t>
            </a:r>
          </a:p>
          <a:p>
            <a:r>
              <a:rPr lang="en-AU" sz="2200" dirty="0"/>
              <a:t>		P(“+”)* P(“predictable”|“+”)*P(“with”|“+”)*P(“no”|“+”)*P(“fun”|“+”)]</a:t>
            </a:r>
          </a:p>
        </p:txBody>
      </p:sp>
      <p:sp>
        <p:nvSpPr>
          <p:cNvPr id="5" name="Rectangle 4">
            <a:extLst>
              <a:ext uri="{FF2B5EF4-FFF2-40B4-BE49-F238E27FC236}">
                <a16:creationId xmlns:a16="http://schemas.microsoft.com/office/drawing/2014/main" id="{D60273A4-9E8F-BC3D-73DB-559BB41CF5A1}"/>
              </a:ext>
            </a:extLst>
          </p:cNvPr>
          <p:cNvSpPr/>
          <p:nvPr/>
        </p:nvSpPr>
        <p:spPr>
          <a:xfrm>
            <a:off x="775915" y="5906146"/>
            <a:ext cx="10607040" cy="67818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AU" sz="2200" dirty="0"/>
              <a:t>argmax[P(“-” | “predictable with no fun”)</a:t>
            </a:r>
            <a:r>
              <a:rPr lang="en-US" sz="2200" dirty="0"/>
              <a:t>,</a:t>
            </a:r>
            <a:r>
              <a:rPr lang="en-AU" sz="2200" dirty="0"/>
              <a:t> P(“+” | “predictable with no fun”)]</a:t>
            </a:r>
          </a:p>
          <a:p>
            <a:r>
              <a:rPr lang="en-AU" sz="2200" dirty="0"/>
              <a:t>= “-”</a:t>
            </a:r>
          </a:p>
        </p:txBody>
      </p:sp>
    </p:spTree>
    <p:extLst>
      <p:ext uri="{BB962C8B-B14F-4D97-AF65-F5344CB8AC3E}">
        <p14:creationId xmlns:p14="http://schemas.microsoft.com/office/powerpoint/2010/main" val="4463115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B1CDB-E2A0-857D-CC84-E45DC63FCDDB}"/>
              </a:ext>
            </a:extLst>
          </p:cNvPr>
          <p:cNvSpPr>
            <a:spLocks noGrp="1"/>
          </p:cNvSpPr>
          <p:nvPr>
            <p:ph type="title"/>
          </p:nvPr>
        </p:nvSpPr>
        <p:spPr/>
        <p:txBody>
          <a:bodyPr/>
          <a:lstStyle/>
          <a:p>
            <a:r>
              <a:rPr lang="en-AU" dirty="0"/>
              <a:t>Naive Bayes Classifier</a:t>
            </a:r>
          </a:p>
        </p:txBody>
      </p:sp>
      <p:sp>
        <p:nvSpPr>
          <p:cNvPr id="3" name="Content Placeholder 2">
            <a:extLst>
              <a:ext uri="{FF2B5EF4-FFF2-40B4-BE49-F238E27FC236}">
                <a16:creationId xmlns:a16="http://schemas.microsoft.com/office/drawing/2014/main" id="{E8E38BCC-6106-BF57-7847-08CFD9177BEB}"/>
              </a:ext>
            </a:extLst>
          </p:cNvPr>
          <p:cNvSpPr>
            <a:spLocks noGrp="1"/>
          </p:cNvSpPr>
          <p:nvPr>
            <p:ph idx="1"/>
          </p:nvPr>
        </p:nvSpPr>
        <p:spPr/>
        <p:txBody>
          <a:bodyPr/>
          <a:lstStyle/>
          <a:p>
            <a:pPr algn="just"/>
            <a:r>
              <a:rPr lang="en-US" b="1" dirty="0"/>
              <a:t>Unknown Words</a:t>
            </a:r>
            <a:r>
              <a:rPr lang="en-US" dirty="0"/>
              <a:t>: What do we do about words that occur in our test data but are not in our vocabulary at all because they did not occur in any training document in any class? </a:t>
            </a:r>
            <a:r>
              <a:rPr lang="en-US" b="1" dirty="0"/>
              <a:t>We ignore them—remove them from the test document</a:t>
            </a:r>
            <a:r>
              <a:rPr lang="en-US" dirty="0"/>
              <a:t>.</a:t>
            </a:r>
          </a:p>
          <a:p>
            <a:pPr algn="just"/>
            <a:r>
              <a:rPr lang="en-US" b="1" dirty="0"/>
              <a:t>Stop Words</a:t>
            </a:r>
            <a:r>
              <a:rPr lang="en-US" dirty="0"/>
              <a:t>: Some systems ignore stop words – remove them. In practice, most NB algorithms use all words and don't use </a:t>
            </a:r>
            <a:r>
              <a:rPr lang="en-US" dirty="0" err="1"/>
              <a:t>stopword</a:t>
            </a:r>
            <a:r>
              <a:rPr lang="en-US" dirty="0"/>
              <a:t> lists.</a:t>
            </a:r>
            <a:endParaRPr lang="en-AU" dirty="0"/>
          </a:p>
        </p:txBody>
      </p:sp>
      <p:sp>
        <p:nvSpPr>
          <p:cNvPr id="4" name="Slide Number Placeholder 3">
            <a:extLst>
              <a:ext uri="{FF2B5EF4-FFF2-40B4-BE49-F238E27FC236}">
                <a16:creationId xmlns:a16="http://schemas.microsoft.com/office/drawing/2014/main" id="{D2BCEFB5-1A38-D493-FC6F-827080A99829}"/>
              </a:ext>
            </a:extLst>
          </p:cNvPr>
          <p:cNvSpPr>
            <a:spLocks noGrp="1"/>
          </p:cNvSpPr>
          <p:nvPr>
            <p:ph type="sldNum" sz="quarter" idx="12"/>
          </p:nvPr>
        </p:nvSpPr>
        <p:spPr/>
        <p:txBody>
          <a:bodyPr/>
          <a:lstStyle/>
          <a:p>
            <a:fld id="{69F21BBE-7842-470C-94BF-4E4E50831BF5}" type="slidenum">
              <a:rPr lang="en-AU" smtClean="0"/>
              <a:t>64</a:t>
            </a:fld>
            <a:endParaRPr lang="en-AU"/>
          </a:p>
        </p:txBody>
      </p:sp>
    </p:spTree>
    <p:extLst>
      <p:ext uri="{BB962C8B-B14F-4D97-AF65-F5344CB8AC3E}">
        <p14:creationId xmlns:p14="http://schemas.microsoft.com/office/powerpoint/2010/main" val="332362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679B-A81B-797A-E7D5-E246C72C6266}"/>
              </a:ext>
            </a:extLst>
          </p:cNvPr>
          <p:cNvSpPr>
            <a:spLocks noGrp="1"/>
          </p:cNvSpPr>
          <p:nvPr>
            <p:ph type="title"/>
          </p:nvPr>
        </p:nvSpPr>
        <p:spPr/>
        <p:txBody>
          <a:bodyPr/>
          <a:lstStyle/>
          <a:p>
            <a:r>
              <a:rPr lang="en-US" dirty="0"/>
              <a:t>Optimizing for Sentiment Analysis</a:t>
            </a:r>
          </a:p>
        </p:txBody>
      </p:sp>
      <p:sp>
        <p:nvSpPr>
          <p:cNvPr id="3" name="Content Placeholder 2">
            <a:extLst>
              <a:ext uri="{FF2B5EF4-FFF2-40B4-BE49-F238E27FC236}">
                <a16:creationId xmlns:a16="http://schemas.microsoft.com/office/drawing/2014/main" id="{896EE11C-441C-56EE-2441-D860A810686D}"/>
              </a:ext>
            </a:extLst>
          </p:cNvPr>
          <p:cNvSpPr>
            <a:spLocks noGrp="1"/>
          </p:cNvSpPr>
          <p:nvPr>
            <p:ph idx="1"/>
          </p:nvPr>
        </p:nvSpPr>
        <p:spPr/>
        <p:txBody>
          <a:bodyPr/>
          <a:lstStyle/>
          <a:p>
            <a:pPr algn="just"/>
            <a:r>
              <a:rPr lang="en-US" dirty="0"/>
              <a:t>for sentiment classification and a number of other text classification tasks, whether a word occurs or not seems to matter more than its frequency. </a:t>
            </a:r>
          </a:p>
          <a:p>
            <a:pPr algn="just"/>
            <a:r>
              <a:rPr lang="en-US" dirty="0"/>
              <a:t>Thus it often improves performance to clip the word counts in each document at 1.</a:t>
            </a:r>
          </a:p>
          <a:p>
            <a:pPr algn="just"/>
            <a:r>
              <a:rPr lang="en-US" dirty="0"/>
              <a:t>This variant is called binary multinomial naive Bayes or binary naive Bayes.</a:t>
            </a:r>
          </a:p>
        </p:txBody>
      </p:sp>
      <p:sp>
        <p:nvSpPr>
          <p:cNvPr id="4" name="Slide Number Placeholder 3">
            <a:extLst>
              <a:ext uri="{FF2B5EF4-FFF2-40B4-BE49-F238E27FC236}">
                <a16:creationId xmlns:a16="http://schemas.microsoft.com/office/drawing/2014/main" id="{E2439C57-35AC-901C-8759-3F2BC94DDF3A}"/>
              </a:ext>
            </a:extLst>
          </p:cNvPr>
          <p:cNvSpPr>
            <a:spLocks noGrp="1"/>
          </p:cNvSpPr>
          <p:nvPr>
            <p:ph type="sldNum" sz="quarter" idx="12"/>
          </p:nvPr>
        </p:nvSpPr>
        <p:spPr/>
        <p:txBody>
          <a:bodyPr/>
          <a:lstStyle/>
          <a:p>
            <a:fld id="{69F21BBE-7842-470C-94BF-4E4E50831BF5}" type="slidenum">
              <a:rPr lang="en-AU" smtClean="0"/>
              <a:t>65</a:t>
            </a:fld>
            <a:endParaRPr lang="en-AU"/>
          </a:p>
        </p:txBody>
      </p:sp>
    </p:spTree>
    <p:extLst>
      <p:ext uri="{BB962C8B-B14F-4D97-AF65-F5344CB8AC3E}">
        <p14:creationId xmlns:p14="http://schemas.microsoft.com/office/powerpoint/2010/main" val="3025965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6B4CA-220E-35EC-1F47-C88F5E277D22}"/>
              </a:ext>
            </a:extLst>
          </p:cNvPr>
          <p:cNvSpPr>
            <a:spLocks noGrp="1"/>
          </p:cNvSpPr>
          <p:nvPr>
            <p:ph type="title"/>
          </p:nvPr>
        </p:nvSpPr>
        <p:spPr/>
        <p:txBody>
          <a:bodyPr/>
          <a:lstStyle/>
          <a:p>
            <a:r>
              <a:rPr lang="en-US" dirty="0"/>
              <a:t>Optimizing for Sentiment Analysis</a:t>
            </a:r>
          </a:p>
        </p:txBody>
      </p:sp>
      <p:sp>
        <p:nvSpPr>
          <p:cNvPr id="3" name="Content Placeholder 2">
            <a:extLst>
              <a:ext uri="{FF2B5EF4-FFF2-40B4-BE49-F238E27FC236}">
                <a16:creationId xmlns:a16="http://schemas.microsoft.com/office/drawing/2014/main" id="{4755D506-D2AD-96AE-5CA7-3DD7B154473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3DEE56A-D501-82D7-CD86-DB1E799A0B77}"/>
              </a:ext>
            </a:extLst>
          </p:cNvPr>
          <p:cNvSpPr>
            <a:spLocks noGrp="1"/>
          </p:cNvSpPr>
          <p:nvPr>
            <p:ph type="sldNum" sz="quarter" idx="12"/>
          </p:nvPr>
        </p:nvSpPr>
        <p:spPr/>
        <p:txBody>
          <a:bodyPr/>
          <a:lstStyle/>
          <a:p>
            <a:fld id="{69F21BBE-7842-470C-94BF-4E4E50831BF5}" type="slidenum">
              <a:rPr lang="en-AU" smtClean="0"/>
              <a:t>66</a:t>
            </a:fld>
            <a:endParaRPr lang="en-AU"/>
          </a:p>
        </p:txBody>
      </p:sp>
      <p:pic>
        <p:nvPicPr>
          <p:cNvPr id="7" name="Picture 6">
            <a:extLst>
              <a:ext uri="{FF2B5EF4-FFF2-40B4-BE49-F238E27FC236}">
                <a16:creationId xmlns:a16="http://schemas.microsoft.com/office/drawing/2014/main" id="{FF2A2B2C-42DE-CFD6-984B-42193BE90746}"/>
              </a:ext>
            </a:extLst>
          </p:cNvPr>
          <p:cNvPicPr>
            <a:picLocks noChangeAspect="1"/>
          </p:cNvPicPr>
          <p:nvPr/>
        </p:nvPicPr>
        <p:blipFill>
          <a:blip r:embed="rId2"/>
          <a:stretch>
            <a:fillRect/>
          </a:stretch>
        </p:blipFill>
        <p:spPr>
          <a:xfrm>
            <a:off x="2464322" y="1917500"/>
            <a:ext cx="7263356" cy="4671453"/>
          </a:xfrm>
          <a:prstGeom prst="rect">
            <a:avLst/>
          </a:prstGeom>
        </p:spPr>
      </p:pic>
    </p:spTree>
    <p:extLst>
      <p:ext uri="{BB962C8B-B14F-4D97-AF65-F5344CB8AC3E}">
        <p14:creationId xmlns:p14="http://schemas.microsoft.com/office/powerpoint/2010/main" val="22586358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B1108-DFDB-5070-A2A3-C85572F5AE7B}"/>
              </a:ext>
            </a:extLst>
          </p:cNvPr>
          <p:cNvSpPr>
            <a:spLocks noGrp="1"/>
          </p:cNvSpPr>
          <p:nvPr>
            <p:ph type="title"/>
          </p:nvPr>
        </p:nvSpPr>
        <p:spPr/>
        <p:txBody>
          <a:bodyPr/>
          <a:lstStyle/>
          <a:p>
            <a:r>
              <a:rPr lang="en-US" dirty="0"/>
              <a:t>Optimizing for Sentiment Analysis</a:t>
            </a:r>
          </a:p>
        </p:txBody>
      </p:sp>
      <p:sp>
        <p:nvSpPr>
          <p:cNvPr id="3" name="Content Placeholder 2">
            <a:extLst>
              <a:ext uri="{FF2B5EF4-FFF2-40B4-BE49-F238E27FC236}">
                <a16:creationId xmlns:a16="http://schemas.microsoft.com/office/drawing/2014/main" id="{9A30EAF7-7C22-78CD-DB94-3AE8582EED54}"/>
              </a:ext>
            </a:extLst>
          </p:cNvPr>
          <p:cNvSpPr>
            <a:spLocks noGrp="1"/>
          </p:cNvSpPr>
          <p:nvPr>
            <p:ph idx="1"/>
          </p:nvPr>
        </p:nvSpPr>
        <p:spPr/>
        <p:txBody>
          <a:bodyPr>
            <a:normAutofit/>
          </a:bodyPr>
          <a:lstStyle/>
          <a:p>
            <a:pPr algn="just"/>
            <a:r>
              <a:rPr lang="en-US" dirty="0"/>
              <a:t>An important addition commonly made when doing text classification for sentiment is to deal with negation.</a:t>
            </a:r>
          </a:p>
          <a:p>
            <a:pPr algn="just"/>
            <a:r>
              <a:rPr lang="en-US" dirty="0"/>
              <a:t>Consider the difference between “I really like this movie” (positive) and “I didn’t like this movie” (negative). </a:t>
            </a:r>
          </a:p>
          <a:p>
            <a:pPr algn="just"/>
            <a:r>
              <a:rPr lang="en-US" dirty="0"/>
              <a:t>The negation expressed by didn’t completely alters the inferences we draw from the predicate “like.”</a:t>
            </a:r>
          </a:p>
          <a:p>
            <a:pPr algn="just"/>
            <a:endParaRPr lang="en-US" dirty="0"/>
          </a:p>
        </p:txBody>
      </p:sp>
      <p:sp>
        <p:nvSpPr>
          <p:cNvPr id="4" name="Slide Number Placeholder 3">
            <a:extLst>
              <a:ext uri="{FF2B5EF4-FFF2-40B4-BE49-F238E27FC236}">
                <a16:creationId xmlns:a16="http://schemas.microsoft.com/office/drawing/2014/main" id="{6DF24FB5-1E68-EBBA-4710-B4073AFD32B2}"/>
              </a:ext>
            </a:extLst>
          </p:cNvPr>
          <p:cNvSpPr>
            <a:spLocks noGrp="1"/>
          </p:cNvSpPr>
          <p:nvPr>
            <p:ph type="sldNum" sz="quarter" idx="12"/>
          </p:nvPr>
        </p:nvSpPr>
        <p:spPr/>
        <p:txBody>
          <a:bodyPr/>
          <a:lstStyle/>
          <a:p>
            <a:fld id="{69F21BBE-7842-470C-94BF-4E4E50831BF5}" type="slidenum">
              <a:rPr lang="en-AU" smtClean="0"/>
              <a:t>67</a:t>
            </a:fld>
            <a:endParaRPr lang="en-AU"/>
          </a:p>
        </p:txBody>
      </p:sp>
    </p:spTree>
    <p:extLst>
      <p:ext uri="{BB962C8B-B14F-4D97-AF65-F5344CB8AC3E}">
        <p14:creationId xmlns:p14="http://schemas.microsoft.com/office/powerpoint/2010/main" val="38322071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97AE1-97C3-94E0-3434-B49E327B6FCD}"/>
              </a:ext>
            </a:extLst>
          </p:cNvPr>
          <p:cNvSpPr>
            <a:spLocks noGrp="1"/>
          </p:cNvSpPr>
          <p:nvPr>
            <p:ph type="title"/>
          </p:nvPr>
        </p:nvSpPr>
        <p:spPr/>
        <p:txBody>
          <a:bodyPr/>
          <a:lstStyle/>
          <a:p>
            <a:r>
              <a:rPr lang="en-US" dirty="0"/>
              <a:t>Optimizing for Sentiment Analysis</a:t>
            </a:r>
          </a:p>
        </p:txBody>
      </p:sp>
      <p:sp>
        <p:nvSpPr>
          <p:cNvPr id="3" name="Content Placeholder 2">
            <a:extLst>
              <a:ext uri="{FF2B5EF4-FFF2-40B4-BE49-F238E27FC236}">
                <a16:creationId xmlns:a16="http://schemas.microsoft.com/office/drawing/2014/main" id="{1BA8A832-83DA-9973-C1D2-C1C485424DD0}"/>
              </a:ext>
            </a:extLst>
          </p:cNvPr>
          <p:cNvSpPr>
            <a:spLocks noGrp="1"/>
          </p:cNvSpPr>
          <p:nvPr>
            <p:ph idx="1"/>
          </p:nvPr>
        </p:nvSpPr>
        <p:spPr/>
        <p:txBody>
          <a:bodyPr/>
          <a:lstStyle/>
          <a:p>
            <a:pPr algn="just"/>
            <a:r>
              <a:rPr lang="en-US" dirty="0"/>
              <a:t>A very simple baseline that is commonly used in sentiment analysis to deal with negation is the following: during text normalization, prepend the prefix </a:t>
            </a:r>
            <a:r>
              <a:rPr lang="en-US" i="1" dirty="0"/>
              <a:t>NOT_</a:t>
            </a:r>
            <a:r>
              <a:rPr lang="en-US" dirty="0"/>
              <a:t> to every word after a token of logical negation (</a:t>
            </a:r>
            <a:r>
              <a:rPr lang="en-US" i="1" dirty="0" err="1"/>
              <a:t>n’t</a:t>
            </a:r>
            <a:r>
              <a:rPr lang="en-US" i="1" dirty="0"/>
              <a:t>, not, no, never</a:t>
            </a:r>
            <a:r>
              <a:rPr lang="en-US" dirty="0"/>
              <a:t>) until the next punctuation mark.</a:t>
            </a:r>
          </a:p>
        </p:txBody>
      </p:sp>
      <p:sp>
        <p:nvSpPr>
          <p:cNvPr id="4" name="Slide Number Placeholder 3">
            <a:extLst>
              <a:ext uri="{FF2B5EF4-FFF2-40B4-BE49-F238E27FC236}">
                <a16:creationId xmlns:a16="http://schemas.microsoft.com/office/drawing/2014/main" id="{BCB05463-59BF-CB20-43F0-E2D0A778E5FB}"/>
              </a:ext>
            </a:extLst>
          </p:cNvPr>
          <p:cNvSpPr>
            <a:spLocks noGrp="1"/>
          </p:cNvSpPr>
          <p:nvPr>
            <p:ph type="sldNum" sz="quarter" idx="12"/>
          </p:nvPr>
        </p:nvSpPr>
        <p:spPr/>
        <p:txBody>
          <a:bodyPr/>
          <a:lstStyle/>
          <a:p>
            <a:fld id="{69F21BBE-7842-470C-94BF-4E4E50831BF5}" type="slidenum">
              <a:rPr lang="en-AU" smtClean="0"/>
              <a:t>68</a:t>
            </a:fld>
            <a:endParaRPr lang="en-AU"/>
          </a:p>
        </p:txBody>
      </p:sp>
      <p:pic>
        <p:nvPicPr>
          <p:cNvPr id="6" name="Picture 5">
            <a:extLst>
              <a:ext uri="{FF2B5EF4-FFF2-40B4-BE49-F238E27FC236}">
                <a16:creationId xmlns:a16="http://schemas.microsoft.com/office/drawing/2014/main" id="{FA939FBB-2D8D-5C40-05A4-49ECE1AE5DC6}"/>
              </a:ext>
            </a:extLst>
          </p:cNvPr>
          <p:cNvPicPr>
            <a:picLocks noChangeAspect="1"/>
          </p:cNvPicPr>
          <p:nvPr/>
        </p:nvPicPr>
        <p:blipFill>
          <a:blip r:embed="rId2"/>
          <a:stretch>
            <a:fillRect/>
          </a:stretch>
        </p:blipFill>
        <p:spPr>
          <a:xfrm>
            <a:off x="2280977" y="3523287"/>
            <a:ext cx="7596916" cy="1468590"/>
          </a:xfrm>
          <a:prstGeom prst="rect">
            <a:avLst/>
          </a:prstGeom>
        </p:spPr>
      </p:pic>
    </p:spTree>
    <p:extLst>
      <p:ext uri="{BB962C8B-B14F-4D97-AF65-F5344CB8AC3E}">
        <p14:creationId xmlns:p14="http://schemas.microsoft.com/office/powerpoint/2010/main" val="16275548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8498-2F71-682E-BD4B-83D5E3AA17FB}"/>
              </a:ext>
            </a:extLst>
          </p:cNvPr>
          <p:cNvSpPr>
            <a:spLocks noGrp="1"/>
          </p:cNvSpPr>
          <p:nvPr>
            <p:ph type="title"/>
          </p:nvPr>
        </p:nvSpPr>
        <p:spPr/>
        <p:txBody>
          <a:bodyPr/>
          <a:lstStyle/>
          <a:p>
            <a:r>
              <a:rPr lang="en-US" dirty="0"/>
              <a:t>Optimizing for Sentiment Analysis</a:t>
            </a:r>
          </a:p>
        </p:txBody>
      </p:sp>
      <p:sp>
        <p:nvSpPr>
          <p:cNvPr id="3" name="Content Placeholder 2">
            <a:extLst>
              <a:ext uri="{FF2B5EF4-FFF2-40B4-BE49-F238E27FC236}">
                <a16:creationId xmlns:a16="http://schemas.microsoft.com/office/drawing/2014/main" id="{2A5EF3E4-762E-BB72-75B7-114BBCCF0474}"/>
              </a:ext>
            </a:extLst>
          </p:cNvPr>
          <p:cNvSpPr>
            <a:spLocks noGrp="1"/>
          </p:cNvSpPr>
          <p:nvPr>
            <p:ph idx="1"/>
          </p:nvPr>
        </p:nvSpPr>
        <p:spPr/>
        <p:txBody>
          <a:bodyPr>
            <a:normAutofit lnSpcReduction="10000"/>
          </a:bodyPr>
          <a:lstStyle/>
          <a:p>
            <a:pPr algn="just"/>
            <a:r>
              <a:rPr lang="en-US" dirty="0"/>
              <a:t>In some situations we might have insufficient labeled training data to train accurate naive Bayes classifiers using all words in the training set to estimate positive and negative sentiment. </a:t>
            </a:r>
          </a:p>
          <a:p>
            <a:pPr algn="just"/>
            <a:r>
              <a:rPr lang="en-US" dirty="0"/>
              <a:t>In such cases we can instead derive the positive and negative word features from sentiment lexicons, lists of words that are pre-annotated with positive or negative sentiment.</a:t>
            </a:r>
          </a:p>
          <a:p>
            <a:pPr algn="just"/>
            <a:r>
              <a:rPr lang="en-US" dirty="0"/>
              <a:t>Four popular lexicons are the General Inquirer (Stone et al., 1966), LIWC (Pennebaker et al., 2007), the opinion lexicon Hu and Liu (2004a) and the MPQA Subjectivity Lexicon (Wilson et al., 2005).</a:t>
            </a:r>
          </a:p>
          <a:p>
            <a:pPr algn="just"/>
            <a:r>
              <a:rPr lang="en-US" dirty="0"/>
              <a:t>For example the MPQA subjectivity lexicon has 6885 words each marked for whether it is strongly or weakly biased positive or negative. Some examples:</a:t>
            </a:r>
          </a:p>
        </p:txBody>
      </p:sp>
      <p:sp>
        <p:nvSpPr>
          <p:cNvPr id="4" name="Slide Number Placeholder 3">
            <a:extLst>
              <a:ext uri="{FF2B5EF4-FFF2-40B4-BE49-F238E27FC236}">
                <a16:creationId xmlns:a16="http://schemas.microsoft.com/office/drawing/2014/main" id="{49A2F8E5-BAFC-2B7F-84E5-B1A6CA50616C}"/>
              </a:ext>
            </a:extLst>
          </p:cNvPr>
          <p:cNvSpPr>
            <a:spLocks noGrp="1"/>
          </p:cNvSpPr>
          <p:nvPr>
            <p:ph type="sldNum" sz="quarter" idx="12"/>
          </p:nvPr>
        </p:nvSpPr>
        <p:spPr/>
        <p:txBody>
          <a:bodyPr/>
          <a:lstStyle/>
          <a:p>
            <a:fld id="{69F21BBE-7842-470C-94BF-4E4E50831BF5}" type="slidenum">
              <a:rPr lang="en-AU" smtClean="0"/>
              <a:t>69</a:t>
            </a:fld>
            <a:endParaRPr lang="en-AU"/>
          </a:p>
        </p:txBody>
      </p:sp>
      <p:pic>
        <p:nvPicPr>
          <p:cNvPr id="6" name="Picture 5">
            <a:extLst>
              <a:ext uri="{FF2B5EF4-FFF2-40B4-BE49-F238E27FC236}">
                <a16:creationId xmlns:a16="http://schemas.microsoft.com/office/drawing/2014/main" id="{AE4F358D-349A-6F78-F445-1660942F161E}"/>
              </a:ext>
            </a:extLst>
          </p:cNvPr>
          <p:cNvPicPr>
            <a:picLocks noChangeAspect="1"/>
          </p:cNvPicPr>
          <p:nvPr/>
        </p:nvPicPr>
        <p:blipFill>
          <a:blip r:embed="rId2"/>
          <a:stretch>
            <a:fillRect/>
          </a:stretch>
        </p:blipFill>
        <p:spPr>
          <a:xfrm>
            <a:off x="2054561" y="5904110"/>
            <a:ext cx="8049748" cy="695422"/>
          </a:xfrm>
          <a:prstGeom prst="rect">
            <a:avLst/>
          </a:prstGeom>
        </p:spPr>
      </p:pic>
    </p:spTree>
    <p:extLst>
      <p:ext uri="{BB962C8B-B14F-4D97-AF65-F5344CB8AC3E}">
        <p14:creationId xmlns:p14="http://schemas.microsoft.com/office/powerpoint/2010/main" val="37122910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A4393-35CA-154A-E702-1D666C11AD0A}"/>
              </a:ext>
            </a:extLst>
          </p:cNvPr>
          <p:cNvSpPr>
            <a:spLocks noGrp="1"/>
          </p:cNvSpPr>
          <p:nvPr>
            <p:ph type="title"/>
          </p:nvPr>
        </p:nvSpPr>
        <p:spPr/>
        <p:txBody>
          <a:bodyPr>
            <a:normAutofit/>
          </a:bodyPr>
          <a:lstStyle/>
          <a:p>
            <a:r>
              <a:rPr lang="en-US" sz="3600" dirty="0"/>
              <a:t>Evaluation: Accuracy, Precision, Recall, F-measure</a:t>
            </a:r>
          </a:p>
        </p:txBody>
      </p:sp>
      <p:sp>
        <p:nvSpPr>
          <p:cNvPr id="3" name="Content Placeholder 2">
            <a:extLst>
              <a:ext uri="{FF2B5EF4-FFF2-40B4-BE49-F238E27FC236}">
                <a16:creationId xmlns:a16="http://schemas.microsoft.com/office/drawing/2014/main" id="{AA3A0556-72F2-4574-61E8-FFE34291D4EE}"/>
              </a:ext>
            </a:extLst>
          </p:cNvPr>
          <p:cNvSpPr>
            <a:spLocks noGrp="1"/>
          </p:cNvSpPr>
          <p:nvPr>
            <p:ph idx="1"/>
          </p:nvPr>
        </p:nvSpPr>
        <p:spPr/>
        <p:txBody>
          <a:bodyPr>
            <a:normAutofit/>
          </a:bodyPr>
          <a:lstStyle/>
          <a:p>
            <a:pPr marL="342900" indent="-342900" algn="just"/>
            <a:r>
              <a:rPr lang="en-US" dirty="0"/>
              <a:t>Let's first address binary classifiers:</a:t>
            </a:r>
          </a:p>
          <a:p>
            <a:pPr marL="576263" lvl="1" indent="-179388" algn="just">
              <a:buFont typeface="Arial" panose="020B0604020202020204" pitchFamily="34" charset="0"/>
              <a:buChar char="•"/>
            </a:pPr>
            <a:r>
              <a:rPr lang="en-US" sz="2200" dirty="0"/>
              <a:t>Is this email spam? </a:t>
            </a:r>
          </a:p>
          <a:p>
            <a:pPr marL="508000" lvl="2" indent="0" algn="just">
              <a:buNone/>
            </a:pPr>
            <a:r>
              <a:rPr lang="en-US" sz="2200" dirty="0">
                <a:solidFill>
                  <a:srgbClr val="0200FF"/>
                </a:solidFill>
              </a:rPr>
              <a:t>spam (+)</a:t>
            </a:r>
            <a:r>
              <a:rPr lang="en-US" sz="2200" dirty="0"/>
              <a:t>     or   </a:t>
            </a:r>
            <a:r>
              <a:rPr lang="en-US" sz="2200" dirty="0">
                <a:solidFill>
                  <a:srgbClr val="0200FF"/>
                </a:solidFill>
              </a:rPr>
              <a:t>not spam (-)</a:t>
            </a:r>
          </a:p>
          <a:p>
            <a:pPr marL="576263" lvl="1" indent="-179388" algn="just">
              <a:buFont typeface="Arial" panose="020B0604020202020204" pitchFamily="34" charset="0"/>
              <a:buChar char="•"/>
            </a:pPr>
            <a:r>
              <a:rPr lang="en-US" sz="2200" dirty="0"/>
              <a:t>Is this post about Delicious Pie Company? </a:t>
            </a:r>
          </a:p>
          <a:p>
            <a:pPr marL="508000" lvl="2" indent="0" algn="just">
              <a:buNone/>
            </a:pPr>
            <a:r>
              <a:rPr lang="en-US" sz="2200" dirty="0">
                <a:solidFill>
                  <a:srgbClr val="0200FF"/>
                </a:solidFill>
              </a:rPr>
              <a:t>about Del. Pie Co (+)   </a:t>
            </a:r>
            <a:r>
              <a:rPr lang="en-US" sz="2200" dirty="0"/>
              <a:t>or    </a:t>
            </a:r>
            <a:r>
              <a:rPr lang="en-US" sz="2200" dirty="0">
                <a:solidFill>
                  <a:srgbClr val="0200FF"/>
                </a:solidFill>
              </a:rPr>
              <a:t>not about Del. Pie Co(-)</a:t>
            </a:r>
          </a:p>
          <a:p>
            <a:pPr algn="just"/>
            <a:r>
              <a:rPr lang="en-US" dirty="0"/>
              <a:t>For each item (email document) we need to know whether our system called it spam or not. </a:t>
            </a:r>
          </a:p>
          <a:p>
            <a:pPr algn="just"/>
            <a:r>
              <a:rPr lang="en-US" dirty="0"/>
              <a:t>We also need to know whether the email is actually spam or not, i.e. the human-defined labels for each document that we are trying to match. </a:t>
            </a:r>
          </a:p>
          <a:p>
            <a:pPr algn="just"/>
            <a:r>
              <a:rPr lang="en-US" dirty="0"/>
              <a:t>We refer to human labels as the gold labels.</a:t>
            </a:r>
          </a:p>
        </p:txBody>
      </p:sp>
      <p:sp>
        <p:nvSpPr>
          <p:cNvPr id="4" name="Slide Number Placeholder 3">
            <a:extLst>
              <a:ext uri="{FF2B5EF4-FFF2-40B4-BE49-F238E27FC236}">
                <a16:creationId xmlns:a16="http://schemas.microsoft.com/office/drawing/2014/main" id="{2DEAC811-F4E0-B815-33B3-935417ED230A}"/>
              </a:ext>
            </a:extLst>
          </p:cNvPr>
          <p:cNvSpPr>
            <a:spLocks noGrp="1"/>
          </p:cNvSpPr>
          <p:nvPr>
            <p:ph type="sldNum" sz="quarter" idx="12"/>
          </p:nvPr>
        </p:nvSpPr>
        <p:spPr/>
        <p:txBody>
          <a:bodyPr/>
          <a:lstStyle/>
          <a:p>
            <a:fld id="{69F21BBE-7842-470C-94BF-4E4E50831BF5}" type="slidenum">
              <a:rPr lang="en-AU" smtClean="0"/>
              <a:t>70</a:t>
            </a:fld>
            <a:endParaRPr lang="en-AU"/>
          </a:p>
        </p:txBody>
      </p:sp>
    </p:spTree>
    <p:extLst>
      <p:ext uri="{BB962C8B-B14F-4D97-AF65-F5344CB8AC3E}">
        <p14:creationId xmlns:p14="http://schemas.microsoft.com/office/powerpoint/2010/main" val="11091204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49FB6-8B5F-85D3-6115-B5397D66422F}"/>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D8D048A9-FBC9-1686-2F5B-CF09C5E8354F}"/>
              </a:ext>
            </a:extLst>
          </p:cNvPr>
          <p:cNvSpPr>
            <a:spLocks noGrp="1"/>
          </p:cNvSpPr>
          <p:nvPr>
            <p:ph idx="1"/>
          </p:nvPr>
        </p:nvSpPr>
        <p:spPr/>
        <p:txBody>
          <a:bodyPr/>
          <a:lstStyle/>
          <a:p>
            <a:pPr algn="just"/>
            <a:r>
              <a:rPr lang="en-US" dirty="0"/>
              <a:t>To evaluate any system for detecting things, we start by building a confusion matrix.</a:t>
            </a:r>
          </a:p>
          <a:p>
            <a:pPr algn="just"/>
            <a:r>
              <a:rPr lang="en-US" dirty="0"/>
              <a:t>A confusion matrix is a table for visualizing how an algorithm performs with respect to the human gold labels, using two dimensions (system output and gold labels), and each cell labeling a set of possible outcomes.</a:t>
            </a:r>
          </a:p>
        </p:txBody>
      </p:sp>
      <p:sp>
        <p:nvSpPr>
          <p:cNvPr id="4" name="Slide Number Placeholder 3">
            <a:extLst>
              <a:ext uri="{FF2B5EF4-FFF2-40B4-BE49-F238E27FC236}">
                <a16:creationId xmlns:a16="http://schemas.microsoft.com/office/drawing/2014/main" id="{8BEA30CF-CDFC-451F-2C3A-281CE86957FA}"/>
              </a:ext>
            </a:extLst>
          </p:cNvPr>
          <p:cNvSpPr>
            <a:spLocks noGrp="1"/>
          </p:cNvSpPr>
          <p:nvPr>
            <p:ph type="sldNum" sz="quarter" idx="12"/>
          </p:nvPr>
        </p:nvSpPr>
        <p:spPr/>
        <p:txBody>
          <a:bodyPr/>
          <a:lstStyle/>
          <a:p>
            <a:fld id="{69F21BBE-7842-470C-94BF-4E4E50831BF5}" type="slidenum">
              <a:rPr lang="en-AU" smtClean="0"/>
              <a:t>71</a:t>
            </a:fld>
            <a:endParaRPr lang="en-AU"/>
          </a:p>
        </p:txBody>
      </p:sp>
      <p:pic>
        <p:nvPicPr>
          <p:cNvPr id="9" name="Picture 8">
            <a:extLst>
              <a:ext uri="{FF2B5EF4-FFF2-40B4-BE49-F238E27FC236}">
                <a16:creationId xmlns:a16="http://schemas.microsoft.com/office/drawing/2014/main" id="{8C71D356-62A5-F48E-7472-A4FC7173B625}"/>
              </a:ext>
            </a:extLst>
          </p:cNvPr>
          <p:cNvPicPr>
            <a:picLocks noChangeAspect="1"/>
          </p:cNvPicPr>
          <p:nvPr/>
        </p:nvPicPr>
        <p:blipFill>
          <a:blip r:embed="rId2"/>
          <a:stretch>
            <a:fillRect/>
          </a:stretch>
        </p:blipFill>
        <p:spPr>
          <a:xfrm>
            <a:off x="3473984" y="4177384"/>
            <a:ext cx="5210902" cy="2010056"/>
          </a:xfrm>
          <a:prstGeom prst="rect">
            <a:avLst/>
          </a:prstGeom>
        </p:spPr>
      </p:pic>
    </p:spTree>
    <p:extLst>
      <p:ext uri="{BB962C8B-B14F-4D97-AF65-F5344CB8AC3E}">
        <p14:creationId xmlns:p14="http://schemas.microsoft.com/office/powerpoint/2010/main" val="27327068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E7DBC-D732-F153-6964-DDF08B10BFD0}"/>
              </a:ext>
            </a:extLst>
          </p:cNvPr>
          <p:cNvSpPr>
            <a:spLocks noGrp="1"/>
          </p:cNvSpPr>
          <p:nvPr>
            <p:ph type="title"/>
          </p:nvPr>
        </p:nvSpPr>
        <p:spPr/>
        <p:txBody>
          <a:bodyPr/>
          <a:lstStyle/>
          <a:p>
            <a:r>
              <a:rPr lang="en-US" dirty="0"/>
              <a:t>Accuracy</a:t>
            </a:r>
          </a:p>
        </p:txBody>
      </p:sp>
      <p:sp>
        <p:nvSpPr>
          <p:cNvPr id="3" name="Content Placeholder 2">
            <a:extLst>
              <a:ext uri="{FF2B5EF4-FFF2-40B4-BE49-F238E27FC236}">
                <a16:creationId xmlns:a16="http://schemas.microsoft.com/office/drawing/2014/main" id="{510626D3-54EE-300A-B25E-4D09494515E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6F7801A-EE6E-4555-D6FF-B9A6965FA916}"/>
              </a:ext>
            </a:extLst>
          </p:cNvPr>
          <p:cNvSpPr>
            <a:spLocks noGrp="1"/>
          </p:cNvSpPr>
          <p:nvPr>
            <p:ph type="sldNum" sz="quarter" idx="12"/>
          </p:nvPr>
        </p:nvSpPr>
        <p:spPr/>
        <p:txBody>
          <a:bodyPr/>
          <a:lstStyle/>
          <a:p>
            <a:fld id="{69F21BBE-7842-470C-94BF-4E4E50831BF5}" type="slidenum">
              <a:rPr lang="en-AU" smtClean="0"/>
              <a:t>72</a:t>
            </a:fld>
            <a:endParaRPr lang="en-AU"/>
          </a:p>
        </p:txBody>
      </p:sp>
      <p:pic>
        <p:nvPicPr>
          <p:cNvPr id="5" name="Picture 4">
            <a:extLst>
              <a:ext uri="{FF2B5EF4-FFF2-40B4-BE49-F238E27FC236}">
                <a16:creationId xmlns:a16="http://schemas.microsoft.com/office/drawing/2014/main" id="{83954D13-B49B-E238-9BB5-8CC7998CEB1A}"/>
              </a:ext>
            </a:extLst>
          </p:cNvPr>
          <p:cNvPicPr>
            <a:picLocks noChangeAspect="1"/>
          </p:cNvPicPr>
          <p:nvPr/>
        </p:nvPicPr>
        <p:blipFill>
          <a:blip r:embed="rId2"/>
          <a:srcRect/>
          <a:stretch/>
        </p:blipFill>
        <p:spPr>
          <a:xfrm>
            <a:off x="2502160" y="2607140"/>
            <a:ext cx="7772400" cy="2776742"/>
          </a:xfrm>
          <a:prstGeom prst="rect">
            <a:avLst/>
          </a:prstGeom>
        </p:spPr>
      </p:pic>
      <p:sp>
        <p:nvSpPr>
          <p:cNvPr id="6" name="Rectangle 5">
            <a:extLst>
              <a:ext uri="{FF2B5EF4-FFF2-40B4-BE49-F238E27FC236}">
                <a16:creationId xmlns:a16="http://schemas.microsoft.com/office/drawing/2014/main" id="{244A6ED7-19D4-1B87-C05C-7D19F0161805}"/>
              </a:ext>
            </a:extLst>
          </p:cNvPr>
          <p:cNvSpPr/>
          <p:nvPr/>
        </p:nvSpPr>
        <p:spPr>
          <a:xfrm>
            <a:off x="4172845" y="4592048"/>
            <a:ext cx="3501771" cy="990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A8B05F6-A288-14DF-C2C9-B159077829EE}"/>
              </a:ext>
            </a:extLst>
          </p:cNvPr>
          <p:cNvSpPr/>
          <p:nvPr/>
        </p:nvSpPr>
        <p:spPr>
          <a:xfrm>
            <a:off x="7674616" y="3120591"/>
            <a:ext cx="3021330" cy="14714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44501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0992B-88FC-4EB2-5ED8-2444923259C2}"/>
              </a:ext>
            </a:extLst>
          </p:cNvPr>
          <p:cNvSpPr>
            <a:spLocks noGrp="1"/>
          </p:cNvSpPr>
          <p:nvPr>
            <p:ph type="title"/>
          </p:nvPr>
        </p:nvSpPr>
        <p:spPr/>
        <p:txBody>
          <a:bodyPr/>
          <a:lstStyle/>
          <a:p>
            <a:r>
              <a:rPr lang="en-US" dirty="0"/>
              <a:t>Precision &amp; Recall</a:t>
            </a:r>
          </a:p>
        </p:txBody>
      </p:sp>
      <p:sp>
        <p:nvSpPr>
          <p:cNvPr id="3" name="Content Placeholder 2">
            <a:extLst>
              <a:ext uri="{FF2B5EF4-FFF2-40B4-BE49-F238E27FC236}">
                <a16:creationId xmlns:a16="http://schemas.microsoft.com/office/drawing/2014/main" id="{2F14094A-7331-B10F-617B-45063CEE7946}"/>
              </a:ext>
            </a:extLst>
          </p:cNvPr>
          <p:cNvSpPr>
            <a:spLocks noGrp="1"/>
          </p:cNvSpPr>
          <p:nvPr>
            <p:ph idx="1"/>
          </p:nvPr>
        </p:nvSpPr>
        <p:spPr/>
        <p:txBody>
          <a:bodyPr>
            <a:normAutofit/>
          </a:bodyPr>
          <a:lstStyle/>
          <a:p>
            <a:pPr marL="0" indent="0">
              <a:buFont typeface="Corbel" pitchFamily="34" charset="0"/>
              <a:buNone/>
            </a:pPr>
            <a:r>
              <a:rPr lang="en-US" dirty="0"/>
              <a:t>Accuracy doesn't work well when we're dealing with uncommon or imbalanced classes</a:t>
            </a:r>
          </a:p>
          <a:p>
            <a:pPr marL="0" indent="0">
              <a:buFont typeface="Corbel" pitchFamily="34" charset="0"/>
              <a:buNone/>
            </a:pPr>
            <a:r>
              <a:rPr lang="en-US" dirty="0"/>
              <a:t>Suppose we look at 1,000,000 social media posts to find Delicious Pie-lovers (or haters)</a:t>
            </a:r>
          </a:p>
          <a:p>
            <a:pPr lvl="1">
              <a:buFont typeface="Arial" panose="020B0604020202020204" pitchFamily="34" charset="0"/>
              <a:buChar char="•"/>
            </a:pPr>
            <a:r>
              <a:rPr lang="en-US" sz="2200" dirty="0"/>
              <a:t>100 of them talk about our pie</a:t>
            </a:r>
          </a:p>
          <a:p>
            <a:pPr lvl="1">
              <a:buFont typeface="Arial" panose="020B0604020202020204" pitchFamily="34" charset="0"/>
              <a:buChar char="•"/>
            </a:pPr>
            <a:r>
              <a:rPr lang="en-US" sz="2200" dirty="0"/>
              <a:t>999,900 are posts about something unrelated</a:t>
            </a:r>
          </a:p>
          <a:p>
            <a:pPr marL="0" indent="0">
              <a:buFont typeface="Corbel" pitchFamily="34" charset="0"/>
              <a:buNone/>
            </a:pPr>
            <a:r>
              <a:rPr lang="en-US" dirty="0"/>
              <a:t>Imagine the following simple classifier</a:t>
            </a:r>
          </a:p>
          <a:p>
            <a:pPr marL="0" indent="0">
              <a:buFont typeface="Corbel" pitchFamily="34" charset="0"/>
              <a:buNone/>
            </a:pPr>
            <a:r>
              <a:rPr lang="en-US" dirty="0"/>
              <a:t>	</a:t>
            </a:r>
            <a:r>
              <a:rPr lang="en-US" dirty="0">
                <a:solidFill>
                  <a:srgbClr val="0200FF"/>
                </a:solidFill>
              </a:rPr>
              <a:t>Every post is "not about pie"</a:t>
            </a:r>
            <a:endParaRPr lang="en-US" dirty="0">
              <a:cs typeface="Calibri" panose="020F0502020204030204" pitchFamily="34" charset="0"/>
            </a:endParaRPr>
          </a:p>
          <a:p>
            <a:pPr marL="0" indent="0">
              <a:buFont typeface="Corbel" pitchFamily="34" charset="0"/>
              <a:buNone/>
            </a:pPr>
            <a:endParaRPr lang="en-US" dirty="0"/>
          </a:p>
          <a:p>
            <a:pPr marL="0" indent="0">
              <a:buFont typeface="Corbel" pitchFamily="34" charset="0"/>
              <a:buNone/>
            </a:pPr>
            <a:endParaRPr lang="en-US" dirty="0"/>
          </a:p>
          <a:p>
            <a:pPr marL="0" indent="0">
              <a:buFont typeface="Corbel" pitchFamily="34" charset="0"/>
              <a:buNone/>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362E6AB-B80A-82F3-CE44-D5AC0F63CF0B}"/>
              </a:ext>
            </a:extLst>
          </p:cNvPr>
          <p:cNvSpPr>
            <a:spLocks noGrp="1"/>
          </p:cNvSpPr>
          <p:nvPr>
            <p:ph type="sldNum" sz="quarter" idx="12"/>
          </p:nvPr>
        </p:nvSpPr>
        <p:spPr/>
        <p:txBody>
          <a:bodyPr/>
          <a:lstStyle/>
          <a:p>
            <a:fld id="{69F21BBE-7842-470C-94BF-4E4E50831BF5}" type="slidenum">
              <a:rPr lang="en-AU" smtClean="0"/>
              <a:t>73</a:t>
            </a:fld>
            <a:endParaRPr lang="en-AU"/>
          </a:p>
        </p:txBody>
      </p:sp>
    </p:spTree>
    <p:extLst>
      <p:ext uri="{BB962C8B-B14F-4D97-AF65-F5344CB8AC3E}">
        <p14:creationId xmlns:p14="http://schemas.microsoft.com/office/powerpoint/2010/main" val="11921624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9AC2B-DDDE-109E-3A8C-1BCF2905EC09}"/>
              </a:ext>
            </a:extLst>
          </p:cNvPr>
          <p:cNvSpPr>
            <a:spLocks noGrp="1"/>
          </p:cNvSpPr>
          <p:nvPr>
            <p:ph type="title"/>
          </p:nvPr>
        </p:nvSpPr>
        <p:spPr/>
        <p:txBody>
          <a:bodyPr/>
          <a:lstStyle/>
          <a:p>
            <a:r>
              <a:rPr lang="en-US" dirty="0"/>
              <a:t>Precision &amp; Recall</a:t>
            </a:r>
          </a:p>
        </p:txBody>
      </p:sp>
      <p:sp>
        <p:nvSpPr>
          <p:cNvPr id="3" name="Content Placeholder 2">
            <a:extLst>
              <a:ext uri="{FF2B5EF4-FFF2-40B4-BE49-F238E27FC236}">
                <a16:creationId xmlns:a16="http://schemas.microsoft.com/office/drawing/2014/main" id="{685EDE9B-8237-370B-969D-9DD386B35F57}"/>
              </a:ext>
            </a:extLst>
          </p:cNvPr>
          <p:cNvSpPr>
            <a:spLocks noGrp="1"/>
          </p:cNvSpPr>
          <p:nvPr>
            <p:ph idx="1"/>
          </p:nvPr>
        </p:nvSpPr>
        <p:spPr/>
        <p:txBody>
          <a:bodyPr>
            <a:normAutofit/>
          </a:bodyPr>
          <a:lstStyle/>
          <a:p>
            <a:pPr marL="0" indent="0">
              <a:buNone/>
            </a:pPr>
            <a:r>
              <a:rPr lang="en-US" dirty="0"/>
              <a:t>Accuracy of our "nothing is pie" classifier</a:t>
            </a:r>
          </a:p>
          <a:p>
            <a:pPr marL="0" indent="0">
              <a:buNone/>
            </a:pPr>
            <a:r>
              <a:rPr lang="en-US" dirty="0"/>
              <a:t>	</a:t>
            </a:r>
            <a:r>
              <a:rPr lang="en-US" dirty="0">
                <a:cs typeface="Calibri" panose="020F0502020204030204" pitchFamily="34" charset="0"/>
              </a:rPr>
              <a:t>999,900 true negatives  and 100 false negatives</a:t>
            </a:r>
          </a:p>
          <a:p>
            <a:pPr marL="0" indent="0">
              <a:buNone/>
            </a:pPr>
            <a:r>
              <a:rPr lang="en-US" dirty="0">
                <a:effectLst/>
                <a:cs typeface="Calibri" panose="020F0502020204030204" pitchFamily="34" charset="0"/>
              </a:rPr>
              <a:t>	Accuracy is 999,900/1,000,000 = </a:t>
            </a:r>
            <a:r>
              <a:rPr lang="en-US" dirty="0">
                <a:solidFill>
                  <a:srgbClr val="0200FF"/>
                </a:solidFill>
                <a:effectLst/>
                <a:cs typeface="Calibri" panose="020F0502020204030204" pitchFamily="34" charset="0"/>
              </a:rPr>
              <a:t>99.99%</a:t>
            </a:r>
            <a:r>
              <a:rPr lang="en-US" dirty="0">
                <a:effectLst/>
                <a:cs typeface="Calibri" panose="020F0502020204030204" pitchFamily="34" charset="0"/>
              </a:rPr>
              <a:t>!</a:t>
            </a:r>
          </a:p>
          <a:p>
            <a:pPr marL="0" indent="0">
              <a:buNone/>
            </a:pPr>
            <a:r>
              <a:rPr lang="en-US" dirty="0">
                <a:effectLst/>
                <a:cs typeface="Calibri" panose="020F0502020204030204" pitchFamily="34" charset="0"/>
              </a:rPr>
              <a:t>	But useless at finding pie-lovers (or haters)!!</a:t>
            </a:r>
          </a:p>
          <a:p>
            <a:pPr marL="0" indent="0">
              <a:buNone/>
            </a:pPr>
            <a:r>
              <a:rPr lang="en-US" dirty="0">
                <a:effectLst/>
                <a:cs typeface="Calibri" panose="020F0502020204030204" pitchFamily="34" charset="0"/>
              </a:rPr>
              <a:t>	Which was our goal!</a:t>
            </a:r>
          </a:p>
          <a:p>
            <a:pPr marL="0" indent="0">
              <a:buNone/>
            </a:pPr>
            <a:r>
              <a:rPr lang="en-US" dirty="0">
                <a:cs typeface="Calibri" panose="020F0502020204030204" pitchFamily="34" charset="0"/>
              </a:rPr>
              <a:t>Accuracy doesn't work well for unbalanced classes </a:t>
            </a:r>
          </a:p>
          <a:p>
            <a:pPr marL="0" indent="0">
              <a:buNone/>
            </a:pPr>
            <a:r>
              <a:rPr lang="en-US" dirty="0">
                <a:cs typeface="Calibri" panose="020F0502020204030204" pitchFamily="34" charset="0"/>
              </a:rPr>
              <a:t>	Most tweets are not about pie!</a:t>
            </a:r>
          </a:p>
          <a:p>
            <a:pPr marL="0" indent="0">
              <a:buNone/>
            </a:pPr>
            <a:endParaRPr lang="en-US" dirty="0"/>
          </a:p>
          <a:p>
            <a:pPr marL="0" indent="0">
              <a:buNone/>
            </a:pPr>
            <a:endParaRPr lang="en-US" dirty="0"/>
          </a:p>
          <a:p>
            <a:pPr marL="0" indent="0">
              <a:buNone/>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852CB98-A143-7E7B-E7A3-FE4BD6CF5702}"/>
              </a:ext>
            </a:extLst>
          </p:cNvPr>
          <p:cNvSpPr>
            <a:spLocks noGrp="1"/>
          </p:cNvSpPr>
          <p:nvPr>
            <p:ph type="sldNum" sz="quarter" idx="12"/>
          </p:nvPr>
        </p:nvSpPr>
        <p:spPr/>
        <p:txBody>
          <a:bodyPr/>
          <a:lstStyle/>
          <a:p>
            <a:fld id="{69F21BBE-7842-470C-94BF-4E4E50831BF5}" type="slidenum">
              <a:rPr lang="en-AU" smtClean="0"/>
              <a:t>74</a:t>
            </a:fld>
            <a:endParaRPr lang="en-AU"/>
          </a:p>
        </p:txBody>
      </p:sp>
    </p:spTree>
    <p:extLst>
      <p:ext uri="{BB962C8B-B14F-4D97-AF65-F5344CB8AC3E}">
        <p14:creationId xmlns:p14="http://schemas.microsoft.com/office/powerpoint/2010/main" val="29699789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D0F65-109F-ED81-B892-CC2D7D877A2F}"/>
              </a:ext>
            </a:extLst>
          </p:cNvPr>
          <p:cNvSpPr>
            <a:spLocks noGrp="1"/>
          </p:cNvSpPr>
          <p:nvPr>
            <p:ph type="title"/>
          </p:nvPr>
        </p:nvSpPr>
        <p:spPr/>
        <p:txBody>
          <a:bodyPr/>
          <a:lstStyle/>
          <a:p>
            <a:r>
              <a:rPr lang="en-US" dirty="0"/>
              <a:t>Precision &amp; Recall</a:t>
            </a:r>
          </a:p>
        </p:txBody>
      </p:sp>
      <p:sp>
        <p:nvSpPr>
          <p:cNvPr id="3" name="Content Placeholder 2">
            <a:extLst>
              <a:ext uri="{FF2B5EF4-FFF2-40B4-BE49-F238E27FC236}">
                <a16:creationId xmlns:a16="http://schemas.microsoft.com/office/drawing/2014/main" id="{A612BE65-E1D6-D5F8-CA43-609D927F3FAD}"/>
              </a:ext>
            </a:extLst>
          </p:cNvPr>
          <p:cNvSpPr>
            <a:spLocks noGrp="1"/>
          </p:cNvSpPr>
          <p:nvPr>
            <p:ph idx="1"/>
          </p:nvPr>
        </p:nvSpPr>
        <p:spPr>
          <a:xfrm>
            <a:off x="1143000" y="1874520"/>
            <a:ext cx="9872871" cy="4038600"/>
          </a:xfrm>
        </p:spPr>
        <p:txBody>
          <a:bodyPr/>
          <a:lstStyle/>
          <a:p>
            <a:pPr algn="just"/>
            <a:r>
              <a:rPr lang="en-US" dirty="0"/>
              <a:t>Precision: % of selected items that are correct</a:t>
            </a:r>
          </a:p>
          <a:p>
            <a:pPr lvl="1" algn="just"/>
            <a:r>
              <a:rPr lang="en-US" dirty="0"/>
              <a:t>Precision measures the percentage of the items that the system detected (i.e., the system labeled as positive) that are in fact positive (i.e., are positive according to the human gold labels).</a:t>
            </a:r>
          </a:p>
          <a:p>
            <a:pPr algn="just"/>
            <a:r>
              <a:rPr lang="en-US" dirty="0"/>
              <a:t>Recall: % of correct items that are selected</a:t>
            </a:r>
          </a:p>
          <a:p>
            <a:pPr lvl="1" algn="just"/>
            <a:r>
              <a:rPr lang="en-US" dirty="0"/>
              <a:t>Recall measures the percentage of items actually present in the input that were correctly identified by the system.</a:t>
            </a:r>
          </a:p>
          <a:p>
            <a:pPr algn="just"/>
            <a:endParaRPr lang="en-US" dirty="0"/>
          </a:p>
          <a:p>
            <a:pPr algn="just"/>
            <a:endParaRPr lang="en-US" dirty="0"/>
          </a:p>
        </p:txBody>
      </p:sp>
      <p:sp>
        <p:nvSpPr>
          <p:cNvPr id="4" name="Slide Number Placeholder 3">
            <a:extLst>
              <a:ext uri="{FF2B5EF4-FFF2-40B4-BE49-F238E27FC236}">
                <a16:creationId xmlns:a16="http://schemas.microsoft.com/office/drawing/2014/main" id="{0C292CCA-E918-AFC6-1428-255C102FC889}"/>
              </a:ext>
            </a:extLst>
          </p:cNvPr>
          <p:cNvSpPr>
            <a:spLocks noGrp="1"/>
          </p:cNvSpPr>
          <p:nvPr>
            <p:ph type="sldNum" sz="quarter" idx="12"/>
          </p:nvPr>
        </p:nvSpPr>
        <p:spPr/>
        <p:txBody>
          <a:bodyPr/>
          <a:lstStyle/>
          <a:p>
            <a:fld id="{69F21BBE-7842-470C-94BF-4E4E50831BF5}" type="slidenum">
              <a:rPr lang="en-AU" smtClean="0"/>
              <a:t>75</a:t>
            </a:fld>
            <a:endParaRPr lang="en-AU"/>
          </a:p>
        </p:txBody>
      </p:sp>
      <p:pic>
        <p:nvPicPr>
          <p:cNvPr id="5" name="Picture 4">
            <a:extLst>
              <a:ext uri="{FF2B5EF4-FFF2-40B4-BE49-F238E27FC236}">
                <a16:creationId xmlns:a16="http://schemas.microsoft.com/office/drawing/2014/main" id="{AA04F460-5B63-420A-28E9-550185BED33D}"/>
              </a:ext>
            </a:extLst>
          </p:cNvPr>
          <p:cNvPicPr>
            <a:picLocks noChangeAspect="1"/>
          </p:cNvPicPr>
          <p:nvPr/>
        </p:nvPicPr>
        <p:blipFill>
          <a:blip r:embed="rId2"/>
          <a:srcRect/>
          <a:stretch/>
        </p:blipFill>
        <p:spPr>
          <a:xfrm>
            <a:off x="2459341" y="4212335"/>
            <a:ext cx="6652411" cy="2376618"/>
          </a:xfrm>
          <a:prstGeom prst="rect">
            <a:avLst/>
          </a:prstGeom>
        </p:spPr>
      </p:pic>
    </p:spTree>
    <p:extLst>
      <p:ext uri="{BB962C8B-B14F-4D97-AF65-F5344CB8AC3E}">
        <p14:creationId xmlns:p14="http://schemas.microsoft.com/office/powerpoint/2010/main" val="3537659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E4705-377A-0622-0F3F-9B51DAF408D8}"/>
              </a:ext>
            </a:extLst>
          </p:cNvPr>
          <p:cNvSpPr>
            <a:spLocks noGrp="1"/>
          </p:cNvSpPr>
          <p:nvPr>
            <p:ph type="title"/>
          </p:nvPr>
        </p:nvSpPr>
        <p:spPr/>
        <p:txBody>
          <a:bodyPr/>
          <a:lstStyle/>
          <a:p>
            <a:r>
              <a:rPr lang="en-US" dirty="0"/>
              <a:t>Precision &amp; Recall</a:t>
            </a:r>
          </a:p>
        </p:txBody>
      </p:sp>
      <p:sp>
        <p:nvSpPr>
          <p:cNvPr id="3" name="Content Placeholder 2">
            <a:extLst>
              <a:ext uri="{FF2B5EF4-FFF2-40B4-BE49-F238E27FC236}">
                <a16:creationId xmlns:a16="http://schemas.microsoft.com/office/drawing/2014/main" id="{E1B9BB2B-FFEC-9190-F454-21C6269C806B}"/>
              </a:ext>
            </a:extLst>
          </p:cNvPr>
          <p:cNvSpPr>
            <a:spLocks noGrp="1"/>
          </p:cNvSpPr>
          <p:nvPr>
            <p:ph idx="1"/>
          </p:nvPr>
        </p:nvSpPr>
        <p:spPr/>
        <p:txBody>
          <a:bodyPr>
            <a:normAutofit/>
          </a:bodyPr>
          <a:lstStyle/>
          <a:p>
            <a:pPr marL="0" indent="0">
              <a:buNone/>
            </a:pPr>
            <a:r>
              <a:rPr lang="en-US" dirty="0">
                <a:solidFill>
                  <a:schemeClr val="tx1"/>
                </a:solidFill>
                <a:cs typeface="Calibri" panose="020F0502020204030204" pitchFamily="34" charset="0"/>
              </a:rPr>
              <a:t>Stupid classifier: Just say no: every tweet is "not about pie"</a:t>
            </a:r>
          </a:p>
          <a:p>
            <a:pPr marL="180975" indent="-180975">
              <a:buFont typeface="Arial" panose="020B0604020202020204" pitchFamily="34" charset="0"/>
              <a:buChar char="•"/>
            </a:pPr>
            <a:r>
              <a:rPr lang="en-US" dirty="0">
                <a:solidFill>
                  <a:schemeClr val="tx1"/>
                </a:solidFill>
                <a:cs typeface="Calibri" panose="020F0502020204030204" pitchFamily="34" charset="0"/>
              </a:rPr>
              <a:t>100 tweets  talk about pie,   999,900 tweets don't</a:t>
            </a:r>
          </a:p>
          <a:p>
            <a:pPr marL="180975" indent="-180975">
              <a:buFont typeface="Arial" panose="020B0604020202020204" pitchFamily="34" charset="0"/>
              <a:buChar char="•"/>
            </a:pPr>
            <a:r>
              <a:rPr lang="en-US" dirty="0">
                <a:effectLst/>
                <a:cs typeface="Calibri" panose="020F0502020204030204" pitchFamily="34" charset="0"/>
              </a:rPr>
              <a:t>Accuracy = 999,900/1,000,000 = </a:t>
            </a:r>
            <a:r>
              <a:rPr lang="en-US" dirty="0">
                <a:solidFill>
                  <a:srgbClr val="0200FF"/>
                </a:solidFill>
                <a:effectLst/>
                <a:cs typeface="Calibri" panose="020F0502020204030204" pitchFamily="34" charset="0"/>
              </a:rPr>
              <a:t>99.99%</a:t>
            </a:r>
            <a:endParaRPr lang="en-US" dirty="0">
              <a:effectLst/>
              <a:cs typeface="Calibri" panose="020F0502020204030204" pitchFamily="34" charset="0"/>
            </a:endParaRPr>
          </a:p>
          <a:p>
            <a:pPr marL="0" indent="0">
              <a:buNone/>
            </a:pPr>
            <a:r>
              <a:rPr lang="en-US" dirty="0">
                <a:cs typeface="Calibri" panose="020F0502020204030204" pitchFamily="34" charset="0"/>
              </a:rPr>
              <a:t>But the Recall and Precision for this classifier are terrible:</a:t>
            </a:r>
            <a:endParaRPr lang="en-US" dirty="0">
              <a:effectLst/>
              <a:cs typeface="Calibri" panose="020F0502020204030204" pitchFamily="34" charset="0"/>
            </a:endParaRPr>
          </a:p>
          <a:p>
            <a:pPr marL="0" indent="0">
              <a:buNone/>
            </a:pPr>
            <a:endParaRPr lang="en-US" dirty="0"/>
          </a:p>
          <a:p>
            <a:pPr marL="0" indent="0">
              <a:buNone/>
            </a:pPr>
            <a:endParaRPr lang="en-US" dirty="0"/>
          </a:p>
          <a:p>
            <a:pPr marL="0" indent="0">
              <a:buNone/>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2740AA2-A734-22B9-0316-BF4D52EC44AB}"/>
              </a:ext>
            </a:extLst>
          </p:cNvPr>
          <p:cNvSpPr>
            <a:spLocks noGrp="1"/>
          </p:cNvSpPr>
          <p:nvPr>
            <p:ph type="sldNum" sz="quarter" idx="12"/>
          </p:nvPr>
        </p:nvSpPr>
        <p:spPr/>
        <p:txBody>
          <a:bodyPr/>
          <a:lstStyle/>
          <a:p>
            <a:fld id="{69F21BBE-7842-470C-94BF-4E4E50831BF5}" type="slidenum">
              <a:rPr lang="en-AU" smtClean="0"/>
              <a:t>76</a:t>
            </a:fld>
            <a:endParaRPr lang="en-AU"/>
          </a:p>
        </p:txBody>
      </p:sp>
      <p:pic>
        <p:nvPicPr>
          <p:cNvPr id="7" name="Picture 6">
            <a:extLst>
              <a:ext uri="{FF2B5EF4-FFF2-40B4-BE49-F238E27FC236}">
                <a16:creationId xmlns:a16="http://schemas.microsoft.com/office/drawing/2014/main" id="{5B419135-2549-391F-FEF2-C0146ACF6EF3}"/>
              </a:ext>
            </a:extLst>
          </p:cNvPr>
          <p:cNvPicPr>
            <a:picLocks noChangeAspect="1"/>
          </p:cNvPicPr>
          <p:nvPr/>
        </p:nvPicPr>
        <p:blipFill>
          <a:blip r:embed="rId2"/>
          <a:stretch>
            <a:fillRect/>
          </a:stretch>
        </p:blipFill>
        <p:spPr>
          <a:xfrm>
            <a:off x="3590731" y="4345863"/>
            <a:ext cx="4701442" cy="698500"/>
          </a:xfrm>
          <a:prstGeom prst="rect">
            <a:avLst/>
          </a:prstGeom>
        </p:spPr>
      </p:pic>
      <p:pic>
        <p:nvPicPr>
          <p:cNvPr id="8" name="Picture 7">
            <a:extLst>
              <a:ext uri="{FF2B5EF4-FFF2-40B4-BE49-F238E27FC236}">
                <a16:creationId xmlns:a16="http://schemas.microsoft.com/office/drawing/2014/main" id="{7AB37576-0CE5-EA00-2233-2FB5AC0A193C}"/>
              </a:ext>
            </a:extLst>
          </p:cNvPr>
          <p:cNvPicPr>
            <a:picLocks noChangeAspect="1"/>
          </p:cNvPicPr>
          <p:nvPr/>
        </p:nvPicPr>
        <p:blipFill>
          <a:blip r:embed="rId3"/>
          <a:stretch>
            <a:fillRect/>
          </a:stretch>
        </p:blipFill>
        <p:spPr>
          <a:xfrm>
            <a:off x="3514531" y="5272963"/>
            <a:ext cx="4470400" cy="715264"/>
          </a:xfrm>
          <a:prstGeom prst="rect">
            <a:avLst/>
          </a:prstGeom>
        </p:spPr>
      </p:pic>
    </p:spTree>
    <p:extLst>
      <p:ext uri="{BB962C8B-B14F-4D97-AF65-F5344CB8AC3E}">
        <p14:creationId xmlns:p14="http://schemas.microsoft.com/office/powerpoint/2010/main" val="29105447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546B7-2B8B-E3EE-FC6B-CC6FDF4800D7}"/>
              </a:ext>
            </a:extLst>
          </p:cNvPr>
          <p:cNvSpPr>
            <a:spLocks noGrp="1"/>
          </p:cNvSpPr>
          <p:nvPr>
            <p:ph type="title"/>
          </p:nvPr>
        </p:nvSpPr>
        <p:spPr/>
        <p:txBody>
          <a:bodyPr/>
          <a:lstStyle/>
          <a:p>
            <a:r>
              <a:rPr lang="en-US" dirty="0"/>
              <a:t>F1- Score</a:t>
            </a:r>
          </a:p>
        </p:txBody>
      </p:sp>
      <p:sp>
        <p:nvSpPr>
          <p:cNvPr id="3" name="Content Placeholder 2">
            <a:extLst>
              <a:ext uri="{FF2B5EF4-FFF2-40B4-BE49-F238E27FC236}">
                <a16:creationId xmlns:a16="http://schemas.microsoft.com/office/drawing/2014/main" id="{238348FC-4E59-F4B9-FF56-6939D2AC6516}"/>
              </a:ext>
            </a:extLst>
          </p:cNvPr>
          <p:cNvSpPr>
            <a:spLocks noGrp="1"/>
          </p:cNvSpPr>
          <p:nvPr>
            <p:ph idx="1"/>
          </p:nvPr>
        </p:nvSpPr>
        <p:spPr/>
        <p:txBody>
          <a:bodyPr/>
          <a:lstStyle/>
          <a:p>
            <a:r>
              <a:rPr lang="en-US" dirty="0"/>
              <a:t>F1 is a  combination of precision and recall.</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99284B6-CD7C-270E-CA6D-C23C7C932C60}"/>
              </a:ext>
            </a:extLst>
          </p:cNvPr>
          <p:cNvSpPr>
            <a:spLocks noGrp="1"/>
          </p:cNvSpPr>
          <p:nvPr>
            <p:ph type="sldNum" sz="quarter" idx="12"/>
          </p:nvPr>
        </p:nvSpPr>
        <p:spPr/>
        <p:txBody>
          <a:bodyPr/>
          <a:lstStyle/>
          <a:p>
            <a:fld id="{69F21BBE-7842-470C-94BF-4E4E50831BF5}" type="slidenum">
              <a:rPr lang="en-AU" smtClean="0"/>
              <a:t>77</a:t>
            </a:fld>
            <a:endParaRPr lang="en-AU"/>
          </a:p>
        </p:txBody>
      </p:sp>
      <p:pic>
        <p:nvPicPr>
          <p:cNvPr id="5" name="Picture 4">
            <a:extLst>
              <a:ext uri="{FF2B5EF4-FFF2-40B4-BE49-F238E27FC236}">
                <a16:creationId xmlns:a16="http://schemas.microsoft.com/office/drawing/2014/main" id="{7C664C3F-043C-852D-DCE9-791D6F51C7FC}"/>
              </a:ext>
            </a:extLst>
          </p:cNvPr>
          <p:cNvPicPr>
            <a:picLocks noChangeAspect="1"/>
          </p:cNvPicPr>
          <p:nvPr/>
        </p:nvPicPr>
        <p:blipFill>
          <a:blip r:embed="rId2"/>
          <a:stretch>
            <a:fillRect/>
          </a:stretch>
        </p:blipFill>
        <p:spPr>
          <a:xfrm>
            <a:off x="4153677" y="2819400"/>
            <a:ext cx="2650434" cy="1219200"/>
          </a:xfrm>
          <a:prstGeom prst="rect">
            <a:avLst/>
          </a:prstGeom>
        </p:spPr>
      </p:pic>
    </p:spTree>
    <p:extLst>
      <p:ext uri="{BB962C8B-B14F-4D97-AF65-F5344CB8AC3E}">
        <p14:creationId xmlns:p14="http://schemas.microsoft.com/office/powerpoint/2010/main" val="16156021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9DCF-68DC-3E76-3DB9-FA7BF81BAED8}"/>
              </a:ext>
            </a:extLst>
          </p:cNvPr>
          <p:cNvSpPr>
            <a:spLocks noGrp="1"/>
          </p:cNvSpPr>
          <p:nvPr>
            <p:ph type="title"/>
          </p:nvPr>
        </p:nvSpPr>
        <p:spPr/>
        <p:txBody>
          <a:bodyPr/>
          <a:lstStyle/>
          <a:p>
            <a:r>
              <a:rPr lang="en-AU" dirty="0"/>
              <a:t>References</a:t>
            </a:r>
          </a:p>
        </p:txBody>
      </p:sp>
      <p:sp>
        <p:nvSpPr>
          <p:cNvPr id="3" name="Content Placeholder 2">
            <a:extLst>
              <a:ext uri="{FF2B5EF4-FFF2-40B4-BE49-F238E27FC236}">
                <a16:creationId xmlns:a16="http://schemas.microsoft.com/office/drawing/2014/main" id="{07743191-C707-FA38-025F-4001B977F795}"/>
              </a:ext>
            </a:extLst>
          </p:cNvPr>
          <p:cNvSpPr>
            <a:spLocks noGrp="1"/>
          </p:cNvSpPr>
          <p:nvPr>
            <p:ph idx="1"/>
          </p:nvPr>
        </p:nvSpPr>
        <p:spPr/>
        <p:txBody>
          <a:bodyPr>
            <a:normAutofit/>
          </a:bodyPr>
          <a:lstStyle/>
          <a:p>
            <a:r>
              <a:rPr lang="en-US" dirty="0"/>
              <a:t>Daniel </a:t>
            </a:r>
            <a:r>
              <a:rPr lang="en-US" dirty="0" err="1"/>
              <a:t>Jurafsky</a:t>
            </a:r>
            <a:r>
              <a:rPr lang="en-US" dirty="0"/>
              <a:t> and James H. Martin. Speech and Language Processing, 3rd edition, 2024.</a:t>
            </a:r>
            <a:endParaRPr lang="en-AU" u="sng" dirty="0">
              <a:hlinkClick r:id="rId2">
                <a:extLst>
                  <a:ext uri="{A12FA001-AC4F-418D-AE19-62706E023703}">
                    <ahyp:hlinkClr xmlns:ahyp="http://schemas.microsoft.com/office/drawing/2018/hyperlinkcolor" val="tx"/>
                  </a:ext>
                </a:extLst>
              </a:hlinkClick>
            </a:endParaRPr>
          </a:p>
          <a:p>
            <a:r>
              <a:rPr lang="en-US" dirty="0"/>
              <a:t>Hobson Lane and Maria </a:t>
            </a:r>
            <a:r>
              <a:rPr lang="en-US" dirty="0" err="1"/>
              <a:t>Dyshel</a:t>
            </a:r>
            <a:r>
              <a:rPr lang="en-US" dirty="0"/>
              <a:t>. Natural Language Processing in Action, 2nd Edition, 2025.</a:t>
            </a:r>
          </a:p>
          <a:p>
            <a:r>
              <a:rPr lang="en-US"/>
              <a:t>https://www.analyticsvidhya.com/blog/2022/03/building-naive-bayes-classifier-from-scratch-to-perform-sentiment-analysis/</a:t>
            </a:r>
            <a:endParaRPr lang="en-US" dirty="0"/>
          </a:p>
          <a:p>
            <a:r>
              <a:rPr lang="en-AU" dirty="0"/>
              <a:t>https://www.youtube.com/watch?v=YVC-L_lLQb4</a:t>
            </a:r>
          </a:p>
          <a:p>
            <a:endParaRPr lang="en-AU" dirty="0"/>
          </a:p>
          <a:p>
            <a:endParaRPr lang="en-AU" dirty="0"/>
          </a:p>
        </p:txBody>
      </p:sp>
      <p:sp>
        <p:nvSpPr>
          <p:cNvPr id="4" name="Slide Number Placeholder 3">
            <a:extLst>
              <a:ext uri="{FF2B5EF4-FFF2-40B4-BE49-F238E27FC236}">
                <a16:creationId xmlns:a16="http://schemas.microsoft.com/office/drawing/2014/main" id="{854AEDBE-EE43-D3EE-64D6-386C27417FB5}"/>
              </a:ext>
            </a:extLst>
          </p:cNvPr>
          <p:cNvSpPr>
            <a:spLocks noGrp="1"/>
          </p:cNvSpPr>
          <p:nvPr>
            <p:ph type="sldNum" sz="quarter" idx="12"/>
          </p:nvPr>
        </p:nvSpPr>
        <p:spPr/>
        <p:txBody>
          <a:bodyPr/>
          <a:lstStyle/>
          <a:p>
            <a:fld id="{69F21BBE-7842-470C-94BF-4E4E50831BF5}" type="slidenum">
              <a:rPr lang="en-AU" smtClean="0"/>
              <a:t>78</a:t>
            </a:fld>
            <a:endParaRPr lang="en-AU"/>
          </a:p>
        </p:txBody>
      </p:sp>
    </p:spTree>
    <p:extLst>
      <p:ext uri="{BB962C8B-B14F-4D97-AF65-F5344CB8AC3E}">
        <p14:creationId xmlns:p14="http://schemas.microsoft.com/office/powerpoint/2010/main" val="1427609750"/>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Basis</Template>
  <TotalTime>2531</TotalTime>
  <Words>4298</Words>
  <Application>Microsoft Office PowerPoint</Application>
  <PresentationFormat>Widescreen</PresentationFormat>
  <Paragraphs>608</Paragraphs>
  <Slides>78</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78</vt:i4>
      </vt:variant>
    </vt:vector>
  </HeadingPairs>
  <TitlesOfParts>
    <vt:vector size="90" baseType="lpstr">
      <vt:lpstr>ＭＳ Ｐゴシック</vt:lpstr>
      <vt:lpstr>Aptos</vt:lpstr>
      <vt:lpstr>Arial</vt:lpstr>
      <vt:lpstr>Calibri</vt:lpstr>
      <vt:lpstr>Corbel</vt:lpstr>
      <vt:lpstr>Lucida Sans</vt:lpstr>
      <vt:lpstr>NimbusRomNo9L-Regu</vt:lpstr>
      <vt:lpstr>NimbusRomNo9L-ReguItal</vt:lpstr>
      <vt:lpstr>Rockwell</vt:lpstr>
      <vt:lpstr>Tw Cen MT</vt:lpstr>
      <vt:lpstr>Wingdings</vt:lpstr>
      <vt:lpstr>Basis</vt:lpstr>
      <vt:lpstr>Text classification</vt:lpstr>
      <vt:lpstr>Basic Terminologies</vt:lpstr>
      <vt:lpstr>Basic Terminologies</vt:lpstr>
      <vt:lpstr>Classification</vt:lpstr>
      <vt:lpstr>Text Classification</vt:lpstr>
      <vt:lpstr>Spam Detection</vt:lpstr>
      <vt:lpstr>Authorship Attribution</vt:lpstr>
      <vt:lpstr>Article Categorization</vt:lpstr>
      <vt:lpstr>Sentiment Analysis</vt:lpstr>
      <vt:lpstr>Sentiment Analysis Methods</vt:lpstr>
      <vt:lpstr>Rule Based Approach</vt:lpstr>
      <vt:lpstr>Machine Learning Approach</vt:lpstr>
      <vt:lpstr>Bag of Words (BoW)</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 (Assumptions)</vt:lpstr>
      <vt:lpstr>Naive Bayes Classifier (Assumptions)</vt:lpstr>
      <vt:lpstr>Naive Bayes Classifier (Assumptions)</vt:lpstr>
      <vt:lpstr>Naive Bayes Classifier (Assumptions)</vt:lpstr>
      <vt:lpstr>Naive Bayes Classifier (Assumptions)</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Naive Bayes Classifier</vt:lpstr>
      <vt:lpstr>Optimizing for Sentiment Analysis</vt:lpstr>
      <vt:lpstr>Optimizing for Sentiment Analysis</vt:lpstr>
      <vt:lpstr>Optimizing for Sentiment Analysis</vt:lpstr>
      <vt:lpstr>Optimizing for Sentiment Analysis</vt:lpstr>
      <vt:lpstr>Optimizing for Sentiment Analysis</vt:lpstr>
      <vt:lpstr>Evaluation: Accuracy, Precision, Recall, F-measure</vt:lpstr>
      <vt:lpstr>Confusion Matrix</vt:lpstr>
      <vt:lpstr>Accuracy</vt:lpstr>
      <vt:lpstr>Precision &amp; Recall</vt:lpstr>
      <vt:lpstr>Precision &amp; Recall</vt:lpstr>
      <vt:lpstr>Precision &amp; Recall</vt:lpstr>
      <vt:lpstr>Precision &amp; Recall</vt:lpstr>
      <vt:lpstr>F1- Score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Abdus Salam</dc:creator>
  <cp:lastModifiedBy>Abdus Salam</cp:lastModifiedBy>
  <cp:revision>1</cp:revision>
  <dcterms:created xsi:type="dcterms:W3CDTF">2025-03-08T08:28:56Z</dcterms:created>
  <dcterms:modified xsi:type="dcterms:W3CDTF">2025-04-09T17:55:45Z</dcterms:modified>
</cp:coreProperties>
</file>