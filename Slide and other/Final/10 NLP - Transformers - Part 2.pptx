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28"/>
  </p:notesMasterIdLst>
  <p:handoutMasterIdLst>
    <p:handoutMasterId r:id="rId29"/>
  </p:handoutMasterIdLst>
  <p:sldIdLst>
    <p:sldId id="1918" r:id="rId2"/>
    <p:sldId id="1939" r:id="rId3"/>
    <p:sldId id="610" r:id="rId4"/>
    <p:sldId id="1949" r:id="rId5"/>
    <p:sldId id="1951" r:id="rId6"/>
    <p:sldId id="611" r:id="rId7"/>
    <p:sldId id="1952" r:id="rId8"/>
    <p:sldId id="1953" r:id="rId9"/>
    <p:sldId id="1954" r:id="rId10"/>
    <p:sldId id="1955" r:id="rId11"/>
    <p:sldId id="1956" r:id="rId12"/>
    <p:sldId id="1957" r:id="rId13"/>
    <p:sldId id="1958" r:id="rId14"/>
    <p:sldId id="1959" r:id="rId15"/>
    <p:sldId id="1971" r:id="rId16"/>
    <p:sldId id="1960" r:id="rId17"/>
    <p:sldId id="1961" r:id="rId18"/>
    <p:sldId id="1966" r:id="rId19"/>
    <p:sldId id="1967" r:id="rId20"/>
    <p:sldId id="1968" r:id="rId21"/>
    <p:sldId id="620" r:id="rId22"/>
    <p:sldId id="612" r:id="rId23"/>
    <p:sldId id="1969" r:id="rId24"/>
    <p:sldId id="1970" r:id="rId25"/>
    <p:sldId id="621" r:id="rId26"/>
    <p:sldId id="1948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17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354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532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709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5886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062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240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418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46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CFF"/>
    <a:srgbClr val="404040"/>
    <a:srgbClr val="58595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9C2EA-8D8C-4178-A525-AA5E33AD8AA7}" v="9" dt="2025-09-14T08:22:54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45" autoAdjust="0"/>
    <p:restoredTop sz="81096"/>
  </p:normalViewPr>
  <p:slideViewPr>
    <p:cSldViewPr>
      <p:cViewPr varScale="1">
        <p:scale>
          <a:sx n="64" d="100"/>
          <a:sy n="64" d="100"/>
        </p:scale>
        <p:origin x="72" y="120"/>
      </p:cViewPr>
      <p:guideLst>
        <p:guide orient="horz" pos="2064"/>
        <p:guide pos="46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s Salam" userId="0e2b1981-3d04-4857-a4cb-b2b53ead0854" providerId="ADAL" clId="{2FD18229-7601-4166-AE6D-EDAE7A66C71F}"/>
    <pc:docChg chg="undo custSel addSld delSld modSld">
      <pc:chgData name="Abdus Salam" userId="0e2b1981-3d04-4857-a4cb-b2b53ead0854" providerId="ADAL" clId="{2FD18229-7601-4166-AE6D-EDAE7A66C71F}" dt="2025-09-14T08:24:43.468" v="162" actId="1036"/>
      <pc:docMkLst>
        <pc:docMk/>
      </pc:docMkLst>
      <pc:sldChg chg="del">
        <pc:chgData name="Abdus Salam" userId="0e2b1981-3d04-4857-a4cb-b2b53ead0854" providerId="ADAL" clId="{2FD18229-7601-4166-AE6D-EDAE7A66C71F}" dt="2025-09-14T07:58:19.358" v="0" actId="47"/>
        <pc:sldMkLst>
          <pc:docMk/>
          <pc:sldMk cId="514305899" sldId="258"/>
        </pc:sldMkLst>
      </pc:sldChg>
      <pc:sldChg chg="del">
        <pc:chgData name="Abdus Salam" userId="0e2b1981-3d04-4857-a4cb-b2b53ead0854" providerId="ADAL" clId="{2FD18229-7601-4166-AE6D-EDAE7A66C71F}" dt="2025-09-14T07:58:22.984" v="6" actId="47"/>
        <pc:sldMkLst>
          <pc:docMk/>
          <pc:sldMk cId="976031281" sldId="601"/>
        </pc:sldMkLst>
      </pc:sldChg>
      <pc:sldChg chg="del">
        <pc:chgData name="Abdus Salam" userId="0e2b1981-3d04-4857-a4cb-b2b53ead0854" providerId="ADAL" clId="{2FD18229-7601-4166-AE6D-EDAE7A66C71F}" dt="2025-09-14T07:58:23.612" v="7" actId="47"/>
        <pc:sldMkLst>
          <pc:docMk/>
          <pc:sldMk cId="4171675283" sldId="602"/>
        </pc:sldMkLst>
      </pc:sldChg>
      <pc:sldChg chg="del">
        <pc:chgData name="Abdus Salam" userId="0e2b1981-3d04-4857-a4cb-b2b53ead0854" providerId="ADAL" clId="{2FD18229-7601-4166-AE6D-EDAE7A66C71F}" dt="2025-09-14T07:58:24.724" v="9" actId="47"/>
        <pc:sldMkLst>
          <pc:docMk/>
          <pc:sldMk cId="4160694351" sldId="603"/>
        </pc:sldMkLst>
      </pc:sldChg>
      <pc:sldChg chg="del">
        <pc:chgData name="Abdus Salam" userId="0e2b1981-3d04-4857-a4cb-b2b53ead0854" providerId="ADAL" clId="{2FD18229-7601-4166-AE6D-EDAE7A66C71F}" dt="2025-09-14T07:58:20.574" v="2" actId="47"/>
        <pc:sldMkLst>
          <pc:docMk/>
          <pc:sldMk cId="2500074558" sldId="604"/>
        </pc:sldMkLst>
      </pc:sldChg>
      <pc:sldChg chg="del">
        <pc:chgData name="Abdus Salam" userId="0e2b1981-3d04-4857-a4cb-b2b53ead0854" providerId="ADAL" clId="{2FD18229-7601-4166-AE6D-EDAE7A66C71F}" dt="2025-09-14T07:58:21.140" v="3" actId="47"/>
        <pc:sldMkLst>
          <pc:docMk/>
          <pc:sldMk cId="2049950105" sldId="605"/>
        </pc:sldMkLst>
      </pc:sldChg>
      <pc:sldChg chg="del">
        <pc:chgData name="Abdus Salam" userId="0e2b1981-3d04-4857-a4cb-b2b53ead0854" providerId="ADAL" clId="{2FD18229-7601-4166-AE6D-EDAE7A66C71F}" dt="2025-09-14T07:58:21.687" v="4" actId="47"/>
        <pc:sldMkLst>
          <pc:docMk/>
          <pc:sldMk cId="2079239988" sldId="606"/>
        </pc:sldMkLst>
      </pc:sldChg>
      <pc:sldChg chg="del">
        <pc:chgData name="Abdus Salam" userId="0e2b1981-3d04-4857-a4cb-b2b53ead0854" providerId="ADAL" clId="{2FD18229-7601-4166-AE6D-EDAE7A66C71F}" dt="2025-09-14T07:58:22.369" v="5" actId="47"/>
        <pc:sldMkLst>
          <pc:docMk/>
          <pc:sldMk cId="3036977574" sldId="607"/>
        </pc:sldMkLst>
      </pc:sldChg>
      <pc:sldChg chg="addSp modSp mod">
        <pc:chgData name="Abdus Salam" userId="0e2b1981-3d04-4857-a4cb-b2b53ead0854" providerId="ADAL" clId="{2FD18229-7601-4166-AE6D-EDAE7A66C71F}" dt="2025-09-14T08:23:02.846" v="140" actId="20577"/>
        <pc:sldMkLst>
          <pc:docMk/>
          <pc:sldMk cId="2433012344" sldId="610"/>
        </pc:sldMkLst>
        <pc:spChg chg="mod">
          <ac:chgData name="Abdus Salam" userId="0e2b1981-3d04-4857-a4cb-b2b53ead0854" providerId="ADAL" clId="{2FD18229-7601-4166-AE6D-EDAE7A66C71F}" dt="2025-09-14T08:22:15.569" v="128" actId="1035"/>
          <ac:spMkLst>
            <pc:docMk/>
            <pc:sldMk cId="2433012344" sldId="610"/>
            <ac:spMk id="2" creationId="{ED6961D0-1611-46D9-F27A-2758597A9907}"/>
          </ac:spMkLst>
        </pc:spChg>
        <pc:spChg chg="add mod">
          <ac:chgData name="Abdus Salam" userId="0e2b1981-3d04-4857-a4cb-b2b53ead0854" providerId="ADAL" clId="{2FD18229-7601-4166-AE6D-EDAE7A66C71F}" dt="2025-09-14T08:22:35.813" v="136" actId="1036"/>
          <ac:spMkLst>
            <pc:docMk/>
            <pc:sldMk cId="2433012344" sldId="610"/>
            <ac:spMk id="3" creationId="{5945597F-0C51-C331-74B4-4074739288A2}"/>
          </ac:spMkLst>
        </pc:spChg>
        <pc:spChg chg="add mod">
          <ac:chgData name="Abdus Salam" userId="0e2b1981-3d04-4857-a4cb-b2b53ead0854" providerId="ADAL" clId="{2FD18229-7601-4166-AE6D-EDAE7A66C71F}" dt="2025-09-14T08:22:27.885" v="131" actId="1036"/>
          <ac:spMkLst>
            <pc:docMk/>
            <pc:sldMk cId="2433012344" sldId="610"/>
            <ac:spMk id="6" creationId="{AD673EAA-CE8C-4B1E-CCBF-C8E1FEFADD54}"/>
          </ac:spMkLst>
        </pc:spChg>
        <pc:spChg chg="add mod">
          <ac:chgData name="Abdus Salam" userId="0e2b1981-3d04-4857-a4cb-b2b53ead0854" providerId="ADAL" clId="{2FD18229-7601-4166-AE6D-EDAE7A66C71F}" dt="2025-09-14T08:23:02.846" v="140" actId="20577"/>
          <ac:spMkLst>
            <pc:docMk/>
            <pc:sldMk cId="2433012344" sldId="610"/>
            <ac:spMk id="7" creationId="{7D0C6C05-E7CB-0E85-E72C-EE7CD06D85EB}"/>
          </ac:spMkLst>
        </pc:spChg>
        <pc:picChg chg="add mod">
          <ac:chgData name="Abdus Salam" userId="0e2b1981-3d04-4857-a4cb-b2b53ead0854" providerId="ADAL" clId="{2FD18229-7601-4166-AE6D-EDAE7A66C71F}" dt="2025-09-14T08:22:35.813" v="136" actId="1036"/>
          <ac:picMkLst>
            <pc:docMk/>
            <pc:sldMk cId="2433012344" sldId="610"/>
            <ac:picMk id="4" creationId="{6CF67FE1-4640-46BD-E569-5080937F6BB3}"/>
          </ac:picMkLst>
        </pc:picChg>
        <pc:picChg chg="mod">
          <ac:chgData name="Abdus Salam" userId="0e2b1981-3d04-4857-a4cb-b2b53ead0854" providerId="ADAL" clId="{2FD18229-7601-4166-AE6D-EDAE7A66C71F}" dt="2025-09-14T08:20:53.971" v="106" actId="1038"/>
          <ac:picMkLst>
            <pc:docMk/>
            <pc:sldMk cId="2433012344" sldId="610"/>
            <ac:picMk id="5" creationId="{C59809C6-2AD9-941E-0415-ECE39501F2B0}"/>
          </ac:picMkLst>
        </pc:picChg>
      </pc:sldChg>
      <pc:sldChg chg="del">
        <pc:chgData name="Abdus Salam" userId="0e2b1981-3d04-4857-a4cb-b2b53ead0854" providerId="ADAL" clId="{2FD18229-7601-4166-AE6D-EDAE7A66C71F}" dt="2025-09-14T07:58:25.294" v="10" actId="47"/>
        <pc:sldMkLst>
          <pc:docMk/>
          <pc:sldMk cId="2978527269" sldId="613"/>
        </pc:sldMkLst>
      </pc:sldChg>
      <pc:sldChg chg="del">
        <pc:chgData name="Abdus Salam" userId="0e2b1981-3d04-4857-a4cb-b2b53ead0854" providerId="ADAL" clId="{2FD18229-7601-4166-AE6D-EDAE7A66C71F}" dt="2025-09-14T07:58:24.154" v="8" actId="47"/>
        <pc:sldMkLst>
          <pc:docMk/>
          <pc:sldMk cId="1286910321" sldId="614"/>
        </pc:sldMkLst>
      </pc:sldChg>
      <pc:sldChg chg="del">
        <pc:chgData name="Abdus Salam" userId="0e2b1981-3d04-4857-a4cb-b2b53ead0854" providerId="ADAL" clId="{2FD18229-7601-4166-AE6D-EDAE7A66C71F}" dt="2025-09-14T07:58:26.484" v="12" actId="47"/>
        <pc:sldMkLst>
          <pc:docMk/>
          <pc:sldMk cId="1925787754" sldId="615"/>
        </pc:sldMkLst>
      </pc:sldChg>
      <pc:sldChg chg="del">
        <pc:chgData name="Abdus Salam" userId="0e2b1981-3d04-4857-a4cb-b2b53ead0854" providerId="ADAL" clId="{2FD18229-7601-4166-AE6D-EDAE7A66C71F}" dt="2025-09-14T07:58:27.134" v="13" actId="47"/>
        <pc:sldMkLst>
          <pc:docMk/>
          <pc:sldMk cId="1575462114" sldId="616"/>
        </pc:sldMkLst>
      </pc:sldChg>
      <pc:sldChg chg="del">
        <pc:chgData name="Abdus Salam" userId="0e2b1981-3d04-4857-a4cb-b2b53ead0854" providerId="ADAL" clId="{2FD18229-7601-4166-AE6D-EDAE7A66C71F}" dt="2025-09-14T08:23:11.771" v="141" actId="47"/>
        <pc:sldMkLst>
          <pc:docMk/>
          <pc:sldMk cId="3478404541" sldId="619"/>
        </pc:sldMkLst>
      </pc:sldChg>
      <pc:sldChg chg="addSp delSp modSp mod">
        <pc:chgData name="Abdus Salam" userId="0e2b1981-3d04-4857-a4cb-b2b53ead0854" providerId="ADAL" clId="{2FD18229-7601-4166-AE6D-EDAE7A66C71F}" dt="2025-09-14T08:04:46.609" v="37" actId="478"/>
        <pc:sldMkLst>
          <pc:docMk/>
          <pc:sldMk cId="2629264158" sldId="620"/>
        </pc:sldMkLst>
        <pc:spChg chg="add del mod">
          <ac:chgData name="Abdus Salam" userId="0e2b1981-3d04-4857-a4cb-b2b53ead0854" providerId="ADAL" clId="{2FD18229-7601-4166-AE6D-EDAE7A66C71F}" dt="2025-09-14T08:04:46.609" v="37" actId="478"/>
          <ac:spMkLst>
            <pc:docMk/>
            <pc:sldMk cId="2629264158" sldId="620"/>
            <ac:spMk id="4" creationId="{7B562612-BF8D-02C6-45E8-760F2898AC67}"/>
          </ac:spMkLst>
        </pc:spChg>
        <pc:picChg chg="add del">
          <ac:chgData name="Abdus Salam" userId="0e2b1981-3d04-4857-a4cb-b2b53ead0854" providerId="ADAL" clId="{2FD18229-7601-4166-AE6D-EDAE7A66C71F}" dt="2025-09-14T08:04:46.609" v="37" actId="478"/>
          <ac:picMkLst>
            <pc:docMk/>
            <pc:sldMk cId="2629264158" sldId="620"/>
            <ac:picMk id="5" creationId="{52640300-E58D-E840-817E-C8FAE90E0721}"/>
          </ac:picMkLst>
        </pc:picChg>
      </pc:sldChg>
      <pc:sldChg chg="addSp delSp modSp mod addAnim delAnim">
        <pc:chgData name="Abdus Salam" userId="0e2b1981-3d04-4857-a4cb-b2b53ead0854" providerId="ADAL" clId="{2FD18229-7601-4166-AE6D-EDAE7A66C71F}" dt="2025-09-14T08:03:51.184" v="33" actId="478"/>
        <pc:sldMkLst>
          <pc:docMk/>
          <pc:sldMk cId="3729976607" sldId="621"/>
        </pc:sldMkLst>
        <pc:spChg chg="add del mod">
          <ac:chgData name="Abdus Salam" userId="0e2b1981-3d04-4857-a4cb-b2b53ead0854" providerId="ADAL" clId="{2FD18229-7601-4166-AE6D-EDAE7A66C71F}" dt="2025-09-14T08:02:33.349" v="31" actId="478"/>
          <ac:spMkLst>
            <pc:docMk/>
            <pc:sldMk cId="3729976607" sldId="621"/>
            <ac:spMk id="8" creationId="{DA29E622-9C37-5E74-5844-0C61A80D8A47}"/>
          </ac:spMkLst>
        </pc:spChg>
        <pc:picChg chg="add del mod">
          <ac:chgData name="Abdus Salam" userId="0e2b1981-3d04-4857-a4cb-b2b53ead0854" providerId="ADAL" clId="{2FD18229-7601-4166-AE6D-EDAE7A66C71F}" dt="2025-09-14T08:03:51.184" v="33" actId="478"/>
          <ac:picMkLst>
            <pc:docMk/>
            <pc:sldMk cId="3729976607" sldId="621"/>
            <ac:picMk id="3" creationId="{B74E968E-3477-1CFE-9F70-46FD196CE83F}"/>
          </ac:picMkLst>
        </pc:picChg>
        <pc:picChg chg="add del">
          <ac:chgData name="Abdus Salam" userId="0e2b1981-3d04-4857-a4cb-b2b53ead0854" providerId="ADAL" clId="{2FD18229-7601-4166-AE6D-EDAE7A66C71F}" dt="2025-09-14T08:00:58.927" v="26" actId="22"/>
          <ac:picMkLst>
            <pc:docMk/>
            <pc:sldMk cId="3729976607" sldId="621"/>
            <ac:picMk id="5" creationId="{1E77E129-C776-EC78-D1B0-415F827C1194}"/>
          </ac:picMkLst>
        </pc:picChg>
        <pc:picChg chg="add del">
          <ac:chgData name="Abdus Salam" userId="0e2b1981-3d04-4857-a4cb-b2b53ead0854" providerId="ADAL" clId="{2FD18229-7601-4166-AE6D-EDAE7A66C71F}" dt="2025-09-14T08:02:33.349" v="31" actId="478"/>
          <ac:picMkLst>
            <pc:docMk/>
            <pc:sldMk cId="3729976607" sldId="621"/>
            <ac:picMk id="7" creationId="{C45FB925-0FA1-52E5-B3F7-B389910E8AB5}"/>
          </ac:picMkLst>
        </pc:picChg>
      </pc:sldChg>
      <pc:sldChg chg="del">
        <pc:chgData name="Abdus Salam" userId="0e2b1981-3d04-4857-a4cb-b2b53ead0854" providerId="ADAL" clId="{2FD18229-7601-4166-AE6D-EDAE7A66C71F}" dt="2025-09-14T07:58:25.924" v="11" actId="47"/>
        <pc:sldMkLst>
          <pc:docMk/>
          <pc:sldMk cId="4127018328" sldId="1935"/>
        </pc:sldMkLst>
      </pc:sldChg>
      <pc:sldChg chg="del">
        <pc:chgData name="Abdus Salam" userId="0e2b1981-3d04-4857-a4cb-b2b53ead0854" providerId="ADAL" clId="{2FD18229-7601-4166-AE6D-EDAE7A66C71F}" dt="2025-09-14T07:58:32.404" v="20" actId="47"/>
        <pc:sldMkLst>
          <pc:docMk/>
          <pc:sldMk cId="153217966" sldId="1936"/>
        </pc:sldMkLst>
      </pc:sldChg>
      <pc:sldChg chg="addSp delSp mod">
        <pc:chgData name="Abdus Salam" userId="0e2b1981-3d04-4857-a4cb-b2b53ead0854" providerId="ADAL" clId="{2FD18229-7601-4166-AE6D-EDAE7A66C71F}" dt="2025-09-14T08:17:37.910" v="69" actId="478"/>
        <pc:sldMkLst>
          <pc:docMk/>
          <pc:sldMk cId="1314508518" sldId="1939"/>
        </pc:sldMkLst>
        <pc:picChg chg="add del">
          <ac:chgData name="Abdus Salam" userId="0e2b1981-3d04-4857-a4cb-b2b53ead0854" providerId="ADAL" clId="{2FD18229-7601-4166-AE6D-EDAE7A66C71F}" dt="2025-09-14T08:17:37.910" v="69" actId="478"/>
          <ac:picMkLst>
            <pc:docMk/>
            <pc:sldMk cId="1314508518" sldId="1939"/>
            <ac:picMk id="3" creationId="{0830794E-1CE0-08F8-A8C4-A3E62C99D10E}"/>
          </ac:picMkLst>
        </pc:picChg>
        <pc:picChg chg="add del">
          <ac:chgData name="Abdus Salam" userId="0e2b1981-3d04-4857-a4cb-b2b53ead0854" providerId="ADAL" clId="{2FD18229-7601-4166-AE6D-EDAE7A66C71F}" dt="2025-09-14T08:17:37.404" v="68" actId="22"/>
          <ac:picMkLst>
            <pc:docMk/>
            <pc:sldMk cId="1314508518" sldId="1939"/>
            <ac:picMk id="5" creationId="{2962F587-31F1-0807-2807-A3CDFDC4CD3A}"/>
          </ac:picMkLst>
        </pc:picChg>
      </pc:sldChg>
      <pc:sldChg chg="del">
        <pc:chgData name="Abdus Salam" userId="0e2b1981-3d04-4857-a4cb-b2b53ead0854" providerId="ADAL" clId="{2FD18229-7601-4166-AE6D-EDAE7A66C71F}" dt="2025-09-14T07:58:20.004" v="1" actId="47"/>
        <pc:sldMkLst>
          <pc:docMk/>
          <pc:sldMk cId="324591121" sldId="1940"/>
        </pc:sldMkLst>
      </pc:sldChg>
      <pc:sldChg chg="del">
        <pc:chgData name="Abdus Salam" userId="0e2b1981-3d04-4857-a4cb-b2b53ead0854" providerId="ADAL" clId="{2FD18229-7601-4166-AE6D-EDAE7A66C71F}" dt="2025-09-14T07:58:27.858" v="14" actId="47"/>
        <pc:sldMkLst>
          <pc:docMk/>
          <pc:sldMk cId="34703405" sldId="1942"/>
        </pc:sldMkLst>
      </pc:sldChg>
      <pc:sldChg chg="del">
        <pc:chgData name="Abdus Salam" userId="0e2b1981-3d04-4857-a4cb-b2b53ead0854" providerId="ADAL" clId="{2FD18229-7601-4166-AE6D-EDAE7A66C71F}" dt="2025-09-14T07:58:28.519" v="15" actId="47"/>
        <pc:sldMkLst>
          <pc:docMk/>
          <pc:sldMk cId="2879588208" sldId="1943"/>
        </pc:sldMkLst>
      </pc:sldChg>
      <pc:sldChg chg="del">
        <pc:chgData name="Abdus Salam" userId="0e2b1981-3d04-4857-a4cb-b2b53ead0854" providerId="ADAL" clId="{2FD18229-7601-4166-AE6D-EDAE7A66C71F}" dt="2025-09-14T07:58:29.204" v="16" actId="47"/>
        <pc:sldMkLst>
          <pc:docMk/>
          <pc:sldMk cId="4181134074" sldId="1944"/>
        </pc:sldMkLst>
      </pc:sldChg>
      <pc:sldChg chg="del">
        <pc:chgData name="Abdus Salam" userId="0e2b1981-3d04-4857-a4cb-b2b53ead0854" providerId="ADAL" clId="{2FD18229-7601-4166-AE6D-EDAE7A66C71F}" dt="2025-09-14T07:58:29.744" v="17" actId="47"/>
        <pc:sldMkLst>
          <pc:docMk/>
          <pc:sldMk cId="2103294675" sldId="1945"/>
        </pc:sldMkLst>
      </pc:sldChg>
      <pc:sldChg chg="del">
        <pc:chgData name="Abdus Salam" userId="0e2b1981-3d04-4857-a4cb-b2b53ead0854" providerId="ADAL" clId="{2FD18229-7601-4166-AE6D-EDAE7A66C71F}" dt="2025-09-14T07:58:30.406" v="18" actId="47"/>
        <pc:sldMkLst>
          <pc:docMk/>
          <pc:sldMk cId="285704696" sldId="1946"/>
        </pc:sldMkLst>
      </pc:sldChg>
      <pc:sldChg chg="del">
        <pc:chgData name="Abdus Salam" userId="0e2b1981-3d04-4857-a4cb-b2b53ead0854" providerId="ADAL" clId="{2FD18229-7601-4166-AE6D-EDAE7A66C71F}" dt="2025-09-14T07:58:31.858" v="19" actId="47"/>
        <pc:sldMkLst>
          <pc:docMk/>
          <pc:sldMk cId="193923512" sldId="1947"/>
        </pc:sldMkLst>
      </pc:sldChg>
      <pc:sldChg chg="add">
        <pc:chgData name="Abdus Salam" userId="0e2b1981-3d04-4857-a4cb-b2b53ead0854" providerId="ADAL" clId="{2FD18229-7601-4166-AE6D-EDAE7A66C71F}" dt="2025-09-14T07:58:43.561" v="21"/>
        <pc:sldMkLst>
          <pc:docMk/>
          <pc:sldMk cId="1311488676" sldId="1948"/>
        </pc:sldMkLst>
      </pc:sldChg>
      <pc:sldChg chg="addSp delSp modSp add del mod">
        <pc:chgData name="Abdus Salam" userId="0e2b1981-3d04-4857-a4cb-b2b53ead0854" providerId="ADAL" clId="{2FD18229-7601-4166-AE6D-EDAE7A66C71F}" dt="2025-09-14T08:24:43.468" v="162" actId="1036"/>
        <pc:sldMkLst>
          <pc:docMk/>
          <pc:sldMk cId="847919454" sldId="1949"/>
        </pc:sldMkLst>
        <pc:picChg chg="del">
          <ac:chgData name="Abdus Salam" userId="0e2b1981-3d04-4857-a4cb-b2b53ead0854" providerId="ADAL" clId="{2FD18229-7601-4166-AE6D-EDAE7A66C71F}" dt="2025-09-14T08:24:26.919" v="146" actId="478"/>
          <ac:picMkLst>
            <pc:docMk/>
            <pc:sldMk cId="847919454" sldId="1949"/>
            <ac:picMk id="4" creationId="{778A7C91-E64A-50C5-DFB6-6FB7589B6503}"/>
          </ac:picMkLst>
        </pc:picChg>
        <pc:picChg chg="del">
          <ac:chgData name="Abdus Salam" userId="0e2b1981-3d04-4857-a4cb-b2b53ead0854" providerId="ADAL" clId="{2FD18229-7601-4166-AE6D-EDAE7A66C71F}" dt="2025-09-14T08:24:26.919" v="146" actId="478"/>
          <ac:picMkLst>
            <pc:docMk/>
            <pc:sldMk cId="847919454" sldId="1949"/>
            <ac:picMk id="5" creationId="{08B5D90E-E28B-05C7-5B83-3A6852F79CD4}"/>
          </ac:picMkLst>
        </pc:picChg>
        <pc:picChg chg="del">
          <ac:chgData name="Abdus Salam" userId="0e2b1981-3d04-4857-a4cb-b2b53ead0854" providerId="ADAL" clId="{2FD18229-7601-4166-AE6D-EDAE7A66C71F}" dt="2025-09-14T08:24:26.919" v="146" actId="478"/>
          <ac:picMkLst>
            <pc:docMk/>
            <pc:sldMk cId="847919454" sldId="1949"/>
            <ac:picMk id="6" creationId="{EDA7677D-97DB-9820-7E02-622A2611F682}"/>
          </ac:picMkLst>
        </pc:picChg>
        <pc:picChg chg="add mod">
          <ac:chgData name="Abdus Salam" userId="0e2b1981-3d04-4857-a4cb-b2b53ead0854" providerId="ADAL" clId="{2FD18229-7601-4166-AE6D-EDAE7A66C71F}" dt="2025-09-14T08:24:43.468" v="162" actId="1036"/>
          <ac:picMkLst>
            <pc:docMk/>
            <pc:sldMk cId="847919454" sldId="1949"/>
            <ac:picMk id="8" creationId="{7AC57DFD-2E8E-1A36-35EE-243695EDB67B}"/>
          </ac:picMkLst>
        </pc:picChg>
      </pc:sldChg>
      <pc:sldChg chg="del">
        <pc:chgData name="Abdus Salam" userId="0e2b1981-3d04-4857-a4cb-b2b53ead0854" providerId="ADAL" clId="{2FD18229-7601-4166-AE6D-EDAE7A66C71F}" dt="2025-09-14T08:23:13.906" v="142" actId="47"/>
        <pc:sldMkLst>
          <pc:docMk/>
          <pc:sldMk cId="3759742755" sldId="1950"/>
        </pc:sldMkLst>
      </pc:sldChg>
      <pc:sldChg chg="addSp delSp modSp mod addAnim delAnim">
        <pc:chgData name="Abdus Salam" userId="0e2b1981-3d04-4857-a4cb-b2b53ead0854" providerId="ADAL" clId="{2FD18229-7601-4166-AE6D-EDAE7A66C71F}" dt="2025-09-14T08:09:20.265" v="64" actId="21"/>
        <pc:sldMkLst>
          <pc:docMk/>
          <pc:sldMk cId="1407272718" sldId="1959"/>
        </pc:sldMkLst>
        <pc:spChg chg="add del mod">
          <ac:chgData name="Abdus Salam" userId="0e2b1981-3d04-4857-a4cb-b2b53ead0854" providerId="ADAL" clId="{2FD18229-7601-4166-AE6D-EDAE7A66C71F}" dt="2025-09-14T08:05:22.562" v="41" actId="478"/>
          <ac:spMkLst>
            <pc:docMk/>
            <pc:sldMk cId="1407272718" sldId="1959"/>
            <ac:spMk id="4" creationId="{BE986D01-4CBC-72BD-8CD2-96BFE80705AC}"/>
          </ac:spMkLst>
        </pc:spChg>
        <pc:spChg chg="add del mod">
          <ac:chgData name="Abdus Salam" userId="0e2b1981-3d04-4857-a4cb-b2b53ead0854" providerId="ADAL" clId="{2FD18229-7601-4166-AE6D-EDAE7A66C71F}" dt="2025-09-14T08:06:44.256" v="46" actId="478"/>
          <ac:spMkLst>
            <pc:docMk/>
            <pc:sldMk cId="1407272718" sldId="1959"/>
            <ac:spMk id="6" creationId="{8E01DFDB-AA0F-02AE-332D-FE4363F37A87}"/>
          </ac:spMkLst>
        </pc:spChg>
        <pc:picChg chg="add">
          <ac:chgData name="Abdus Salam" userId="0e2b1981-3d04-4857-a4cb-b2b53ead0854" providerId="ADAL" clId="{2FD18229-7601-4166-AE6D-EDAE7A66C71F}" dt="2025-09-14T08:06:51.565" v="51" actId="22"/>
          <ac:picMkLst>
            <pc:docMk/>
            <pc:sldMk cId="1407272718" sldId="1959"/>
            <ac:picMk id="8" creationId="{A4037CA8-062C-10E6-FE00-99DCD58224CA}"/>
          </ac:picMkLst>
        </pc:picChg>
        <pc:picChg chg="add del">
          <ac:chgData name="Abdus Salam" userId="0e2b1981-3d04-4857-a4cb-b2b53ead0854" providerId="ADAL" clId="{2FD18229-7601-4166-AE6D-EDAE7A66C71F}" dt="2025-09-14T08:06:50.096" v="50" actId="478"/>
          <ac:picMkLst>
            <pc:docMk/>
            <pc:sldMk cId="1407272718" sldId="1959"/>
            <ac:picMk id="13" creationId="{898BDCC8-B24A-EDFC-AE21-28FCB5B749B7}"/>
          </ac:picMkLst>
        </pc:picChg>
        <pc:picChg chg="add del mod">
          <ac:chgData name="Abdus Salam" userId="0e2b1981-3d04-4857-a4cb-b2b53ead0854" providerId="ADAL" clId="{2FD18229-7601-4166-AE6D-EDAE7A66C71F}" dt="2025-09-14T08:09:20.265" v="64" actId="21"/>
          <ac:picMkLst>
            <pc:docMk/>
            <pc:sldMk cId="1407272718" sldId="1959"/>
            <ac:picMk id="14" creationId="{A0946CF1-9527-5E66-E648-F22E6CBBC93B}"/>
          </ac:picMkLst>
        </pc:picChg>
        <pc:picChg chg="add del">
          <ac:chgData name="Abdus Salam" userId="0e2b1981-3d04-4857-a4cb-b2b53ead0854" providerId="ADAL" clId="{2FD18229-7601-4166-AE6D-EDAE7A66C71F}" dt="2025-09-14T08:06:46.497" v="48" actId="478"/>
          <ac:picMkLst>
            <pc:docMk/>
            <pc:sldMk cId="1407272718" sldId="1959"/>
            <ac:picMk id="15" creationId="{429E7533-59B2-0954-450B-337D29650A70}"/>
          </ac:picMkLst>
        </pc:picChg>
        <pc:picChg chg="add del">
          <ac:chgData name="Abdus Salam" userId="0e2b1981-3d04-4857-a4cb-b2b53ead0854" providerId="ADAL" clId="{2FD18229-7601-4166-AE6D-EDAE7A66C71F}" dt="2025-09-14T08:06:45.430" v="47" actId="478"/>
          <ac:picMkLst>
            <pc:docMk/>
            <pc:sldMk cId="1407272718" sldId="1959"/>
            <ac:picMk id="17" creationId="{FCB6B772-2E5E-F7F3-D5E1-98AE73B5827A}"/>
          </ac:picMkLst>
        </pc:picChg>
        <pc:picChg chg="add del">
          <ac:chgData name="Abdus Salam" userId="0e2b1981-3d04-4857-a4cb-b2b53ead0854" providerId="ADAL" clId="{2FD18229-7601-4166-AE6D-EDAE7A66C71F}" dt="2025-09-14T08:06:35.439" v="44" actId="478"/>
          <ac:picMkLst>
            <pc:docMk/>
            <pc:sldMk cId="1407272718" sldId="1959"/>
            <ac:picMk id="21" creationId="{04071610-5609-31C5-3180-98CDE1090BF3}"/>
          </ac:picMkLst>
        </pc:picChg>
        <pc:picChg chg="add del">
          <ac:chgData name="Abdus Salam" userId="0e2b1981-3d04-4857-a4cb-b2b53ead0854" providerId="ADAL" clId="{2FD18229-7601-4166-AE6D-EDAE7A66C71F}" dt="2025-09-14T08:06:38.974" v="45" actId="478"/>
          <ac:picMkLst>
            <pc:docMk/>
            <pc:sldMk cId="1407272718" sldId="1959"/>
            <ac:picMk id="23" creationId="{13F75E6E-B73B-373F-791D-7A89A2D2D5C4}"/>
          </ac:picMkLst>
        </pc:picChg>
        <pc:picChg chg="add del">
          <ac:chgData name="Abdus Salam" userId="0e2b1981-3d04-4857-a4cb-b2b53ead0854" providerId="ADAL" clId="{2FD18229-7601-4166-AE6D-EDAE7A66C71F}" dt="2025-09-14T08:06:34.194" v="43" actId="478"/>
          <ac:picMkLst>
            <pc:docMk/>
            <pc:sldMk cId="1407272718" sldId="1959"/>
            <ac:picMk id="25" creationId="{2168F8F0-F09F-009C-2024-CB68BA66A524}"/>
          </ac:picMkLst>
        </pc:picChg>
        <pc:picChg chg="add del">
          <ac:chgData name="Abdus Salam" userId="0e2b1981-3d04-4857-a4cb-b2b53ead0854" providerId="ADAL" clId="{2FD18229-7601-4166-AE6D-EDAE7A66C71F}" dt="2025-09-14T08:06:47.674" v="49" actId="478"/>
          <ac:picMkLst>
            <pc:docMk/>
            <pc:sldMk cId="1407272718" sldId="1959"/>
            <ac:picMk id="29" creationId="{8A4320A3-CCC6-A4D7-A755-258900BC122B}"/>
          </ac:picMkLst>
        </pc:picChg>
      </pc:sldChg>
      <pc:sldChg chg="addSp delSp modSp mod">
        <pc:chgData name="Abdus Salam" userId="0e2b1981-3d04-4857-a4cb-b2b53ead0854" providerId="ADAL" clId="{2FD18229-7601-4166-AE6D-EDAE7A66C71F}" dt="2025-09-14T08:04:16.269" v="35" actId="478"/>
        <pc:sldMkLst>
          <pc:docMk/>
          <pc:sldMk cId="1117274003" sldId="1970"/>
        </pc:sldMkLst>
        <pc:spChg chg="add del mod">
          <ac:chgData name="Abdus Salam" userId="0e2b1981-3d04-4857-a4cb-b2b53ead0854" providerId="ADAL" clId="{2FD18229-7601-4166-AE6D-EDAE7A66C71F}" dt="2025-09-14T08:04:16.269" v="35" actId="478"/>
          <ac:spMkLst>
            <pc:docMk/>
            <pc:sldMk cId="1117274003" sldId="1970"/>
            <ac:spMk id="8" creationId="{A3E659CE-F6DD-E2F3-F33F-3701FACDF067}"/>
          </ac:spMkLst>
        </pc:spChg>
        <pc:picChg chg="add del">
          <ac:chgData name="Abdus Salam" userId="0e2b1981-3d04-4857-a4cb-b2b53ead0854" providerId="ADAL" clId="{2FD18229-7601-4166-AE6D-EDAE7A66C71F}" dt="2025-09-14T08:04:16.269" v="35" actId="478"/>
          <ac:picMkLst>
            <pc:docMk/>
            <pc:sldMk cId="1117274003" sldId="1970"/>
            <ac:picMk id="5" creationId="{4D4C61FB-2D84-CE88-2459-49604AA7059C}"/>
          </ac:picMkLst>
        </pc:picChg>
      </pc:sldChg>
      <pc:sldChg chg="addSp delSp modSp add mod addAnim delAnim modAnim">
        <pc:chgData name="Abdus Salam" userId="0e2b1981-3d04-4857-a4cb-b2b53ead0854" providerId="ADAL" clId="{2FD18229-7601-4166-AE6D-EDAE7A66C71F}" dt="2025-09-14T08:09:21.874" v="65"/>
        <pc:sldMkLst>
          <pc:docMk/>
          <pc:sldMk cId="848473906" sldId="1971"/>
        </pc:sldMkLst>
        <pc:spChg chg="add del mod">
          <ac:chgData name="Abdus Salam" userId="0e2b1981-3d04-4857-a4cb-b2b53ead0854" providerId="ADAL" clId="{2FD18229-7601-4166-AE6D-EDAE7A66C71F}" dt="2025-09-14T08:07:22.797" v="53" actId="478"/>
          <ac:spMkLst>
            <pc:docMk/>
            <pc:sldMk cId="848473906" sldId="1971"/>
            <ac:spMk id="4" creationId="{913ADE2F-4D6B-6C7D-409B-F33C7C1351F3}"/>
          </ac:spMkLst>
        </pc:spChg>
        <pc:spChg chg="add mod">
          <ac:chgData name="Abdus Salam" userId="0e2b1981-3d04-4857-a4cb-b2b53ead0854" providerId="ADAL" clId="{2FD18229-7601-4166-AE6D-EDAE7A66C71F}" dt="2025-09-14T08:08:40.704" v="59" actId="478"/>
          <ac:spMkLst>
            <pc:docMk/>
            <pc:sldMk cId="848473906" sldId="1971"/>
            <ac:spMk id="11" creationId="{484E0A22-3022-3E20-E9D2-752572E093EE}"/>
          </ac:spMkLst>
        </pc:spChg>
        <pc:picChg chg="add mod">
          <ac:chgData name="Abdus Salam" userId="0e2b1981-3d04-4857-a4cb-b2b53ead0854" providerId="ADAL" clId="{2FD18229-7601-4166-AE6D-EDAE7A66C71F}" dt="2025-09-14T08:08:32.694" v="58" actId="571"/>
          <ac:picMkLst>
            <pc:docMk/>
            <pc:sldMk cId="848473906" sldId="1971"/>
            <ac:picMk id="5" creationId="{AF179EA9-0FB8-41A7-55A0-A4D4E712E77F}"/>
          </ac:picMkLst>
        </pc:picChg>
        <pc:picChg chg="add del mod">
          <ac:chgData name="Abdus Salam" userId="0e2b1981-3d04-4857-a4cb-b2b53ead0854" providerId="ADAL" clId="{2FD18229-7601-4166-AE6D-EDAE7A66C71F}" dt="2025-09-14T08:08:32.694" v="58" actId="571"/>
          <ac:picMkLst>
            <pc:docMk/>
            <pc:sldMk cId="848473906" sldId="1971"/>
            <ac:picMk id="6" creationId="{C26B5458-3FB8-B24E-BD66-C995833B9103}"/>
          </ac:picMkLst>
        </pc:picChg>
        <pc:picChg chg="add del mod">
          <ac:chgData name="Abdus Salam" userId="0e2b1981-3d04-4857-a4cb-b2b53ead0854" providerId="ADAL" clId="{2FD18229-7601-4166-AE6D-EDAE7A66C71F}" dt="2025-09-14T08:08:32.694" v="58" actId="571"/>
          <ac:picMkLst>
            <pc:docMk/>
            <pc:sldMk cId="848473906" sldId="1971"/>
            <ac:picMk id="7" creationId="{B144017B-DEB9-93D4-4326-3955C4025ACF}"/>
          </ac:picMkLst>
        </pc:picChg>
        <pc:picChg chg="add del mod">
          <ac:chgData name="Abdus Salam" userId="0e2b1981-3d04-4857-a4cb-b2b53ead0854" providerId="ADAL" clId="{2FD18229-7601-4166-AE6D-EDAE7A66C71F}" dt="2025-09-14T08:08:32.694" v="58" actId="571"/>
          <ac:picMkLst>
            <pc:docMk/>
            <pc:sldMk cId="848473906" sldId="1971"/>
            <ac:picMk id="8" creationId="{EB621F77-A20C-B886-F09B-D6D4D780535B}"/>
          </ac:picMkLst>
        </pc:picChg>
        <pc:picChg chg="add del mod">
          <ac:chgData name="Abdus Salam" userId="0e2b1981-3d04-4857-a4cb-b2b53ead0854" providerId="ADAL" clId="{2FD18229-7601-4166-AE6D-EDAE7A66C71F}" dt="2025-09-14T08:08:32.694" v="58" actId="571"/>
          <ac:picMkLst>
            <pc:docMk/>
            <pc:sldMk cId="848473906" sldId="1971"/>
            <ac:picMk id="9" creationId="{8EBBAAB9-B630-4287-9591-9C5DA72E6B12}"/>
          </ac:picMkLst>
        </pc:picChg>
        <pc:picChg chg="add del">
          <ac:chgData name="Abdus Salam" userId="0e2b1981-3d04-4857-a4cb-b2b53ead0854" providerId="ADAL" clId="{2FD18229-7601-4166-AE6D-EDAE7A66C71F}" dt="2025-09-14T08:08:40.704" v="59" actId="478"/>
          <ac:picMkLst>
            <pc:docMk/>
            <pc:sldMk cId="848473906" sldId="1971"/>
            <ac:picMk id="13" creationId="{2410C6BA-B6C8-6DA2-85CC-704D09D3495E}"/>
          </ac:picMkLst>
        </pc:picChg>
        <pc:picChg chg="add del">
          <ac:chgData name="Abdus Salam" userId="0e2b1981-3d04-4857-a4cb-b2b53ead0854" providerId="ADAL" clId="{2FD18229-7601-4166-AE6D-EDAE7A66C71F}" dt="2025-09-14T08:08:55.774" v="61" actId="21"/>
          <ac:picMkLst>
            <pc:docMk/>
            <pc:sldMk cId="848473906" sldId="1971"/>
            <ac:picMk id="14" creationId="{A0946CF1-9527-5E66-E648-F22E6CBBC93B}"/>
          </ac:picMkLst>
        </pc:picChg>
        <pc:picChg chg="add del">
          <ac:chgData name="Abdus Salam" userId="0e2b1981-3d04-4857-a4cb-b2b53ead0854" providerId="ADAL" clId="{2FD18229-7601-4166-AE6D-EDAE7A66C71F}" dt="2025-09-14T08:08:40.704" v="59" actId="478"/>
          <ac:picMkLst>
            <pc:docMk/>
            <pc:sldMk cId="848473906" sldId="1971"/>
            <ac:picMk id="15" creationId="{6317431D-4CCF-A596-8E0B-ECC04159A75C}"/>
          </ac:picMkLst>
        </pc:picChg>
        <pc:picChg chg="add mod">
          <ac:chgData name="Abdus Salam" userId="0e2b1981-3d04-4857-a4cb-b2b53ead0854" providerId="ADAL" clId="{2FD18229-7601-4166-AE6D-EDAE7A66C71F}" dt="2025-09-14T08:09:21.874" v="65"/>
          <ac:picMkLst>
            <pc:docMk/>
            <pc:sldMk cId="848473906" sldId="1971"/>
            <ac:picMk id="16" creationId="{A0946CF1-9527-5E66-E648-F22E6CBBC93B}"/>
          </ac:picMkLst>
        </pc:picChg>
        <pc:picChg chg="add del">
          <ac:chgData name="Abdus Salam" userId="0e2b1981-3d04-4857-a4cb-b2b53ead0854" providerId="ADAL" clId="{2FD18229-7601-4166-AE6D-EDAE7A66C71F}" dt="2025-09-14T08:08:40.704" v="59" actId="478"/>
          <ac:picMkLst>
            <pc:docMk/>
            <pc:sldMk cId="848473906" sldId="1971"/>
            <ac:picMk id="17" creationId="{B7597D08-D076-A810-8740-F48FA45CEF99}"/>
          </ac:picMkLst>
        </pc:picChg>
        <pc:picChg chg="add del">
          <ac:chgData name="Abdus Salam" userId="0e2b1981-3d04-4857-a4cb-b2b53ead0854" providerId="ADAL" clId="{2FD18229-7601-4166-AE6D-EDAE7A66C71F}" dt="2025-09-14T08:08:40.704" v="59" actId="478"/>
          <ac:picMkLst>
            <pc:docMk/>
            <pc:sldMk cId="848473906" sldId="1971"/>
            <ac:picMk id="21" creationId="{1E11965B-61EC-A02A-CA4E-E1023F01F990}"/>
          </ac:picMkLst>
        </pc:picChg>
        <pc:picChg chg="add del">
          <ac:chgData name="Abdus Salam" userId="0e2b1981-3d04-4857-a4cb-b2b53ead0854" providerId="ADAL" clId="{2FD18229-7601-4166-AE6D-EDAE7A66C71F}" dt="2025-09-14T08:08:40.704" v="59" actId="478"/>
          <ac:picMkLst>
            <pc:docMk/>
            <pc:sldMk cId="848473906" sldId="1971"/>
            <ac:picMk id="23" creationId="{E9947E2C-E99A-9A35-233C-AB41496E98FE}"/>
          </ac:picMkLst>
        </pc:picChg>
        <pc:picChg chg="add del">
          <ac:chgData name="Abdus Salam" userId="0e2b1981-3d04-4857-a4cb-b2b53ead0854" providerId="ADAL" clId="{2FD18229-7601-4166-AE6D-EDAE7A66C71F}" dt="2025-09-14T08:08:40.704" v="59" actId="478"/>
          <ac:picMkLst>
            <pc:docMk/>
            <pc:sldMk cId="848473906" sldId="1971"/>
            <ac:picMk id="25" creationId="{B6F729AA-018B-BCF2-9E40-928B22D95B42}"/>
          </ac:picMkLst>
        </pc:picChg>
        <pc:picChg chg="add del">
          <ac:chgData name="Abdus Salam" userId="0e2b1981-3d04-4857-a4cb-b2b53ead0854" providerId="ADAL" clId="{2FD18229-7601-4166-AE6D-EDAE7A66C71F}" dt="2025-09-14T08:08:05.024" v="54" actId="478"/>
          <ac:picMkLst>
            <pc:docMk/>
            <pc:sldMk cId="848473906" sldId="1971"/>
            <ac:picMk id="29" creationId="{A2A32F5A-B645-05B7-CD58-6525D21233DE}"/>
          </ac:picMkLst>
        </pc:picChg>
      </pc:sldChg>
      <pc:sldChg chg="add del">
        <pc:chgData name="Abdus Salam" userId="0e2b1981-3d04-4857-a4cb-b2b53ead0854" providerId="ADAL" clId="{2FD18229-7601-4166-AE6D-EDAE7A66C71F}" dt="2025-09-14T08:24:30.874" v="148" actId="47"/>
        <pc:sldMkLst>
          <pc:docMk/>
          <pc:sldMk cId="222355717" sldId="19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1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9FC81DA-D82C-D248-96DA-971BAA9C8F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52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2:55:05.780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1119 1 24575,'-44'32'0,"0"0"0,1 2 0,0 0 0,-1 4 0,0 0 0,-4 2 0,0 2 0,2 1 0,0 1 0,-2 0 0,0 0 0,-1 4 0,1 1 0,6-1 0,1 0 0,2-5 0,1 1 0,6-2 0,2-1 0,-21 31 0,9-1 0,0 9 0,9 0 0,4 0 0,9-8 0,5-6 0,4 1 0,5 2 0,2 4 0,4 1 0,0 6 0,0 2 0,0 5 0,0 6 0,2 0 0,8 6 0,7-3 0,10-2 0,-12-46 0,0 1 0,0 0 0,2 0 0,0 1 0,0 1 0,-2 0 0,1 1 0,1 3 0,1 1 0,-2 3 0,0 2 0,0 3 0,0 1 0,1 3 0,0 2 0,-1 1 0,-1 2 0,0-2 0,0 1 0,-3-3 0,0-1 0,0-5 0,0-2 0,-1-6 0,0-3 0,9 43 0,-2-16 0,-5-14 0,-2-4 0,2-4 0,0 4 0,4 8 0,-1 2 0,0 4 0,0 1 0,-1 3 0,-2 7 0,0 3 0,0 4 0,2-4 0,3-6 0,0-3 0,2-10 0,2-3 0,5 0 0,2-4 0,2-1 0,2-5 0,2-5 0,4-3 0,6-2 0,9-1 0,9-5 0,12 0 0,12-5 0,8-10 0,2-10 0,-2-11 0,0-4 0,-5-1 0,-3 0 0,-8 0 0,-5-6 0,-6-9 0,-1-16 0,0-18 0,-31 14 0,0-4 0,5-12 0,0-4 0,4-11 0,-1-5 0,-11 13 0,-1-2 0,1-2-225,2-4 0,0-3 0,-1 0 225,0-3 0,0 0 0,-2-1 0,-1 0 0,-2-2 0,-1 1 0,-3 5 0,-1 1 0,-2 0 0,-2 3 0,-2 1 0,-2-1-15,6-27 1,-2 1 14,-3 5 0,-2 2 0,-2 3 0,-2 2 0,-2 6 0,-2 1 0,-1 5 0,-1 2 0,-2 3 0,-1 2 336,0 1 1,-2 0-337,1-2 0,-2 0 15,1-2 1,0-1-16,0-2 0,0-1 0,0-1 0,0 0 0,0-3 0,0-1 0,1-1 0,-2-1 0,-1-2 0,-2 0 0,-3-2 0,-2 0 0,-2 2 0,-2 2 0,-4 2 0,-1 1 0,0 6 0,-1 1 0,0 7 0,0 2 0,-1 6 0,0 3 0,-18-38 0,2 13 0,0 4 0,3 6 0,-1 5 0,1 2 0,1 6 0,3 4 0,2 0 0,0 2 0,2-4 0,-6 1 0,-1 1 0,-3 0 0,-1 7 0,4 7 0,2 4 0,2 2 0,0-2 0,0-2 0,-1 0 0,2-1 0,2 1 0,0-1 0,1 1 0,-8-1 0,-5 2 0,-7 1 0,-3 2 0,-7 4 0,-7-1 0,-8 3 0,-11-1 0,-1 0 0,0 0 0,2 1 0,5 0 0,5 3 0,5 0 0,7-1 0,9 1 0,7 1 0,7 4 0,8 3 0,6 4 0,9 2 0,6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0D4404-C563-6B43-A824-459A163A6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59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17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3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53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7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5886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>
                <a:solidFill>
                  <a:srgbClr val="000000"/>
                </a:solidFill>
              </a:rPr>
              <a:pPr eaLnBrk="1" hangingPunct="1"/>
              <a:t>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641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Technically this is the </a:t>
            </a:r>
            <a:r>
              <a:rPr lang="en-US" b="1" dirty="0" err="1"/>
              <a:t>prenorm</a:t>
            </a:r>
            <a:r>
              <a:rPr lang="en-US" dirty="0"/>
              <a:t> </a:t>
            </a:r>
            <a:r>
              <a:rPr lang="en-US" dirty="0" err="1"/>
              <a:t>arechitrecture</a:t>
            </a:r>
            <a:r>
              <a:rPr lang="en-US" dirty="0"/>
              <a:t>; there is an older "</a:t>
            </a:r>
            <a:r>
              <a:rPr lang="en-US" dirty="0" err="1"/>
              <a:t>postnorm</a:t>
            </a:r>
            <a:r>
              <a:rPr lang="en-US" dirty="0"/>
              <a:t>" architecture with the layer norms after the feedforward.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D4404-C563-6B43-A824-459A163A637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28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NimbusRomNo9L"/>
              </a:rPr>
              <a:t>the term layer norm is a bit confusing; layer norm is </a:t>
            </a:r>
            <a:r>
              <a:rPr lang="en-US" sz="1800" b="0" dirty="0">
                <a:effectLst/>
                <a:latin typeface="NimbusRomNo9L"/>
              </a:rPr>
              <a:t>not </a:t>
            </a:r>
            <a:r>
              <a:rPr lang="en-US" sz="1800" dirty="0">
                <a:effectLst/>
                <a:latin typeface="NimbusRomNo9L"/>
              </a:rPr>
              <a:t>applied to an entire transformer layer, but just to the embedding vector of a single token. Thus the input to layer norm is a single vector of dimensionality </a:t>
            </a:r>
            <a:r>
              <a:rPr lang="en-US" sz="1800" i="1" dirty="0">
                <a:effectLst/>
                <a:latin typeface="NimbusRomNo9L"/>
              </a:rPr>
              <a:t>d </a:t>
            </a:r>
            <a:r>
              <a:rPr lang="en-US" sz="1800" dirty="0">
                <a:effectLst/>
                <a:latin typeface="NimbusRomNo9L"/>
              </a:rPr>
              <a:t>and the output is that vector normalized, again of dimensionality </a:t>
            </a:r>
            <a:r>
              <a:rPr lang="en-US" sz="1800" i="1" dirty="0">
                <a:effectLst/>
                <a:latin typeface="NimbusRomNo9L"/>
              </a:rPr>
              <a:t>d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D4404-C563-6B43-A824-459A163A637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5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D4404-C563-6B43-A824-459A163A637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1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9603"/>
            <a:ext cx="10058400" cy="907196"/>
          </a:xfrm>
        </p:spPr>
        <p:txBody>
          <a:bodyPr/>
          <a:lstStyle>
            <a:lvl1pPr>
              <a:defRPr sz="4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5" y="1600200"/>
            <a:ext cx="10058401" cy="4572000"/>
          </a:xfrm>
        </p:spPr>
        <p:txBody>
          <a:bodyPr/>
          <a:lstStyle>
            <a:lvl1pPr marL="7938" indent="-7938">
              <a:buNone/>
              <a:tabLst/>
              <a:defRPr sz="2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04783" indent="-253982">
              <a:tabLst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515899" indent="-228584">
              <a:tabLst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90512" indent="-265093">
              <a:tabLst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801628" indent="-239695">
              <a:tabLst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7" y="6705607"/>
            <a:ext cx="4822804" cy="119311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525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55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9603"/>
            <a:ext cx="10058400" cy="907196"/>
          </a:xfrm>
        </p:spPr>
        <p:txBody>
          <a:bodyPr/>
          <a:lstStyle>
            <a:lvl1pPr>
              <a:defRPr sz="4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5" y="1600200"/>
            <a:ext cx="10058401" cy="4572000"/>
          </a:xfrm>
        </p:spPr>
        <p:txBody>
          <a:bodyPr/>
          <a:lstStyle>
            <a:lvl1pPr marL="7938" indent="-7938">
              <a:buNone/>
              <a:tabLst/>
              <a:defRPr sz="2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4783" indent="-253982">
              <a:tabLst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5899" indent="-228584">
              <a:tabLst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90512" indent="-265093"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1628" indent="-239695">
              <a:tabLst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7" y="6705607"/>
            <a:ext cx="4822804" cy="119311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525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43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3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6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6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400" y="1671641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400" y="2311400"/>
            <a:ext cx="5386917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173" y="1671641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173" y="2311400"/>
            <a:ext cx="5389033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8331200" y="6273800"/>
            <a:ext cx="2641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273800"/>
            <a:ext cx="38608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3398521" y="3398527"/>
            <a:ext cx="6858001" cy="6095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800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28800" y="508000"/>
            <a:ext cx="99568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26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5" y="731520"/>
            <a:ext cx="6679191" cy="5257800"/>
          </a:xfrm>
        </p:spPr>
        <p:txBody>
          <a:bodyPr/>
          <a:lstStyle>
            <a:lvl1pPr>
              <a:defRPr sz="3200" baseline="0">
                <a:solidFill>
                  <a:schemeClr val="accent2"/>
                </a:solidFill>
              </a:defRPr>
            </a:lvl1pPr>
            <a:lvl2pPr>
              <a:defRPr sz="2800" baseline="0">
                <a:solidFill>
                  <a:schemeClr val="accent2"/>
                </a:solidFill>
              </a:defRPr>
            </a:lvl2pPr>
            <a:lvl3pPr>
              <a:defRPr sz="2400" baseline="0"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3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874" indent="0">
              <a:buNone/>
              <a:defRPr sz="900"/>
            </a:lvl2pPr>
            <a:lvl3pPr marL="685750" indent="0">
              <a:buNone/>
              <a:defRPr sz="751"/>
            </a:lvl3pPr>
            <a:lvl4pPr marL="1028624" indent="0">
              <a:buNone/>
              <a:defRPr sz="675"/>
            </a:lvl4pPr>
            <a:lvl5pPr marL="1371498" indent="0">
              <a:buNone/>
              <a:defRPr sz="675"/>
            </a:lvl5pPr>
            <a:lvl6pPr marL="1714372" indent="0">
              <a:buNone/>
              <a:defRPr sz="675"/>
            </a:lvl6pPr>
            <a:lvl7pPr marL="2057246" indent="0">
              <a:buNone/>
              <a:defRPr sz="675"/>
            </a:lvl7pPr>
            <a:lvl8pPr marL="2400120" indent="0">
              <a:buNone/>
              <a:defRPr sz="675"/>
            </a:lvl8pPr>
            <a:lvl9pPr marL="2742994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8" y="6459791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240CDC23-E565-C848-9AF6-12BD09C53D91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91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6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-3358142" y="3298184"/>
            <a:ext cx="6858003" cy="261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 rot="16200000" flipV="1">
            <a:off x="-3256806" y="3413513"/>
            <a:ext cx="6858003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5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7" y="6459791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0CDC23-E565-C848-9AF6-12BD09C53D91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459791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5" y="6459791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7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</p:sldLayoutIdLst>
  <p:txStyles>
    <p:titleStyle>
      <a:lvl1pPr algn="l" defTabSz="685750" rtl="0" eaLnBrk="1" latinLnBrk="0" hangingPunct="1">
        <a:lnSpc>
          <a:spcPct val="85000"/>
        </a:lnSpc>
        <a:spcBef>
          <a:spcPct val="0"/>
        </a:spcBef>
        <a:buNone/>
        <a:defRPr sz="3600" kern="1200" spc="-37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76" indent="-68576" algn="l" defTabSz="685750" rtl="0" eaLnBrk="1" latinLnBrk="0" hangingPunct="1">
        <a:lnSpc>
          <a:spcPct val="90000"/>
        </a:lnSpc>
        <a:spcBef>
          <a:spcPts val="900"/>
        </a:spcBef>
        <a:spcAft>
          <a:spcPts val="151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15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65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15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464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938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928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4916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4905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5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2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Cz4OMemCcA&amp;t=1243s" TargetMode="External"/><Relationship Id="rId2" Type="http://schemas.openxmlformats.org/officeDocument/2006/relationships/hyperlink" Target="https://www.youtube.com/watch?v=KMHkbXzHn7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ZhAz268Hdpw&amp;t=1439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Franklin Gothic Book" charset="0"/>
                <a:cs typeface="Franklin Gothic Book" charset="0"/>
              </a:rPr>
              <a:t>Transformers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40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Introduction to Transformers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D0C09-EFC7-684F-8EDB-3D513508F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449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830794E-1CE0-08F8-A8C4-A3E62C99D1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81735" y="1295401"/>
            <a:ext cx="8264498" cy="48767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7204CA-17D2-267C-ECD8-A2059966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Reminder: transformer language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B9D6D1-7484-02B6-5C51-CF39B989F1D5}"/>
                  </a:ext>
                </a:extLst>
              </p14:cNvPr>
              <p14:cNvContentPartPr/>
              <p14:nvPr/>
            </p14:nvContentPartPr>
            <p14:xfrm>
              <a:off x="4477347" y="2567867"/>
              <a:ext cx="1105560" cy="2146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B9D6D1-7484-02B6-5C51-CF39B989F1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1347" y="2531867"/>
                <a:ext cx="1177200" cy="22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450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61D0-1611-46D9-F27A-2758597A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37" y="1371600"/>
            <a:ext cx="5770063" cy="907196"/>
          </a:xfrm>
        </p:spPr>
        <p:txBody>
          <a:bodyPr>
            <a:noAutofit/>
          </a:bodyPr>
          <a:lstStyle/>
          <a:p>
            <a:r>
              <a:rPr lang="en-US" sz="3200" dirty="0"/>
              <a:t>The residual stream: each token gets passed up and modified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9809C6-2AD9-941E-0415-ECE39501F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117137" y="1295400"/>
            <a:ext cx="5617663" cy="5098197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45597F-0C51-C331-74B4-4074739288A2}"/>
              </a:ext>
            </a:extLst>
          </p:cNvPr>
          <p:cNvSpPr txBox="1">
            <a:spLocks/>
          </p:cNvSpPr>
          <p:nvPr/>
        </p:nvSpPr>
        <p:spPr>
          <a:xfrm>
            <a:off x="554537" y="2652313"/>
            <a:ext cx="5770063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75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200" kern="1200" spc="-37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We'll need nonlinearities, so a feedforward layer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F67FE1-4640-46BD-E569-5080937F6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37" y="3859607"/>
            <a:ext cx="5160463" cy="48379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D673EAA-CE8C-4B1E-CCBF-C8E1FEFADD54}"/>
              </a:ext>
            </a:extLst>
          </p:cNvPr>
          <p:cNvSpPr txBox="1">
            <a:spLocks/>
          </p:cNvSpPr>
          <p:nvPr/>
        </p:nvSpPr>
        <p:spPr>
          <a:xfrm>
            <a:off x="554537" y="5029201"/>
            <a:ext cx="5770063" cy="7619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75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200" kern="1200" spc="-37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Layer norm: the vector </a:t>
            </a:r>
            <a:r>
              <a:rPr lang="en-US" sz="3200" b="1" dirty="0"/>
              <a:t>x</a:t>
            </a:r>
            <a:r>
              <a:rPr lang="en-US" sz="3200" baseline="-25000" dirty="0"/>
              <a:t>i</a:t>
            </a:r>
            <a:r>
              <a:rPr lang="en-US" sz="3200" dirty="0"/>
              <a:t> is normalized twice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0C6C05-E7CB-0E85-E72C-EE7CD06D85EB}"/>
              </a:ext>
            </a:extLst>
          </p:cNvPr>
          <p:cNvSpPr txBox="1">
            <a:spLocks/>
          </p:cNvSpPr>
          <p:nvPr/>
        </p:nvSpPr>
        <p:spPr>
          <a:xfrm>
            <a:off x="1097280" y="159603"/>
            <a:ext cx="10058400" cy="9071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75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200" kern="1200" spc="-37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Single Transformer Block</a:t>
            </a:r>
          </a:p>
        </p:txBody>
      </p:sp>
    </p:spTree>
    <p:extLst>
      <p:ext uri="{BB962C8B-B14F-4D97-AF65-F5344CB8AC3E}">
        <p14:creationId xmlns:p14="http://schemas.microsoft.com/office/powerpoint/2010/main" val="243301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C5F8-9A3A-9ADC-C687-15B62261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90CE-BFAA-E791-A684-299612C7F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NimbusRomNo9L"/>
              </a:rPr>
              <a:t>Layer norm is a variation of the </a:t>
            </a:r>
            <a:r>
              <a:rPr lang="en-US" sz="1800" b="0" dirty="0">
                <a:effectLst/>
                <a:latin typeface="NimbusRomNo9L"/>
              </a:rPr>
              <a:t>z-score </a:t>
            </a:r>
            <a:r>
              <a:rPr lang="en-US" sz="1800" dirty="0">
                <a:effectLst/>
                <a:latin typeface="NimbusRomNo9L"/>
              </a:rPr>
              <a:t>from statistics, applied to a single </a:t>
            </a:r>
            <a:r>
              <a:rPr lang="en-US" sz="1800" dirty="0" err="1">
                <a:effectLst/>
                <a:latin typeface="NimbusRomNo9L"/>
              </a:rPr>
              <a:t>vec</a:t>
            </a:r>
            <a:r>
              <a:rPr lang="en-US" sz="1800" dirty="0">
                <a:effectLst/>
                <a:latin typeface="NimbusRomNo9L"/>
              </a:rPr>
              <a:t>- tor in a hidden layer 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C57DFD-2E8E-1A36-35EE-243695EDB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575" y="2113899"/>
            <a:ext cx="5372850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19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0AEA-33DF-2C27-6FF5-8DDD1E4E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together a single transformer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092F-B433-7AF7-9877-FAF54A4AB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10E38-2DE5-E40B-1D37-F7B31F8D2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274" y="2057400"/>
            <a:ext cx="7008726" cy="3429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551F4-FE3C-68D7-13C8-2A07979960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" y="1696527"/>
            <a:ext cx="4573674" cy="41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FBB-8398-088E-AD30-CE74C80C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transformer is a stack of these blocks</a:t>
            </a:r>
            <a:br>
              <a:rPr lang="en-US" dirty="0"/>
            </a:br>
            <a:r>
              <a:rPr lang="en-US" dirty="0"/>
              <a:t>so all the vectors are of the same dimensionality 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A8FEF8-FB3D-78B2-3C45-EFB0BEA42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00601" y="4354373"/>
            <a:ext cx="2590800" cy="235122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B7F2453-4A99-918A-D2D0-0E63D3E73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00601" y="1461719"/>
            <a:ext cx="2590800" cy="2351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05041C-6CBC-159B-7CC0-BD15DB898139}"/>
              </a:ext>
            </a:extLst>
          </p:cNvPr>
          <p:cNvSpPr txBox="1"/>
          <p:nvPr/>
        </p:nvSpPr>
        <p:spPr>
          <a:xfrm>
            <a:off x="3234267" y="5435600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DE24-3435-73CF-E62A-084DE71AE26A}"/>
              </a:ext>
            </a:extLst>
          </p:cNvPr>
          <p:cNvSpPr txBox="1"/>
          <p:nvPr/>
        </p:nvSpPr>
        <p:spPr>
          <a:xfrm>
            <a:off x="3225800" y="2468056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426961" y="2209800"/>
                <a:ext cx="4307839" cy="25853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dirty="0"/>
                  <a:t>Each token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at the input to the block has dimensionality </a:t>
                </a:r>
                <a:r>
                  <a:rPr lang="en-US" sz="1800" b="1" dirty="0"/>
                  <a:t>d</a:t>
                </a:r>
                <a:r>
                  <a:rPr lang="en-US" sz="1800" dirty="0"/>
                  <a:t>, and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 also has dimensionality </a:t>
                </a:r>
                <a:r>
                  <a:rPr lang="en-US" sz="1800" b="1" dirty="0"/>
                  <a:t>d</a:t>
                </a:r>
                <a:r>
                  <a:rPr lang="en-US" sz="1800" dirty="0"/>
                  <a:t>. </a:t>
                </a:r>
              </a:p>
              <a:p>
                <a:pPr algn="just"/>
                <a:endParaRPr lang="en-US" sz="1800" dirty="0"/>
              </a:p>
              <a:p>
                <a:pPr algn="just"/>
                <a:r>
                  <a:rPr lang="en-US" sz="1800" dirty="0"/>
                  <a:t>Transformers for large language models stack many of these blocks, from </a:t>
                </a:r>
                <a:r>
                  <a:rPr lang="en-US" sz="1800" b="1" dirty="0"/>
                  <a:t>12 layers </a:t>
                </a:r>
                <a:r>
                  <a:rPr lang="en-US" sz="1800" dirty="0"/>
                  <a:t>(used for the T5 or GPT-3-small language models) to </a:t>
                </a:r>
                <a:r>
                  <a:rPr lang="en-US" sz="1800" b="1" dirty="0"/>
                  <a:t>96 layers </a:t>
                </a:r>
                <a:r>
                  <a:rPr lang="en-US" sz="1800" dirty="0"/>
                  <a:t>(used for GPT-3 large), to even more for more recent models.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961" y="2209800"/>
                <a:ext cx="4307839" cy="2585323"/>
              </a:xfrm>
              <a:prstGeom prst="rect">
                <a:avLst/>
              </a:prstGeom>
              <a:blipFill rotWithShape="1">
                <a:blip r:embed="rId3"/>
                <a:stretch>
                  <a:fillRect l="-987" t="-939" r="-1128" b="-23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51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902B-7867-570D-473C-2042659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streams and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C49BC-307D-29CA-29E0-D52BA97B9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Notice that all  parts of the transformer block apply to 1 residual stream (1 token).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Except attention, which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takes information from other tokens</a:t>
            </a:r>
          </a:p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Elhage</a:t>
            </a:r>
            <a:r>
              <a:rPr lang="en-US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et al.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2021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show that we can view attention heads as literally moving information from the residual stream of a neighboring token into the current stream 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D1054-63CA-4E44-2EC0-8E0DB8E8A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314518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6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9F30-4212-E534-5838-182140E3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computation using </a:t>
            </a:r>
            <a:r>
              <a:rPr lang="en-US" b="1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97CA0-F2A2-8C73-4DB6-EC12360B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For attention/transformer block we've been computing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single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output at a </a:t>
            </a:r>
            <a:r>
              <a:rPr lang="en-US" sz="3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single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time step </a:t>
            </a:r>
            <a:r>
              <a:rPr lang="en-US" sz="30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a </a:t>
            </a:r>
            <a:r>
              <a:rPr lang="en-US" sz="3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single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residual stream. </a:t>
            </a:r>
          </a:p>
          <a:p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But we can pack the  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tokens of the input sequence into a single matrix </a:t>
            </a:r>
            <a:r>
              <a:rPr lang="en-US" sz="3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size [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]. </a:t>
            </a:r>
          </a:p>
          <a:p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row of X is the embedding of one token of the input. </a:t>
            </a:r>
          </a:p>
          <a:p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 can have 1K-32K rows, each of the dimensionality of the embedding 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(the </a:t>
            </a:r>
            <a:r>
              <a:rPr lang="en-US" sz="3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 dimension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9D6AE-DDC4-EBEC-FB7F-5AA0B7F03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257800"/>
            <a:ext cx="550545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6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76D8-6788-0BAF-AAF1-FE17146B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</a:t>
            </a:r>
            <a:r>
              <a:rPr lang="en-US" baseline="30000" dirty="0"/>
              <a:t>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F5CF-F846-E52D-C128-383EDF835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can do a single matrix multiply to combine Q and K</a:t>
            </a:r>
            <a:r>
              <a:rPr lang="en-US" baseline="30000" dirty="0"/>
              <a:t>T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ECC4B-5653-47C6-4812-DC48B1A30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80" y="2383367"/>
            <a:ext cx="43180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25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C06C-223B-0617-18CF-C1AD57AF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D275-3712-78FD-113A-7171021E6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Scale the  scores, take the </a:t>
            </a:r>
            <a:r>
              <a:rPr lang="en-US" sz="4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then multiply the result by V resulting in a matrix of shape </a:t>
            </a:r>
            <a:r>
              <a:rPr lang="en-US" sz="4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en-US" sz="4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  <a:p>
            <a:pPr marL="682595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An attention vector for each input token</a:t>
            </a:r>
            <a:endParaRPr lang="en-US" sz="3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0566A-E9EB-4CF1-AEA6-96114F86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546600"/>
            <a:ext cx="653415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8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C06C-223B-0617-18CF-C1AD57AF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Masking out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D275-3712-78FD-113A-7171021E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5" y="2514600"/>
            <a:ext cx="10058401" cy="3657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is this mask function?</a:t>
            </a:r>
            <a:b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QK</a:t>
            </a:r>
            <a:r>
              <a:rPr lang="en-US" sz="3600" baseline="30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has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score for each query dot every key, </a:t>
            </a:r>
            <a:r>
              <a:rPr lang="en-US" sz="36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including those that follow the query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uessing the next word is pretty simple if you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lready know it! 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0566A-E9EB-4CF1-AEA6-96114F86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1058332"/>
            <a:ext cx="653415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04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C06C-223B-0617-18CF-C1AD57AF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Masking out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D275-3712-78FD-113A-7171021E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731" y="3192330"/>
            <a:ext cx="6647869" cy="2141670"/>
          </a:xfrm>
        </p:spPr>
        <p:txBody>
          <a:bodyPr/>
          <a:lstStyle/>
          <a:p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Add –∞ to cells in upper triangle</a:t>
            </a: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will turn it to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0566A-E9EB-4CF1-AEA6-96114F86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170352"/>
            <a:ext cx="5476875" cy="1192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8F1A89-D86F-9845-2FD7-51881C45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875120"/>
            <a:ext cx="39370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83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C06C-223B-0617-18CF-C1AD57AF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point: Attention is quadratic in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D275-3712-78FD-113A-7171021E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731" y="3192330"/>
            <a:ext cx="6647869" cy="21416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0566A-E9EB-4CF1-AEA6-96114F86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170352"/>
            <a:ext cx="5476875" cy="1192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8F1A89-D86F-9845-2FD7-51881C45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980" y="2921000"/>
            <a:ext cx="3937000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00BCD-B278-569E-496E-4FD399D1D179}"/>
              </a:ext>
            </a:extLst>
          </p:cNvPr>
          <p:cNvSpPr txBox="1"/>
          <p:nvPr/>
        </p:nvSpPr>
        <p:spPr>
          <a:xfrm>
            <a:off x="609600" y="289039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9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A141-2AFC-B409-0AF4-9F2F3F78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again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037CA8-062C-10E6-FE00-99DCD582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499653"/>
            <a:ext cx="10840963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72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B265-6D37-4350-3859-A3222D4B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FCDF-F429-51B2-A4E1-AF8C0EFE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again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84E0A22-3022-3E20-E9D2-752572E0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946CF1-9527-5E66-E648-F22E6CBBC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3348026"/>
            <a:ext cx="5210902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73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5562-60F4-FA35-7021-65F5ECBE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Multi-head Attention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512DC0-142A-FF1B-64DA-CACCA69B5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114" y="2667000"/>
            <a:ext cx="11365771" cy="238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87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5562-60F4-FA35-7021-65F5ECBE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Multi-head Attention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43C80C-DC37-1B85-0E3A-4FA8FD0E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3222624"/>
            <a:ext cx="9326886" cy="2949575"/>
          </a:xfrm>
        </p:spPr>
        <p:txBody>
          <a:bodyPr/>
          <a:lstStyle/>
          <a:p>
            <a:r>
              <a:rPr lang="en-US" dirty="0"/>
              <a:t>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01E92-50B5-CD83-4065-23E9C433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1741557"/>
            <a:ext cx="6992176" cy="1113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724AA-16DD-C1A9-F320-2A6F777D8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1" y="3429000"/>
            <a:ext cx="4800599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00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72DF2D-86C6-A753-B0A5-D9E90D64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and Position Embeddings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C1D5B-8D9D-5194-D439-4C9C3457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matrix X (of shape [</a:t>
            </a:r>
            <a:r>
              <a:rPr lang="en-US" sz="36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en-US" sz="36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]) has an </a:t>
            </a:r>
            <a:r>
              <a:rPr lang="en-US" sz="36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embedding 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each word in the context. </a:t>
            </a:r>
          </a:p>
          <a:p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embedding is created by adding two distinct embedding for each input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token embedding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positional embedding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910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5CBA-CD4F-B1C1-7154-74176939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A34C-5842-17A2-2B4D-212965C9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mbedding matrix E has shape [|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| ×  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One row for each of the |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| tokens in the vocabulary.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word is a row vector of </a:t>
            </a:r>
            <a:r>
              <a:rPr lang="en-US" sz="3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dimensions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Given:  string "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Thanks for all the"</a:t>
            </a:r>
          </a:p>
          <a:p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Tokenize with BPE and convert into vocab indices</a:t>
            </a:r>
          </a:p>
          <a:p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 = [5,4000,10532,2224] </a:t>
            </a:r>
          </a:p>
          <a:p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Select the corresponding rows from E, each row an embedding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3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(row 5, row 4000, row 10532, row 2224). 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/>
          </a:p>
          <a:p>
            <a:endParaRPr lang="en-US" sz="1800" dirty="0">
              <a:effectLst/>
              <a:latin typeface="NimbusRomNo9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6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5CBA-CD4F-B1C1-7154-74176939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A34C-5842-17A2-2B4D-212965C96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5" y="1600200"/>
            <a:ext cx="10789915" cy="4572000"/>
          </a:xfrm>
        </p:spPr>
        <p:txBody>
          <a:bodyPr>
            <a:normAutofit/>
          </a:bodyPr>
          <a:lstStyle/>
          <a:p>
            <a:r>
              <a:rPr lang="en-US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 are many methods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but we'll just describe 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simplest: </a:t>
            </a:r>
            <a:r>
              <a:rPr lang="en-US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absolute position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Goal: learn a position embedding matrix </a:t>
            </a:r>
            <a:r>
              <a:rPr lang="en-US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 of shape [1 × </a:t>
            </a:r>
            <a:r>
              <a:rPr lang="en-US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Start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randomly initialized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one for each integer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 to some maximum length.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i.e., j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ust as we have an embedding for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token </a:t>
            </a:r>
            <a:r>
              <a:rPr lang="en-US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fish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we’ll have an embedding for position 3 and position 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 with word embeddings, these position embeddings are learned along with other parameters during training.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387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7E6B-529B-C3B3-E9EA-CFABF6A4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9603"/>
            <a:ext cx="10942320" cy="907196"/>
          </a:xfrm>
        </p:spPr>
        <p:txBody>
          <a:bodyPr>
            <a:normAutofit fontScale="90000"/>
          </a:bodyPr>
          <a:lstStyle/>
          <a:p>
            <a:r>
              <a:rPr lang="en-US" dirty="0"/>
              <a:t>Each </a:t>
            </a:r>
            <a:r>
              <a:rPr lang="en-US" b="1" dirty="0"/>
              <a:t>x</a:t>
            </a:r>
            <a:r>
              <a:rPr lang="en-US" dirty="0"/>
              <a:t> is just the sum of word and position embeddings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640300-E58D-E840-817E-C8FAE90E0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663" y="1682750"/>
            <a:ext cx="8509000" cy="4406900"/>
          </a:xfrm>
        </p:spPr>
      </p:pic>
    </p:spTree>
    <p:extLst>
      <p:ext uri="{BB962C8B-B14F-4D97-AF65-F5344CB8AC3E}">
        <p14:creationId xmlns:p14="http://schemas.microsoft.com/office/powerpoint/2010/main" val="2629264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9648-D237-5E00-6359-41441262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</a:t>
            </a:r>
            <a:r>
              <a:rPr lang="en-US"/>
              <a:t>modeling head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4C61FB-2D84-CE88-2459-49604AA70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765518"/>
            <a:ext cx="10058400" cy="4241363"/>
          </a:xfrm>
        </p:spPr>
      </p:pic>
    </p:spTree>
    <p:extLst>
      <p:ext uri="{BB962C8B-B14F-4D97-AF65-F5344CB8AC3E}">
        <p14:creationId xmlns:p14="http://schemas.microsoft.com/office/powerpoint/2010/main" val="169311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9648-D237-5E00-6359-41441262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</a:t>
            </a:r>
            <a:r>
              <a:rPr lang="en-US"/>
              <a:t>modeling head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4C61FB-2D84-CE88-2459-49604AA70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849"/>
          <a:stretch/>
        </p:blipFill>
        <p:spPr>
          <a:xfrm>
            <a:off x="381000" y="2757219"/>
            <a:ext cx="5255390" cy="356558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203227-CDCA-E567-D803-5D7A124917F8}"/>
              </a:ext>
            </a:extLst>
          </p:cNvPr>
          <p:cNvSpPr txBox="1"/>
          <p:nvPr/>
        </p:nvSpPr>
        <p:spPr>
          <a:xfrm>
            <a:off x="1097280" y="1801142"/>
            <a:ext cx="1060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nembedding layer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 linear layer projects from </a:t>
            </a:r>
            <a:r>
              <a:rPr lang="en-US" sz="24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3000" i="1" baseline="30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sz="3000" i="1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4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(shape [1 × </a:t>
            </a:r>
            <a:r>
              <a:rPr lang="en-US" sz="24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])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n-US" sz="24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logit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vector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C4099-B4E9-DAE7-7CDE-267F6C54E5F0}"/>
              </a:ext>
            </a:extLst>
          </p:cNvPr>
          <p:cNvSpPr txBox="1"/>
          <p:nvPr/>
        </p:nvSpPr>
        <p:spPr>
          <a:xfrm>
            <a:off x="6096000" y="3025696"/>
            <a:ext cx="4478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 "unembedding"? 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Tied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="1" baseline="30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88BF4-A1BE-C1C4-617C-1126C74B051B}"/>
              </a:ext>
            </a:extLst>
          </p:cNvPr>
          <p:cNvSpPr txBox="1"/>
          <p:nvPr/>
        </p:nvSpPr>
        <p:spPr>
          <a:xfrm>
            <a:off x="6324600" y="4163079"/>
            <a:ext cx="5577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eight tying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we use the same weights for two different matrices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4C47F-A805-F98E-2696-57424E341B52}"/>
              </a:ext>
            </a:extLst>
          </p:cNvPr>
          <p:cNvSpPr txBox="1"/>
          <p:nvPr/>
        </p:nvSpPr>
        <p:spPr>
          <a:xfrm>
            <a:off x="3521950" y="5358992"/>
            <a:ext cx="7101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Unembedding layer maps from an embedding to a 1x|V| vector of logits</a:t>
            </a:r>
            <a:endParaRPr lang="en-US" sz="2400" b="1" baseline="30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2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9648-D237-5E00-6359-41441262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</a:t>
            </a:r>
            <a:r>
              <a:rPr lang="en-US"/>
              <a:t>modeling head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4C61FB-2D84-CE88-2459-49604AA70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849"/>
          <a:stretch/>
        </p:blipFill>
        <p:spPr>
          <a:xfrm>
            <a:off x="381000" y="2757219"/>
            <a:ext cx="5255390" cy="35655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3E5519-36DD-B593-5ECA-6733074551C7}"/>
              </a:ext>
            </a:extLst>
          </p:cNvPr>
          <p:cNvSpPr txBox="1"/>
          <p:nvPr/>
        </p:nvSpPr>
        <p:spPr>
          <a:xfrm>
            <a:off x="6152984" y="1182231"/>
            <a:ext cx="5410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Logits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the score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vector u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 score for each of the |</a:t>
            </a:r>
            <a:r>
              <a:rPr lang="en-US" sz="2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| possible words in the vocabulary </a:t>
            </a:r>
            <a:r>
              <a:rPr lang="en-US" sz="2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Shape 1 × |</a:t>
            </a:r>
            <a:r>
              <a:rPr lang="en-US" sz="2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|. 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34D06-C1BB-4F83-3C03-C6376A6ED960}"/>
              </a:ext>
            </a:extLst>
          </p:cNvPr>
          <p:cNvSpPr txBox="1"/>
          <p:nvPr/>
        </p:nvSpPr>
        <p:spPr>
          <a:xfrm>
            <a:off x="7010950" y="3710065"/>
            <a:ext cx="48354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turns the logits into probabilities over vocabulary.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Shape 1 × |</a:t>
            </a:r>
            <a:r>
              <a:rPr lang="en-US" sz="2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|. 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A56C5-B291-3A46-03DF-E713847A1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534084"/>
            <a:ext cx="3179506" cy="126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7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9648-D237-5E00-6359-41441262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9600"/>
            <a:ext cx="10058400" cy="907196"/>
          </a:xfrm>
        </p:spPr>
        <p:txBody>
          <a:bodyPr>
            <a:normAutofit fontScale="90000"/>
          </a:bodyPr>
          <a:lstStyle/>
          <a:p>
            <a:r>
              <a:rPr lang="en-US" dirty="0"/>
              <a:t>The final transformer</a:t>
            </a:r>
            <a:br>
              <a:rPr lang="en-US" dirty="0"/>
            </a:br>
            <a:r>
              <a:rPr lang="en-US" dirty="0"/>
              <a:t>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5FB925-0FA1-52E5-B3F7-B389910E8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715000" y="48498"/>
            <a:ext cx="5334000" cy="6809502"/>
          </a:xfr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B74E968E-3477-1CFE-9F70-46FD196CE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967"/>
          <a:stretch/>
        </p:blipFill>
        <p:spPr>
          <a:xfrm>
            <a:off x="521728" y="1905000"/>
            <a:ext cx="1085918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7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E375-4D80-6159-E273-8167C4C3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AE23A-01BA-B057-F8A2-385748043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https://www.youtube.com/watch?v=KMHkbXzHn7s</a:t>
            </a:r>
            <a:endParaRPr lang="en-US" dirty="0">
              <a:hlinkClick r:id="rId3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https://www.youtube.com/watch?v=bCz4OMemCcA&amp;t=1243s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https://www.youtube.com/watch?v=ZhAz268Hdpw&amp;t=1439s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48867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34047</TotalTime>
  <Words>897</Words>
  <Application>Microsoft Office PowerPoint</Application>
  <PresentationFormat>Widescreen</PresentationFormat>
  <Paragraphs>89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Franklin Gothic Book</vt:lpstr>
      <vt:lpstr>NimbusRomNo9L</vt:lpstr>
      <vt:lpstr>Times</vt:lpstr>
      <vt:lpstr>Times New Roman</vt:lpstr>
      <vt:lpstr>1_Retrospect</vt:lpstr>
      <vt:lpstr>Transformers</vt:lpstr>
      <vt:lpstr>Reminder: transformer language model</vt:lpstr>
      <vt:lpstr>The residual stream: each token gets passed up and modified</vt:lpstr>
      <vt:lpstr>Layer Norm</vt:lpstr>
      <vt:lpstr>Putting together a single transformer block</vt:lpstr>
      <vt:lpstr>A transformer is a stack of these blocks so all the vectors are of the same dimensionality d</vt:lpstr>
      <vt:lpstr>Residual streams and attention</vt:lpstr>
      <vt:lpstr>Parallelizing computation using X</vt:lpstr>
      <vt:lpstr>QKT</vt:lpstr>
      <vt:lpstr>Parallelizing attention</vt:lpstr>
      <vt:lpstr>Masking out the future</vt:lpstr>
      <vt:lpstr>Masking out the future</vt:lpstr>
      <vt:lpstr>Another point: Attention is quadratic in length</vt:lpstr>
      <vt:lpstr>Attention again</vt:lpstr>
      <vt:lpstr>Attention again</vt:lpstr>
      <vt:lpstr>Parallelizing Multi-head Attention</vt:lpstr>
      <vt:lpstr>Parallelizing Multi-head Attention</vt:lpstr>
      <vt:lpstr>Token and Position Embeddings</vt:lpstr>
      <vt:lpstr>Token Embeddings</vt:lpstr>
      <vt:lpstr>Position Embeddings</vt:lpstr>
      <vt:lpstr>Each x is just the sum of word and position embeddings</vt:lpstr>
      <vt:lpstr>Language modeling head</vt:lpstr>
      <vt:lpstr>Language modeling head</vt:lpstr>
      <vt:lpstr>Language modeling head</vt:lpstr>
      <vt:lpstr>The final transformer model</vt:lpstr>
      <vt:lpstr>References</vt:lpstr>
    </vt:vector>
  </TitlesOfParts>
  <Manager/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Transformers</dc:title>
  <dc:subject>Speech and Language Processing</dc:subject>
  <dc:creator>Dan Jurafsky</dc:creator>
  <cp:keywords/>
  <dc:description/>
  <cp:lastModifiedBy>Abdus Salam</cp:lastModifiedBy>
  <cp:revision>598</cp:revision>
  <cp:lastPrinted>2024-08-20T14:10:44Z</cp:lastPrinted>
  <dcterms:created xsi:type="dcterms:W3CDTF">2009-02-11T19:56:22Z</dcterms:created>
  <dcterms:modified xsi:type="dcterms:W3CDTF">2025-09-14T08:24:49Z</dcterms:modified>
  <cp:category/>
</cp:coreProperties>
</file>