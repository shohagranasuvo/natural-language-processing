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97" r:id="rId3"/>
    <p:sldId id="268" r:id="rId4"/>
    <p:sldId id="270" r:id="rId5"/>
    <p:sldId id="269" r:id="rId6"/>
    <p:sldId id="271" r:id="rId7"/>
    <p:sldId id="272" r:id="rId8"/>
    <p:sldId id="278" r:id="rId9"/>
    <p:sldId id="279" r:id="rId10"/>
    <p:sldId id="280" r:id="rId11"/>
    <p:sldId id="281" r:id="rId12"/>
    <p:sldId id="282" r:id="rId13"/>
    <p:sldId id="298" r:id="rId14"/>
    <p:sldId id="284" r:id="rId15"/>
    <p:sldId id="285" r:id="rId16"/>
    <p:sldId id="286" r:id="rId17"/>
    <p:sldId id="287" r:id="rId18"/>
    <p:sldId id="288" r:id="rId19"/>
    <p:sldId id="289" r:id="rId20"/>
    <p:sldId id="290" r:id="rId21"/>
    <p:sldId id="291" r:id="rId22"/>
    <p:sldId id="292" r:id="rId23"/>
    <p:sldId id="293" r:id="rId24"/>
    <p:sldId id="294" r:id="rId25"/>
    <p:sldId id="295" r:id="rId26"/>
    <p:sldId id="296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9D5B405-68FC-4DAE-84FF-C1F11CEA52BB}" v="181" dt="2025-09-08T18:38:11.251"/>
    <p1510:client id="{9E9EB31A-2667-4039-A6B0-7918C655D20D}" v="228" dt="2025-09-09T04:54:46.7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dus Salam" userId="0e2b1981-3d04-4857-a4cb-b2b53ead0854" providerId="ADAL" clId="{81A7D67E-B922-4722-BCFB-D1DBBEE9B677}"/>
    <pc:docChg chg="undo redo custSel addSld modSld">
      <pc:chgData name="Abdus Salam" userId="0e2b1981-3d04-4857-a4cb-b2b53ead0854" providerId="ADAL" clId="{81A7D67E-B922-4722-BCFB-D1DBBEE9B677}" dt="2025-09-08T18:38:11.251" v="346"/>
      <pc:docMkLst>
        <pc:docMk/>
      </pc:docMkLst>
      <pc:sldChg chg="modSp new">
        <pc:chgData name="Abdus Salam" userId="0e2b1981-3d04-4857-a4cb-b2b53ead0854" providerId="ADAL" clId="{81A7D67E-B922-4722-BCFB-D1DBBEE9B677}" dt="2025-09-06T20:01:39.956" v="4"/>
        <pc:sldMkLst>
          <pc:docMk/>
          <pc:sldMk cId="3424135925" sldId="256"/>
        </pc:sldMkLst>
        <pc:spChg chg="mod">
          <ac:chgData name="Abdus Salam" userId="0e2b1981-3d04-4857-a4cb-b2b53ead0854" providerId="ADAL" clId="{81A7D67E-B922-4722-BCFB-D1DBBEE9B677}" dt="2025-09-06T20:01:39.956" v="4"/>
          <ac:spMkLst>
            <pc:docMk/>
            <pc:sldMk cId="3424135925" sldId="256"/>
            <ac:spMk id="2" creationId="{6301E24A-8045-C341-34FA-E14E831E1A20}"/>
          </ac:spMkLst>
        </pc:spChg>
        <pc:spChg chg="mod">
          <ac:chgData name="Abdus Salam" userId="0e2b1981-3d04-4857-a4cb-b2b53ead0854" providerId="ADAL" clId="{81A7D67E-B922-4722-BCFB-D1DBBEE9B677}" dt="2025-09-06T20:01:39.956" v="4"/>
          <ac:spMkLst>
            <pc:docMk/>
            <pc:sldMk cId="3424135925" sldId="256"/>
            <ac:spMk id="3" creationId="{FC7E7691-4655-5315-80F4-F36637632FCE}"/>
          </ac:spMkLst>
        </pc:spChg>
      </pc:sldChg>
      <pc:sldChg chg="modSp new">
        <pc:chgData name="Abdus Salam" userId="0e2b1981-3d04-4857-a4cb-b2b53ead0854" providerId="ADAL" clId="{81A7D67E-B922-4722-BCFB-D1DBBEE9B677}" dt="2025-09-06T20:02:01.272" v="6"/>
        <pc:sldMkLst>
          <pc:docMk/>
          <pc:sldMk cId="2802943303" sldId="257"/>
        </pc:sldMkLst>
      </pc:sldChg>
      <pc:sldChg chg="addSp modSp new mod">
        <pc:chgData name="Abdus Salam" userId="0e2b1981-3d04-4857-a4cb-b2b53ead0854" providerId="ADAL" clId="{81A7D67E-B922-4722-BCFB-D1DBBEE9B677}" dt="2025-09-06T20:03:54.653" v="9" actId="22"/>
        <pc:sldMkLst>
          <pc:docMk/>
          <pc:sldMk cId="1179314604" sldId="258"/>
        </pc:sldMkLst>
      </pc:sldChg>
      <pc:sldChg chg="addSp modSp new mod">
        <pc:chgData name="Abdus Salam" userId="0e2b1981-3d04-4857-a4cb-b2b53ead0854" providerId="ADAL" clId="{81A7D67E-B922-4722-BCFB-D1DBBEE9B677}" dt="2025-09-06T20:05:47.501" v="19" actId="1076"/>
        <pc:sldMkLst>
          <pc:docMk/>
          <pc:sldMk cId="2499912833" sldId="259"/>
        </pc:sldMkLst>
      </pc:sldChg>
      <pc:sldChg chg="modSp new mod">
        <pc:chgData name="Abdus Salam" userId="0e2b1981-3d04-4857-a4cb-b2b53ead0854" providerId="ADAL" clId="{81A7D67E-B922-4722-BCFB-D1DBBEE9B677}" dt="2025-09-06T20:06:54.283" v="26"/>
        <pc:sldMkLst>
          <pc:docMk/>
          <pc:sldMk cId="2570261026" sldId="260"/>
        </pc:sldMkLst>
      </pc:sldChg>
      <pc:sldChg chg="modSp new mod">
        <pc:chgData name="Abdus Salam" userId="0e2b1981-3d04-4857-a4cb-b2b53ead0854" providerId="ADAL" clId="{81A7D67E-B922-4722-BCFB-D1DBBEE9B677}" dt="2025-09-06T20:08:45.020" v="48" actId="20577"/>
        <pc:sldMkLst>
          <pc:docMk/>
          <pc:sldMk cId="1772305285" sldId="261"/>
        </pc:sldMkLst>
      </pc:sldChg>
      <pc:sldChg chg="modSp new">
        <pc:chgData name="Abdus Salam" userId="0e2b1981-3d04-4857-a4cb-b2b53ead0854" providerId="ADAL" clId="{81A7D67E-B922-4722-BCFB-D1DBBEE9B677}" dt="2025-09-06T20:09:24.751" v="50"/>
        <pc:sldMkLst>
          <pc:docMk/>
          <pc:sldMk cId="2935549158" sldId="262"/>
        </pc:sldMkLst>
      </pc:sldChg>
      <pc:sldChg chg="addSp modSp new mod">
        <pc:chgData name="Abdus Salam" userId="0e2b1981-3d04-4857-a4cb-b2b53ead0854" providerId="ADAL" clId="{81A7D67E-B922-4722-BCFB-D1DBBEE9B677}" dt="2025-09-06T20:10:05.638" v="54" actId="1076"/>
        <pc:sldMkLst>
          <pc:docMk/>
          <pc:sldMk cId="3072841698" sldId="263"/>
        </pc:sldMkLst>
      </pc:sldChg>
      <pc:sldChg chg="addSp modSp new mod">
        <pc:chgData name="Abdus Salam" userId="0e2b1981-3d04-4857-a4cb-b2b53ead0854" providerId="ADAL" clId="{81A7D67E-B922-4722-BCFB-D1DBBEE9B677}" dt="2025-09-06T20:11:06.060" v="62"/>
        <pc:sldMkLst>
          <pc:docMk/>
          <pc:sldMk cId="3149800184" sldId="264"/>
        </pc:sldMkLst>
      </pc:sldChg>
      <pc:sldChg chg="modSp new mod">
        <pc:chgData name="Abdus Salam" userId="0e2b1981-3d04-4857-a4cb-b2b53ead0854" providerId="ADAL" clId="{81A7D67E-B922-4722-BCFB-D1DBBEE9B677}" dt="2025-09-06T20:11:44.895" v="96" actId="1035"/>
        <pc:sldMkLst>
          <pc:docMk/>
          <pc:sldMk cId="413487576" sldId="265"/>
        </pc:sldMkLst>
      </pc:sldChg>
      <pc:sldChg chg="addSp modSp new mod">
        <pc:chgData name="Abdus Salam" userId="0e2b1981-3d04-4857-a4cb-b2b53ead0854" providerId="ADAL" clId="{81A7D67E-B922-4722-BCFB-D1DBBEE9B677}" dt="2025-09-06T20:14:19.521" v="117" actId="1076"/>
        <pc:sldMkLst>
          <pc:docMk/>
          <pc:sldMk cId="1468579230" sldId="266"/>
        </pc:sldMkLst>
      </pc:sldChg>
      <pc:sldChg chg="addSp delSp modSp new">
        <pc:chgData name="Abdus Salam" userId="0e2b1981-3d04-4857-a4cb-b2b53ead0854" providerId="ADAL" clId="{81A7D67E-B922-4722-BCFB-D1DBBEE9B677}" dt="2025-09-06T20:14:54.568" v="123" actId="1076"/>
        <pc:sldMkLst>
          <pc:docMk/>
          <pc:sldMk cId="1346976642" sldId="267"/>
        </pc:sldMkLst>
      </pc:sldChg>
      <pc:sldChg chg="addSp modSp new mod">
        <pc:chgData name="Abdus Salam" userId="0e2b1981-3d04-4857-a4cb-b2b53ead0854" providerId="ADAL" clId="{81A7D67E-B922-4722-BCFB-D1DBBEE9B677}" dt="2025-09-06T20:18:54.998" v="132" actId="20577"/>
        <pc:sldMkLst>
          <pc:docMk/>
          <pc:sldMk cId="1808661966" sldId="268"/>
        </pc:sldMkLst>
        <pc:spChg chg="mod">
          <ac:chgData name="Abdus Salam" userId="0e2b1981-3d04-4857-a4cb-b2b53ead0854" providerId="ADAL" clId="{81A7D67E-B922-4722-BCFB-D1DBBEE9B677}" dt="2025-09-06T20:18:54.998" v="132" actId="20577"/>
          <ac:spMkLst>
            <pc:docMk/>
            <pc:sldMk cId="1808661966" sldId="268"/>
            <ac:spMk id="3" creationId="{6ED8BC2C-444F-F914-17D1-A0F990242688}"/>
          </ac:spMkLst>
        </pc:spChg>
        <pc:picChg chg="add mod">
          <ac:chgData name="Abdus Salam" userId="0e2b1981-3d04-4857-a4cb-b2b53ead0854" providerId="ADAL" clId="{81A7D67E-B922-4722-BCFB-D1DBBEE9B677}" dt="2025-09-06T20:18:39.615" v="128" actId="1076"/>
          <ac:picMkLst>
            <pc:docMk/>
            <pc:sldMk cId="1808661966" sldId="268"/>
            <ac:picMk id="5" creationId="{72C2A094-8669-C771-849D-1F2FB446C6C8}"/>
          </ac:picMkLst>
        </pc:picChg>
      </pc:sldChg>
      <pc:sldChg chg="addSp modSp new mod">
        <pc:chgData name="Abdus Salam" userId="0e2b1981-3d04-4857-a4cb-b2b53ead0854" providerId="ADAL" clId="{81A7D67E-B922-4722-BCFB-D1DBBEE9B677}" dt="2025-09-06T20:20:36.699" v="137" actId="22"/>
        <pc:sldMkLst>
          <pc:docMk/>
          <pc:sldMk cId="4066061263" sldId="269"/>
        </pc:sldMkLst>
        <pc:spChg chg="mod">
          <ac:chgData name="Abdus Salam" userId="0e2b1981-3d04-4857-a4cb-b2b53ead0854" providerId="ADAL" clId="{81A7D67E-B922-4722-BCFB-D1DBBEE9B677}" dt="2025-09-06T20:20:17.680" v="136"/>
          <ac:spMkLst>
            <pc:docMk/>
            <pc:sldMk cId="4066061263" sldId="269"/>
            <ac:spMk id="3" creationId="{240148D5-EF24-1E94-C115-93D781BEF56B}"/>
          </ac:spMkLst>
        </pc:spChg>
        <pc:picChg chg="add">
          <ac:chgData name="Abdus Salam" userId="0e2b1981-3d04-4857-a4cb-b2b53ead0854" providerId="ADAL" clId="{81A7D67E-B922-4722-BCFB-D1DBBEE9B677}" dt="2025-09-06T20:20:36.699" v="137" actId="22"/>
          <ac:picMkLst>
            <pc:docMk/>
            <pc:sldMk cId="4066061263" sldId="269"/>
            <ac:picMk id="5" creationId="{1D6A3213-C2DB-DC79-8FED-EF0DCFA43BF0}"/>
          </ac:picMkLst>
        </pc:picChg>
      </pc:sldChg>
      <pc:sldChg chg="addSp modSp new mod">
        <pc:chgData name="Abdus Salam" userId="0e2b1981-3d04-4857-a4cb-b2b53ead0854" providerId="ADAL" clId="{81A7D67E-B922-4722-BCFB-D1DBBEE9B677}" dt="2025-09-06T20:19:59.288" v="135" actId="1076"/>
        <pc:sldMkLst>
          <pc:docMk/>
          <pc:sldMk cId="4103845947" sldId="270"/>
        </pc:sldMkLst>
        <pc:spChg chg="mod">
          <ac:chgData name="Abdus Salam" userId="0e2b1981-3d04-4857-a4cb-b2b53ead0854" providerId="ADAL" clId="{81A7D67E-B922-4722-BCFB-D1DBBEE9B677}" dt="2025-09-06T20:19:29.338" v="133"/>
          <ac:spMkLst>
            <pc:docMk/>
            <pc:sldMk cId="4103845947" sldId="270"/>
            <ac:spMk id="3" creationId="{B4B4541D-FBDB-485F-8247-B8720B5F4D6C}"/>
          </ac:spMkLst>
        </pc:spChg>
        <pc:picChg chg="add mod">
          <ac:chgData name="Abdus Salam" userId="0e2b1981-3d04-4857-a4cb-b2b53ead0854" providerId="ADAL" clId="{81A7D67E-B922-4722-BCFB-D1DBBEE9B677}" dt="2025-09-06T20:19:59.288" v="135" actId="1076"/>
          <ac:picMkLst>
            <pc:docMk/>
            <pc:sldMk cId="4103845947" sldId="270"/>
            <ac:picMk id="5" creationId="{028705EC-BB45-D21C-A267-47219364294C}"/>
          </ac:picMkLst>
        </pc:picChg>
      </pc:sldChg>
      <pc:sldChg chg="addSp modSp new mod">
        <pc:chgData name="Abdus Salam" userId="0e2b1981-3d04-4857-a4cb-b2b53ead0854" providerId="ADAL" clId="{81A7D67E-B922-4722-BCFB-D1DBBEE9B677}" dt="2025-09-06T20:22:09.441" v="147" actId="1076"/>
        <pc:sldMkLst>
          <pc:docMk/>
          <pc:sldMk cId="2836534916" sldId="271"/>
        </pc:sldMkLst>
        <pc:spChg chg="mod">
          <ac:chgData name="Abdus Salam" userId="0e2b1981-3d04-4857-a4cb-b2b53ead0854" providerId="ADAL" clId="{81A7D67E-B922-4722-BCFB-D1DBBEE9B677}" dt="2025-09-06T20:21:45.172" v="145"/>
          <ac:spMkLst>
            <pc:docMk/>
            <pc:sldMk cId="2836534916" sldId="271"/>
            <ac:spMk id="3" creationId="{B69B74DB-7109-9B4B-C1CA-159063EE075B}"/>
          </ac:spMkLst>
        </pc:spChg>
        <pc:picChg chg="add">
          <ac:chgData name="Abdus Salam" userId="0e2b1981-3d04-4857-a4cb-b2b53ead0854" providerId="ADAL" clId="{81A7D67E-B922-4722-BCFB-D1DBBEE9B677}" dt="2025-09-06T20:21:27.252" v="140" actId="22"/>
          <ac:picMkLst>
            <pc:docMk/>
            <pc:sldMk cId="2836534916" sldId="271"/>
            <ac:picMk id="5" creationId="{B2F10049-EDF0-F6D9-E30C-E2C53F049B77}"/>
          </ac:picMkLst>
        </pc:picChg>
        <pc:picChg chg="add mod">
          <ac:chgData name="Abdus Salam" userId="0e2b1981-3d04-4857-a4cb-b2b53ead0854" providerId="ADAL" clId="{81A7D67E-B922-4722-BCFB-D1DBBEE9B677}" dt="2025-09-06T20:22:09.441" v="147" actId="1076"/>
          <ac:picMkLst>
            <pc:docMk/>
            <pc:sldMk cId="2836534916" sldId="271"/>
            <ac:picMk id="7" creationId="{45060ED5-B2DC-0581-A985-FDA17236BA0F}"/>
          </ac:picMkLst>
        </pc:picChg>
      </pc:sldChg>
      <pc:sldChg chg="addSp modSp new mod">
        <pc:chgData name="Abdus Salam" userId="0e2b1981-3d04-4857-a4cb-b2b53ead0854" providerId="ADAL" clId="{81A7D67E-B922-4722-BCFB-D1DBBEE9B677}" dt="2025-09-06T20:23:35.542" v="157" actId="1076"/>
        <pc:sldMkLst>
          <pc:docMk/>
          <pc:sldMk cId="410348981" sldId="272"/>
        </pc:sldMkLst>
        <pc:spChg chg="mod">
          <ac:chgData name="Abdus Salam" userId="0e2b1981-3d04-4857-a4cb-b2b53ead0854" providerId="ADAL" clId="{81A7D67E-B922-4722-BCFB-D1DBBEE9B677}" dt="2025-09-06T20:22:49.335" v="153"/>
          <ac:spMkLst>
            <pc:docMk/>
            <pc:sldMk cId="410348981" sldId="272"/>
            <ac:spMk id="3" creationId="{1A70242C-81EC-9C48-DE15-E2169D4B3731}"/>
          </ac:spMkLst>
        </pc:spChg>
        <pc:picChg chg="add mod">
          <ac:chgData name="Abdus Salam" userId="0e2b1981-3d04-4857-a4cb-b2b53ead0854" providerId="ADAL" clId="{81A7D67E-B922-4722-BCFB-D1DBBEE9B677}" dt="2025-09-06T20:23:35.542" v="157" actId="1076"/>
          <ac:picMkLst>
            <pc:docMk/>
            <pc:sldMk cId="410348981" sldId="272"/>
            <ac:picMk id="5" creationId="{2E547F3D-7731-F0FA-3256-82D23E37E830}"/>
          </ac:picMkLst>
        </pc:picChg>
      </pc:sldChg>
      <pc:sldChg chg="new">
        <pc:chgData name="Abdus Salam" userId="0e2b1981-3d04-4857-a4cb-b2b53ead0854" providerId="ADAL" clId="{81A7D67E-B922-4722-BCFB-D1DBBEE9B677}" dt="2025-09-06T20:22:44.791" v="149" actId="680"/>
        <pc:sldMkLst>
          <pc:docMk/>
          <pc:sldMk cId="4189670897" sldId="273"/>
        </pc:sldMkLst>
      </pc:sldChg>
      <pc:sldChg chg="new">
        <pc:chgData name="Abdus Salam" userId="0e2b1981-3d04-4857-a4cb-b2b53ead0854" providerId="ADAL" clId="{81A7D67E-B922-4722-BCFB-D1DBBEE9B677}" dt="2025-09-06T20:22:44.982" v="150" actId="680"/>
        <pc:sldMkLst>
          <pc:docMk/>
          <pc:sldMk cId="3732076333" sldId="274"/>
        </pc:sldMkLst>
      </pc:sldChg>
      <pc:sldChg chg="new">
        <pc:chgData name="Abdus Salam" userId="0e2b1981-3d04-4857-a4cb-b2b53ead0854" providerId="ADAL" clId="{81A7D67E-B922-4722-BCFB-D1DBBEE9B677}" dt="2025-09-06T20:22:45.148" v="151" actId="680"/>
        <pc:sldMkLst>
          <pc:docMk/>
          <pc:sldMk cId="1095250715" sldId="275"/>
        </pc:sldMkLst>
      </pc:sldChg>
      <pc:sldChg chg="new">
        <pc:chgData name="Abdus Salam" userId="0e2b1981-3d04-4857-a4cb-b2b53ead0854" providerId="ADAL" clId="{81A7D67E-B922-4722-BCFB-D1DBBEE9B677}" dt="2025-09-06T20:22:45.362" v="152" actId="680"/>
        <pc:sldMkLst>
          <pc:docMk/>
          <pc:sldMk cId="3051659043" sldId="276"/>
        </pc:sldMkLst>
      </pc:sldChg>
      <pc:sldChg chg="new">
        <pc:chgData name="Abdus Salam" userId="0e2b1981-3d04-4857-a4cb-b2b53ead0854" providerId="ADAL" clId="{81A7D67E-B922-4722-BCFB-D1DBBEE9B677}" dt="2025-09-06T20:22:53.925" v="154" actId="680"/>
        <pc:sldMkLst>
          <pc:docMk/>
          <pc:sldMk cId="3955562145" sldId="277"/>
        </pc:sldMkLst>
      </pc:sldChg>
      <pc:sldChg chg="addSp modSp new mod">
        <pc:chgData name="Abdus Salam" userId="0e2b1981-3d04-4857-a4cb-b2b53ead0854" providerId="ADAL" clId="{81A7D67E-B922-4722-BCFB-D1DBBEE9B677}" dt="2025-09-06T20:25:12.421" v="164" actId="1076"/>
        <pc:sldMkLst>
          <pc:docMk/>
          <pc:sldMk cId="2135251234" sldId="278"/>
        </pc:sldMkLst>
        <pc:spChg chg="mod">
          <ac:chgData name="Abdus Salam" userId="0e2b1981-3d04-4857-a4cb-b2b53ead0854" providerId="ADAL" clId="{81A7D67E-B922-4722-BCFB-D1DBBEE9B677}" dt="2025-09-06T20:24:14.232" v="162" actId="27636"/>
          <ac:spMkLst>
            <pc:docMk/>
            <pc:sldMk cId="2135251234" sldId="278"/>
            <ac:spMk id="3" creationId="{2BABC042-C3AD-218D-328F-1618B6AE2908}"/>
          </ac:spMkLst>
        </pc:spChg>
        <pc:picChg chg="add mod">
          <ac:chgData name="Abdus Salam" userId="0e2b1981-3d04-4857-a4cb-b2b53ead0854" providerId="ADAL" clId="{81A7D67E-B922-4722-BCFB-D1DBBEE9B677}" dt="2025-09-06T20:25:12.421" v="164" actId="1076"/>
          <ac:picMkLst>
            <pc:docMk/>
            <pc:sldMk cId="2135251234" sldId="278"/>
            <ac:picMk id="5" creationId="{9FD01446-F8EA-9E5E-8462-6AD60937CD00}"/>
          </ac:picMkLst>
        </pc:picChg>
      </pc:sldChg>
      <pc:sldChg chg="addSp modSp new mod">
        <pc:chgData name="Abdus Salam" userId="0e2b1981-3d04-4857-a4cb-b2b53ead0854" providerId="ADAL" clId="{81A7D67E-B922-4722-BCFB-D1DBBEE9B677}" dt="2025-09-06T20:25:52.380" v="168" actId="1076"/>
        <pc:sldMkLst>
          <pc:docMk/>
          <pc:sldMk cId="3494697644" sldId="279"/>
        </pc:sldMkLst>
        <pc:spChg chg="mod">
          <ac:chgData name="Abdus Salam" userId="0e2b1981-3d04-4857-a4cb-b2b53ead0854" providerId="ADAL" clId="{81A7D67E-B922-4722-BCFB-D1DBBEE9B677}" dt="2025-09-06T20:25:25.786" v="166"/>
          <ac:spMkLst>
            <pc:docMk/>
            <pc:sldMk cId="3494697644" sldId="279"/>
            <ac:spMk id="3" creationId="{7590BE8F-17F7-8BC7-85CA-5AC026890695}"/>
          </ac:spMkLst>
        </pc:spChg>
        <pc:picChg chg="add mod">
          <ac:chgData name="Abdus Salam" userId="0e2b1981-3d04-4857-a4cb-b2b53ead0854" providerId="ADAL" clId="{81A7D67E-B922-4722-BCFB-D1DBBEE9B677}" dt="2025-09-06T20:25:52.380" v="168" actId="1076"/>
          <ac:picMkLst>
            <pc:docMk/>
            <pc:sldMk cId="3494697644" sldId="279"/>
            <ac:picMk id="5" creationId="{588CCEF3-AA08-D118-D9A0-C5C53FE53362}"/>
          </ac:picMkLst>
        </pc:picChg>
      </pc:sldChg>
      <pc:sldChg chg="addSp modSp new mod">
        <pc:chgData name="Abdus Salam" userId="0e2b1981-3d04-4857-a4cb-b2b53ead0854" providerId="ADAL" clId="{81A7D67E-B922-4722-BCFB-D1DBBEE9B677}" dt="2025-09-06T20:28:15.362" v="183" actId="1076"/>
        <pc:sldMkLst>
          <pc:docMk/>
          <pc:sldMk cId="4162352432" sldId="280"/>
        </pc:sldMkLst>
        <pc:spChg chg="mod">
          <ac:chgData name="Abdus Salam" userId="0e2b1981-3d04-4857-a4cb-b2b53ead0854" providerId="ADAL" clId="{81A7D67E-B922-4722-BCFB-D1DBBEE9B677}" dt="2025-09-06T20:27:39.658" v="180" actId="27636"/>
          <ac:spMkLst>
            <pc:docMk/>
            <pc:sldMk cId="4162352432" sldId="280"/>
            <ac:spMk id="3" creationId="{32B1C3C4-CA8A-5CE7-2C85-78470FAB7A83}"/>
          </ac:spMkLst>
        </pc:spChg>
        <pc:picChg chg="add mod">
          <ac:chgData name="Abdus Salam" userId="0e2b1981-3d04-4857-a4cb-b2b53ead0854" providerId="ADAL" clId="{81A7D67E-B922-4722-BCFB-D1DBBEE9B677}" dt="2025-09-06T20:28:10.680" v="182" actId="1076"/>
          <ac:picMkLst>
            <pc:docMk/>
            <pc:sldMk cId="4162352432" sldId="280"/>
            <ac:picMk id="5" creationId="{94EA126A-3D39-3858-4294-A367C0A467C3}"/>
          </ac:picMkLst>
        </pc:picChg>
        <pc:picChg chg="add mod">
          <ac:chgData name="Abdus Salam" userId="0e2b1981-3d04-4857-a4cb-b2b53ead0854" providerId="ADAL" clId="{81A7D67E-B922-4722-BCFB-D1DBBEE9B677}" dt="2025-09-06T20:28:15.362" v="183" actId="1076"/>
          <ac:picMkLst>
            <pc:docMk/>
            <pc:sldMk cId="4162352432" sldId="280"/>
            <ac:picMk id="7" creationId="{BF0115C2-808D-C904-CF4C-C2209E3954A8}"/>
          </ac:picMkLst>
        </pc:picChg>
      </pc:sldChg>
      <pc:sldChg chg="modSp new mod">
        <pc:chgData name="Abdus Salam" userId="0e2b1981-3d04-4857-a4cb-b2b53ead0854" providerId="ADAL" clId="{81A7D67E-B922-4722-BCFB-D1DBBEE9B677}" dt="2025-09-06T20:28:42.905" v="186" actId="27636"/>
        <pc:sldMkLst>
          <pc:docMk/>
          <pc:sldMk cId="1393526755" sldId="281"/>
        </pc:sldMkLst>
        <pc:spChg chg="mod">
          <ac:chgData name="Abdus Salam" userId="0e2b1981-3d04-4857-a4cb-b2b53ead0854" providerId="ADAL" clId="{81A7D67E-B922-4722-BCFB-D1DBBEE9B677}" dt="2025-09-06T20:28:42.905" v="186" actId="27636"/>
          <ac:spMkLst>
            <pc:docMk/>
            <pc:sldMk cId="1393526755" sldId="281"/>
            <ac:spMk id="3" creationId="{7E02A3C5-C7B5-713B-1FC3-17296362BA0A}"/>
          </ac:spMkLst>
        </pc:spChg>
      </pc:sldChg>
      <pc:sldChg chg="modSp new">
        <pc:chgData name="Abdus Salam" userId="0e2b1981-3d04-4857-a4cb-b2b53ead0854" providerId="ADAL" clId="{81A7D67E-B922-4722-BCFB-D1DBBEE9B677}" dt="2025-09-06T20:29:30.310" v="189"/>
        <pc:sldMkLst>
          <pc:docMk/>
          <pc:sldMk cId="949452248" sldId="282"/>
        </pc:sldMkLst>
        <pc:spChg chg="mod">
          <ac:chgData name="Abdus Salam" userId="0e2b1981-3d04-4857-a4cb-b2b53ead0854" providerId="ADAL" clId="{81A7D67E-B922-4722-BCFB-D1DBBEE9B677}" dt="2025-09-06T20:29:30.310" v="189"/>
          <ac:spMkLst>
            <pc:docMk/>
            <pc:sldMk cId="949452248" sldId="282"/>
            <ac:spMk id="3" creationId="{671E777B-AB18-B43C-E2BC-065CA43B39DE}"/>
          </ac:spMkLst>
        </pc:spChg>
      </pc:sldChg>
      <pc:sldChg chg="new">
        <pc:chgData name="Abdus Salam" userId="0e2b1981-3d04-4857-a4cb-b2b53ead0854" providerId="ADAL" clId="{81A7D67E-B922-4722-BCFB-D1DBBEE9B677}" dt="2025-09-08T18:20:33.947" v="190" actId="680"/>
        <pc:sldMkLst>
          <pc:docMk/>
          <pc:sldMk cId="2063228971" sldId="283"/>
        </pc:sldMkLst>
      </pc:sldChg>
      <pc:sldChg chg="modSp new">
        <pc:chgData name="Abdus Salam" userId="0e2b1981-3d04-4857-a4cb-b2b53ead0854" providerId="ADAL" clId="{81A7D67E-B922-4722-BCFB-D1DBBEE9B677}" dt="2025-09-08T18:20:57.717" v="192"/>
        <pc:sldMkLst>
          <pc:docMk/>
          <pc:sldMk cId="3344388888" sldId="284"/>
        </pc:sldMkLst>
        <pc:spChg chg="mod">
          <ac:chgData name="Abdus Salam" userId="0e2b1981-3d04-4857-a4cb-b2b53ead0854" providerId="ADAL" clId="{81A7D67E-B922-4722-BCFB-D1DBBEE9B677}" dt="2025-09-08T18:20:57.717" v="192"/>
          <ac:spMkLst>
            <pc:docMk/>
            <pc:sldMk cId="3344388888" sldId="284"/>
            <ac:spMk id="3" creationId="{9E5EDAB6-89AD-E62A-6375-B8EED205A03C}"/>
          </ac:spMkLst>
        </pc:spChg>
      </pc:sldChg>
      <pc:sldChg chg="modSp new">
        <pc:chgData name="Abdus Salam" userId="0e2b1981-3d04-4857-a4cb-b2b53ead0854" providerId="ADAL" clId="{81A7D67E-B922-4722-BCFB-D1DBBEE9B677}" dt="2025-09-08T18:21:23.766" v="198" actId="20577"/>
        <pc:sldMkLst>
          <pc:docMk/>
          <pc:sldMk cId="3149456622" sldId="285"/>
        </pc:sldMkLst>
        <pc:spChg chg="mod">
          <ac:chgData name="Abdus Salam" userId="0e2b1981-3d04-4857-a4cb-b2b53ead0854" providerId="ADAL" clId="{81A7D67E-B922-4722-BCFB-D1DBBEE9B677}" dt="2025-09-08T18:21:23.766" v="198" actId="20577"/>
          <ac:spMkLst>
            <pc:docMk/>
            <pc:sldMk cId="3149456622" sldId="285"/>
            <ac:spMk id="3" creationId="{476BF66B-FB1C-3665-C42D-E7601AF91D4D}"/>
          </ac:spMkLst>
        </pc:spChg>
      </pc:sldChg>
      <pc:sldChg chg="modSp new">
        <pc:chgData name="Abdus Salam" userId="0e2b1981-3d04-4857-a4cb-b2b53ead0854" providerId="ADAL" clId="{81A7D67E-B922-4722-BCFB-D1DBBEE9B677}" dt="2025-09-08T18:21:44.732" v="200"/>
        <pc:sldMkLst>
          <pc:docMk/>
          <pc:sldMk cId="1057398265" sldId="286"/>
        </pc:sldMkLst>
        <pc:spChg chg="mod">
          <ac:chgData name="Abdus Salam" userId="0e2b1981-3d04-4857-a4cb-b2b53ead0854" providerId="ADAL" clId="{81A7D67E-B922-4722-BCFB-D1DBBEE9B677}" dt="2025-09-08T18:21:44.732" v="200"/>
          <ac:spMkLst>
            <pc:docMk/>
            <pc:sldMk cId="1057398265" sldId="286"/>
            <ac:spMk id="3" creationId="{C14849A5-82EE-08C7-94E3-A654A3CF16F8}"/>
          </ac:spMkLst>
        </pc:spChg>
      </pc:sldChg>
      <pc:sldChg chg="modSp new mod">
        <pc:chgData name="Abdus Salam" userId="0e2b1981-3d04-4857-a4cb-b2b53ead0854" providerId="ADAL" clId="{81A7D67E-B922-4722-BCFB-D1DBBEE9B677}" dt="2025-09-08T18:24:35.018" v="219" actId="20577"/>
        <pc:sldMkLst>
          <pc:docMk/>
          <pc:sldMk cId="2694507406" sldId="287"/>
        </pc:sldMkLst>
        <pc:spChg chg="mod">
          <ac:chgData name="Abdus Salam" userId="0e2b1981-3d04-4857-a4cb-b2b53ead0854" providerId="ADAL" clId="{81A7D67E-B922-4722-BCFB-D1DBBEE9B677}" dt="2025-09-08T18:24:35.018" v="219" actId="20577"/>
          <ac:spMkLst>
            <pc:docMk/>
            <pc:sldMk cId="2694507406" sldId="287"/>
            <ac:spMk id="3" creationId="{85CC1B90-8C69-3EBB-EBEC-CC3E410504EF}"/>
          </ac:spMkLst>
        </pc:spChg>
      </pc:sldChg>
      <pc:sldChg chg="modSp new mod">
        <pc:chgData name="Abdus Salam" userId="0e2b1981-3d04-4857-a4cb-b2b53ead0854" providerId="ADAL" clId="{81A7D67E-B922-4722-BCFB-D1DBBEE9B677}" dt="2025-09-08T18:26:18.306" v="247" actId="20577"/>
        <pc:sldMkLst>
          <pc:docMk/>
          <pc:sldMk cId="801857366" sldId="288"/>
        </pc:sldMkLst>
        <pc:spChg chg="mod">
          <ac:chgData name="Abdus Salam" userId="0e2b1981-3d04-4857-a4cb-b2b53ead0854" providerId="ADAL" clId="{81A7D67E-B922-4722-BCFB-D1DBBEE9B677}" dt="2025-09-08T18:26:18.306" v="247" actId="20577"/>
          <ac:spMkLst>
            <pc:docMk/>
            <pc:sldMk cId="801857366" sldId="288"/>
            <ac:spMk id="3" creationId="{5B45CE7D-E937-81E2-3CBD-46363544961B}"/>
          </ac:spMkLst>
        </pc:spChg>
      </pc:sldChg>
      <pc:sldChg chg="modSp new">
        <pc:chgData name="Abdus Salam" userId="0e2b1981-3d04-4857-a4cb-b2b53ead0854" providerId="ADAL" clId="{81A7D67E-B922-4722-BCFB-D1DBBEE9B677}" dt="2025-09-08T18:33:06.138" v="303" actId="207"/>
        <pc:sldMkLst>
          <pc:docMk/>
          <pc:sldMk cId="2546214724" sldId="289"/>
        </pc:sldMkLst>
        <pc:spChg chg="mod">
          <ac:chgData name="Abdus Salam" userId="0e2b1981-3d04-4857-a4cb-b2b53ead0854" providerId="ADAL" clId="{81A7D67E-B922-4722-BCFB-D1DBBEE9B677}" dt="2025-09-08T18:33:06.138" v="303" actId="207"/>
          <ac:spMkLst>
            <pc:docMk/>
            <pc:sldMk cId="2546214724" sldId="289"/>
            <ac:spMk id="3" creationId="{6C8B12F5-1F94-897D-0130-FD710E5FF5D2}"/>
          </ac:spMkLst>
        </pc:spChg>
      </pc:sldChg>
      <pc:sldChg chg="modSp new">
        <pc:chgData name="Abdus Salam" userId="0e2b1981-3d04-4857-a4cb-b2b53ead0854" providerId="ADAL" clId="{81A7D67E-B922-4722-BCFB-D1DBBEE9B677}" dt="2025-09-08T18:33:17.433" v="305" actId="20577"/>
        <pc:sldMkLst>
          <pc:docMk/>
          <pc:sldMk cId="2839340845" sldId="290"/>
        </pc:sldMkLst>
        <pc:spChg chg="mod">
          <ac:chgData name="Abdus Salam" userId="0e2b1981-3d04-4857-a4cb-b2b53ead0854" providerId="ADAL" clId="{81A7D67E-B922-4722-BCFB-D1DBBEE9B677}" dt="2025-09-08T18:33:17.433" v="305" actId="20577"/>
          <ac:spMkLst>
            <pc:docMk/>
            <pc:sldMk cId="2839340845" sldId="290"/>
            <ac:spMk id="3" creationId="{99D3A82F-C210-CE16-36C5-BCDCBFAE793D}"/>
          </ac:spMkLst>
        </pc:spChg>
      </pc:sldChg>
      <pc:sldChg chg="modSp new mod">
        <pc:chgData name="Abdus Salam" userId="0e2b1981-3d04-4857-a4cb-b2b53ead0854" providerId="ADAL" clId="{81A7D67E-B922-4722-BCFB-D1DBBEE9B677}" dt="2025-09-08T18:33:26.786" v="307" actId="20577"/>
        <pc:sldMkLst>
          <pc:docMk/>
          <pc:sldMk cId="2557492135" sldId="291"/>
        </pc:sldMkLst>
        <pc:spChg chg="mod">
          <ac:chgData name="Abdus Salam" userId="0e2b1981-3d04-4857-a4cb-b2b53ead0854" providerId="ADAL" clId="{81A7D67E-B922-4722-BCFB-D1DBBEE9B677}" dt="2025-09-08T18:33:26.786" v="307" actId="20577"/>
          <ac:spMkLst>
            <pc:docMk/>
            <pc:sldMk cId="2557492135" sldId="291"/>
            <ac:spMk id="3" creationId="{28603954-34EC-31D8-CD11-1E10634DAA14}"/>
          </ac:spMkLst>
        </pc:spChg>
      </pc:sldChg>
      <pc:sldChg chg="modSp new">
        <pc:chgData name="Abdus Salam" userId="0e2b1981-3d04-4857-a4cb-b2b53ead0854" providerId="ADAL" clId="{81A7D67E-B922-4722-BCFB-D1DBBEE9B677}" dt="2025-09-08T18:28:39.665" v="279" actId="20577"/>
        <pc:sldMkLst>
          <pc:docMk/>
          <pc:sldMk cId="378191843" sldId="292"/>
        </pc:sldMkLst>
        <pc:spChg chg="mod">
          <ac:chgData name="Abdus Salam" userId="0e2b1981-3d04-4857-a4cb-b2b53ead0854" providerId="ADAL" clId="{81A7D67E-B922-4722-BCFB-D1DBBEE9B677}" dt="2025-09-08T18:28:39.665" v="279" actId="20577"/>
          <ac:spMkLst>
            <pc:docMk/>
            <pc:sldMk cId="378191843" sldId="292"/>
            <ac:spMk id="3" creationId="{673ECA7F-3643-F254-FA0E-98FE99EC9EA7}"/>
          </ac:spMkLst>
        </pc:spChg>
      </pc:sldChg>
      <pc:sldChg chg="modSp new">
        <pc:chgData name="Abdus Salam" userId="0e2b1981-3d04-4857-a4cb-b2b53ead0854" providerId="ADAL" clId="{81A7D67E-B922-4722-BCFB-D1DBBEE9B677}" dt="2025-09-08T18:33:37.920" v="309" actId="20577"/>
        <pc:sldMkLst>
          <pc:docMk/>
          <pc:sldMk cId="4106184775" sldId="293"/>
        </pc:sldMkLst>
        <pc:spChg chg="mod">
          <ac:chgData name="Abdus Salam" userId="0e2b1981-3d04-4857-a4cb-b2b53ead0854" providerId="ADAL" clId="{81A7D67E-B922-4722-BCFB-D1DBBEE9B677}" dt="2025-09-08T18:33:37.920" v="309" actId="20577"/>
          <ac:spMkLst>
            <pc:docMk/>
            <pc:sldMk cId="4106184775" sldId="293"/>
            <ac:spMk id="3" creationId="{B7F8F66C-9740-058F-BDCF-648DC36C0FF7}"/>
          </ac:spMkLst>
        </pc:spChg>
      </pc:sldChg>
      <pc:sldChg chg="modSp new mod">
        <pc:chgData name="Abdus Salam" userId="0e2b1981-3d04-4857-a4cb-b2b53ead0854" providerId="ADAL" clId="{81A7D67E-B922-4722-BCFB-D1DBBEE9B677}" dt="2025-09-08T18:33:56.982" v="317" actId="20577"/>
        <pc:sldMkLst>
          <pc:docMk/>
          <pc:sldMk cId="1057814969" sldId="294"/>
        </pc:sldMkLst>
        <pc:spChg chg="mod">
          <ac:chgData name="Abdus Salam" userId="0e2b1981-3d04-4857-a4cb-b2b53ead0854" providerId="ADAL" clId="{81A7D67E-B922-4722-BCFB-D1DBBEE9B677}" dt="2025-09-08T18:33:56.982" v="317" actId="20577"/>
          <ac:spMkLst>
            <pc:docMk/>
            <pc:sldMk cId="1057814969" sldId="294"/>
            <ac:spMk id="3" creationId="{1BC1ED87-06D8-ECA5-226B-1E002DC9F62F}"/>
          </ac:spMkLst>
        </pc:spChg>
      </pc:sldChg>
      <pc:sldChg chg="modSp new mod">
        <pc:chgData name="Abdus Salam" userId="0e2b1981-3d04-4857-a4cb-b2b53ead0854" providerId="ADAL" clId="{81A7D67E-B922-4722-BCFB-D1DBBEE9B677}" dt="2025-09-08T18:35:49.228" v="332" actId="20577"/>
        <pc:sldMkLst>
          <pc:docMk/>
          <pc:sldMk cId="3604325786" sldId="295"/>
        </pc:sldMkLst>
        <pc:spChg chg="mod">
          <ac:chgData name="Abdus Salam" userId="0e2b1981-3d04-4857-a4cb-b2b53ead0854" providerId="ADAL" clId="{81A7D67E-B922-4722-BCFB-D1DBBEE9B677}" dt="2025-09-08T18:35:49.228" v="332" actId="20577"/>
          <ac:spMkLst>
            <pc:docMk/>
            <pc:sldMk cId="3604325786" sldId="295"/>
            <ac:spMk id="3" creationId="{502E405B-17FA-75A0-3D46-7C513A0D9DB1}"/>
          </ac:spMkLst>
        </pc:spChg>
      </pc:sldChg>
      <pc:sldChg chg="modSp new mod">
        <pc:chgData name="Abdus Salam" userId="0e2b1981-3d04-4857-a4cb-b2b53ead0854" providerId="ADAL" clId="{81A7D67E-B922-4722-BCFB-D1DBBEE9B677}" dt="2025-09-08T18:38:11.251" v="346"/>
        <pc:sldMkLst>
          <pc:docMk/>
          <pc:sldMk cId="826795416" sldId="296"/>
        </pc:sldMkLst>
        <pc:spChg chg="mod">
          <ac:chgData name="Abdus Salam" userId="0e2b1981-3d04-4857-a4cb-b2b53ead0854" providerId="ADAL" clId="{81A7D67E-B922-4722-BCFB-D1DBBEE9B677}" dt="2025-09-08T18:38:09.158" v="345" actId="20577"/>
          <ac:spMkLst>
            <pc:docMk/>
            <pc:sldMk cId="826795416" sldId="296"/>
            <ac:spMk id="2" creationId="{358CBD33-0E97-BAD2-52FF-92DEF614156D}"/>
          </ac:spMkLst>
        </pc:spChg>
        <pc:spChg chg="mod">
          <ac:chgData name="Abdus Salam" userId="0e2b1981-3d04-4857-a4cb-b2b53ead0854" providerId="ADAL" clId="{81A7D67E-B922-4722-BCFB-D1DBBEE9B677}" dt="2025-09-08T18:38:11.251" v="346"/>
          <ac:spMkLst>
            <pc:docMk/>
            <pc:sldMk cId="826795416" sldId="296"/>
            <ac:spMk id="3" creationId="{20DC4225-2049-8AAF-5EEA-8EB4FAB5A153}"/>
          </ac:spMkLst>
        </pc:spChg>
      </pc:sldChg>
    </pc:docChg>
  </pc:docChgLst>
  <pc:docChgLst>
    <pc:chgData name="Abdus Salam" userId="0e2b1981-3d04-4857-a4cb-b2b53ead0854" providerId="ADAL" clId="{9E9EB31A-2667-4039-A6B0-7918C655D20D}"/>
    <pc:docChg chg="undo redo custSel addSld delSld modSld sldOrd">
      <pc:chgData name="Abdus Salam" userId="0e2b1981-3d04-4857-a4cb-b2b53ead0854" providerId="ADAL" clId="{9E9EB31A-2667-4039-A6B0-7918C655D20D}" dt="2025-09-09T04:54:46.731" v="688"/>
      <pc:docMkLst>
        <pc:docMk/>
      </pc:docMkLst>
      <pc:sldChg chg="modSp mod">
        <pc:chgData name="Abdus Salam" userId="0e2b1981-3d04-4857-a4cb-b2b53ead0854" providerId="ADAL" clId="{9E9EB31A-2667-4039-A6B0-7918C655D20D}" dt="2025-09-09T04:34:23.637" v="69" actId="20577"/>
        <pc:sldMkLst>
          <pc:docMk/>
          <pc:sldMk cId="3424135925" sldId="256"/>
        </pc:sldMkLst>
        <pc:spChg chg="mod">
          <ac:chgData name="Abdus Salam" userId="0e2b1981-3d04-4857-a4cb-b2b53ead0854" providerId="ADAL" clId="{9E9EB31A-2667-4039-A6B0-7918C655D20D}" dt="2025-09-09T04:34:14.131" v="42" actId="404"/>
          <ac:spMkLst>
            <pc:docMk/>
            <pc:sldMk cId="3424135925" sldId="256"/>
            <ac:spMk id="2" creationId="{6301E24A-8045-C341-34FA-E14E831E1A20}"/>
          </ac:spMkLst>
        </pc:spChg>
        <pc:spChg chg="mod">
          <ac:chgData name="Abdus Salam" userId="0e2b1981-3d04-4857-a4cb-b2b53ead0854" providerId="ADAL" clId="{9E9EB31A-2667-4039-A6B0-7918C655D20D}" dt="2025-09-09T04:34:23.637" v="69" actId="20577"/>
          <ac:spMkLst>
            <pc:docMk/>
            <pc:sldMk cId="3424135925" sldId="256"/>
            <ac:spMk id="3" creationId="{FC7E7691-4655-5315-80F4-F36637632FCE}"/>
          </ac:spMkLst>
        </pc:spChg>
      </pc:sldChg>
      <pc:sldChg chg="del">
        <pc:chgData name="Abdus Salam" userId="0e2b1981-3d04-4857-a4cb-b2b53ead0854" providerId="ADAL" clId="{9E9EB31A-2667-4039-A6B0-7918C655D20D}" dt="2025-09-09T04:40:40.260" v="390" actId="47"/>
        <pc:sldMkLst>
          <pc:docMk/>
          <pc:sldMk cId="2802943303" sldId="257"/>
        </pc:sldMkLst>
      </pc:sldChg>
      <pc:sldChg chg="del">
        <pc:chgData name="Abdus Salam" userId="0e2b1981-3d04-4857-a4cb-b2b53ead0854" providerId="ADAL" clId="{9E9EB31A-2667-4039-A6B0-7918C655D20D}" dt="2025-09-09T04:40:42.329" v="391" actId="47"/>
        <pc:sldMkLst>
          <pc:docMk/>
          <pc:sldMk cId="1179314604" sldId="258"/>
        </pc:sldMkLst>
      </pc:sldChg>
      <pc:sldChg chg="del">
        <pc:chgData name="Abdus Salam" userId="0e2b1981-3d04-4857-a4cb-b2b53ead0854" providerId="ADAL" clId="{9E9EB31A-2667-4039-A6B0-7918C655D20D}" dt="2025-09-09T04:40:43.568" v="392" actId="47"/>
        <pc:sldMkLst>
          <pc:docMk/>
          <pc:sldMk cId="2499912833" sldId="259"/>
        </pc:sldMkLst>
      </pc:sldChg>
      <pc:sldChg chg="del">
        <pc:chgData name="Abdus Salam" userId="0e2b1981-3d04-4857-a4cb-b2b53ead0854" providerId="ADAL" clId="{9E9EB31A-2667-4039-A6B0-7918C655D20D}" dt="2025-09-09T04:40:44.365" v="393" actId="47"/>
        <pc:sldMkLst>
          <pc:docMk/>
          <pc:sldMk cId="2570261026" sldId="260"/>
        </pc:sldMkLst>
      </pc:sldChg>
      <pc:sldChg chg="del">
        <pc:chgData name="Abdus Salam" userId="0e2b1981-3d04-4857-a4cb-b2b53ead0854" providerId="ADAL" clId="{9E9EB31A-2667-4039-A6B0-7918C655D20D}" dt="2025-09-09T04:40:45.104" v="394" actId="47"/>
        <pc:sldMkLst>
          <pc:docMk/>
          <pc:sldMk cId="1772305285" sldId="261"/>
        </pc:sldMkLst>
      </pc:sldChg>
      <pc:sldChg chg="del">
        <pc:chgData name="Abdus Salam" userId="0e2b1981-3d04-4857-a4cb-b2b53ead0854" providerId="ADAL" clId="{9E9EB31A-2667-4039-A6B0-7918C655D20D}" dt="2025-09-09T04:40:45.502" v="395" actId="47"/>
        <pc:sldMkLst>
          <pc:docMk/>
          <pc:sldMk cId="2935549158" sldId="262"/>
        </pc:sldMkLst>
      </pc:sldChg>
      <pc:sldChg chg="del">
        <pc:chgData name="Abdus Salam" userId="0e2b1981-3d04-4857-a4cb-b2b53ead0854" providerId="ADAL" clId="{9E9EB31A-2667-4039-A6B0-7918C655D20D}" dt="2025-09-09T04:40:45.930" v="396" actId="47"/>
        <pc:sldMkLst>
          <pc:docMk/>
          <pc:sldMk cId="3072841698" sldId="263"/>
        </pc:sldMkLst>
      </pc:sldChg>
      <pc:sldChg chg="del">
        <pc:chgData name="Abdus Salam" userId="0e2b1981-3d04-4857-a4cb-b2b53ead0854" providerId="ADAL" clId="{9E9EB31A-2667-4039-A6B0-7918C655D20D}" dt="2025-09-09T04:40:46.675" v="397" actId="47"/>
        <pc:sldMkLst>
          <pc:docMk/>
          <pc:sldMk cId="3149800184" sldId="264"/>
        </pc:sldMkLst>
      </pc:sldChg>
      <pc:sldChg chg="del">
        <pc:chgData name="Abdus Salam" userId="0e2b1981-3d04-4857-a4cb-b2b53ead0854" providerId="ADAL" clId="{9E9EB31A-2667-4039-A6B0-7918C655D20D}" dt="2025-09-09T04:40:47.628" v="398" actId="47"/>
        <pc:sldMkLst>
          <pc:docMk/>
          <pc:sldMk cId="413487576" sldId="265"/>
        </pc:sldMkLst>
      </pc:sldChg>
      <pc:sldChg chg="del">
        <pc:chgData name="Abdus Salam" userId="0e2b1981-3d04-4857-a4cb-b2b53ead0854" providerId="ADAL" clId="{9E9EB31A-2667-4039-A6B0-7918C655D20D}" dt="2025-09-09T04:40:48.461" v="399" actId="47"/>
        <pc:sldMkLst>
          <pc:docMk/>
          <pc:sldMk cId="1468579230" sldId="266"/>
        </pc:sldMkLst>
      </pc:sldChg>
      <pc:sldChg chg="del">
        <pc:chgData name="Abdus Salam" userId="0e2b1981-3d04-4857-a4cb-b2b53ead0854" providerId="ADAL" clId="{9E9EB31A-2667-4039-A6B0-7918C655D20D}" dt="2025-09-09T04:40:49.334" v="400" actId="47"/>
        <pc:sldMkLst>
          <pc:docMk/>
          <pc:sldMk cId="1346976642" sldId="267"/>
        </pc:sldMkLst>
      </pc:sldChg>
      <pc:sldChg chg="modSp mod ord">
        <pc:chgData name="Abdus Salam" userId="0e2b1981-3d04-4857-a4cb-b2b53ead0854" providerId="ADAL" clId="{9E9EB31A-2667-4039-A6B0-7918C655D20D}" dt="2025-09-09T04:36:30.873" v="238"/>
        <pc:sldMkLst>
          <pc:docMk/>
          <pc:sldMk cId="1808661966" sldId="268"/>
        </pc:sldMkLst>
        <pc:spChg chg="mod">
          <ac:chgData name="Abdus Salam" userId="0e2b1981-3d04-4857-a4cb-b2b53ead0854" providerId="ADAL" clId="{9E9EB31A-2667-4039-A6B0-7918C655D20D}" dt="2025-09-09T04:34:32.550" v="78" actId="20577"/>
          <ac:spMkLst>
            <pc:docMk/>
            <pc:sldMk cId="1808661966" sldId="268"/>
            <ac:spMk id="2" creationId="{7F98FD07-D4F7-94A1-16AE-C806D0D364FD}"/>
          </ac:spMkLst>
        </pc:spChg>
      </pc:sldChg>
      <pc:sldChg chg="modSp">
        <pc:chgData name="Abdus Salam" userId="0e2b1981-3d04-4857-a4cb-b2b53ead0854" providerId="ADAL" clId="{9E9EB31A-2667-4039-A6B0-7918C655D20D}" dt="2025-09-09T04:38:32.090" v="260"/>
        <pc:sldMkLst>
          <pc:docMk/>
          <pc:sldMk cId="4066061263" sldId="269"/>
        </pc:sldMkLst>
        <pc:spChg chg="mod">
          <ac:chgData name="Abdus Salam" userId="0e2b1981-3d04-4857-a4cb-b2b53ead0854" providerId="ADAL" clId="{9E9EB31A-2667-4039-A6B0-7918C655D20D}" dt="2025-09-09T04:38:32.090" v="260"/>
          <ac:spMkLst>
            <pc:docMk/>
            <pc:sldMk cId="4066061263" sldId="269"/>
            <ac:spMk id="2" creationId="{18CBA0C0-3B09-30C5-17B6-B2DBBB7E20A4}"/>
          </ac:spMkLst>
        </pc:spChg>
      </pc:sldChg>
      <pc:sldChg chg="modSp">
        <pc:chgData name="Abdus Salam" userId="0e2b1981-3d04-4857-a4cb-b2b53ead0854" providerId="ADAL" clId="{9E9EB31A-2667-4039-A6B0-7918C655D20D}" dt="2025-09-09T04:38:29.141" v="259"/>
        <pc:sldMkLst>
          <pc:docMk/>
          <pc:sldMk cId="4103845947" sldId="270"/>
        </pc:sldMkLst>
        <pc:spChg chg="mod">
          <ac:chgData name="Abdus Salam" userId="0e2b1981-3d04-4857-a4cb-b2b53ead0854" providerId="ADAL" clId="{9E9EB31A-2667-4039-A6B0-7918C655D20D}" dt="2025-09-09T04:38:29.141" v="259"/>
          <ac:spMkLst>
            <pc:docMk/>
            <pc:sldMk cId="4103845947" sldId="270"/>
            <ac:spMk id="2" creationId="{F7FEEB8C-C759-E89A-3A21-C182B6EC6F41}"/>
          </ac:spMkLst>
        </pc:spChg>
      </pc:sldChg>
      <pc:sldChg chg="modSp">
        <pc:chgData name="Abdus Salam" userId="0e2b1981-3d04-4857-a4cb-b2b53ead0854" providerId="ADAL" clId="{9E9EB31A-2667-4039-A6B0-7918C655D20D}" dt="2025-09-09T04:38:38.388" v="261"/>
        <pc:sldMkLst>
          <pc:docMk/>
          <pc:sldMk cId="2836534916" sldId="271"/>
        </pc:sldMkLst>
        <pc:spChg chg="mod">
          <ac:chgData name="Abdus Salam" userId="0e2b1981-3d04-4857-a4cb-b2b53ead0854" providerId="ADAL" clId="{9E9EB31A-2667-4039-A6B0-7918C655D20D}" dt="2025-09-09T04:38:38.388" v="261"/>
          <ac:spMkLst>
            <pc:docMk/>
            <pc:sldMk cId="2836534916" sldId="271"/>
            <ac:spMk id="2" creationId="{6C5F836B-8112-F919-56C8-C86142BE07D4}"/>
          </ac:spMkLst>
        </pc:spChg>
      </pc:sldChg>
      <pc:sldChg chg="modSp mod">
        <pc:chgData name="Abdus Salam" userId="0e2b1981-3d04-4857-a4cb-b2b53ead0854" providerId="ADAL" clId="{9E9EB31A-2667-4039-A6B0-7918C655D20D}" dt="2025-09-09T04:38:57.468" v="264" actId="1036"/>
        <pc:sldMkLst>
          <pc:docMk/>
          <pc:sldMk cId="410348981" sldId="272"/>
        </pc:sldMkLst>
        <pc:spChg chg="mod">
          <ac:chgData name="Abdus Salam" userId="0e2b1981-3d04-4857-a4cb-b2b53ead0854" providerId="ADAL" clId="{9E9EB31A-2667-4039-A6B0-7918C655D20D}" dt="2025-09-09T04:38:53.858" v="262"/>
          <ac:spMkLst>
            <pc:docMk/>
            <pc:sldMk cId="410348981" sldId="272"/>
            <ac:spMk id="2" creationId="{F1561BE9-73BC-8D47-F0D8-45E7806DF1A6}"/>
          </ac:spMkLst>
        </pc:spChg>
        <pc:spChg chg="mod">
          <ac:chgData name="Abdus Salam" userId="0e2b1981-3d04-4857-a4cb-b2b53ead0854" providerId="ADAL" clId="{9E9EB31A-2667-4039-A6B0-7918C655D20D}" dt="2025-09-09T04:38:57.468" v="264" actId="1036"/>
          <ac:spMkLst>
            <pc:docMk/>
            <pc:sldMk cId="410348981" sldId="272"/>
            <ac:spMk id="3" creationId="{1A70242C-81EC-9C48-DE15-E2169D4B3731}"/>
          </ac:spMkLst>
        </pc:spChg>
      </pc:sldChg>
      <pc:sldChg chg="del">
        <pc:chgData name="Abdus Salam" userId="0e2b1981-3d04-4857-a4cb-b2b53ead0854" providerId="ADAL" clId="{9E9EB31A-2667-4039-A6B0-7918C655D20D}" dt="2025-09-09T04:40:30.150" v="386" actId="47"/>
        <pc:sldMkLst>
          <pc:docMk/>
          <pc:sldMk cId="4189670897" sldId="273"/>
        </pc:sldMkLst>
      </pc:sldChg>
      <pc:sldChg chg="del">
        <pc:chgData name="Abdus Salam" userId="0e2b1981-3d04-4857-a4cb-b2b53ead0854" providerId="ADAL" clId="{9E9EB31A-2667-4039-A6B0-7918C655D20D}" dt="2025-09-09T04:40:31.198" v="387" actId="47"/>
        <pc:sldMkLst>
          <pc:docMk/>
          <pc:sldMk cId="3732076333" sldId="274"/>
        </pc:sldMkLst>
      </pc:sldChg>
      <pc:sldChg chg="del">
        <pc:chgData name="Abdus Salam" userId="0e2b1981-3d04-4857-a4cb-b2b53ead0854" providerId="ADAL" clId="{9E9EB31A-2667-4039-A6B0-7918C655D20D}" dt="2025-09-09T04:40:31.850" v="388" actId="47"/>
        <pc:sldMkLst>
          <pc:docMk/>
          <pc:sldMk cId="1095250715" sldId="275"/>
        </pc:sldMkLst>
      </pc:sldChg>
      <pc:sldChg chg="del">
        <pc:chgData name="Abdus Salam" userId="0e2b1981-3d04-4857-a4cb-b2b53ead0854" providerId="ADAL" clId="{9E9EB31A-2667-4039-A6B0-7918C655D20D}" dt="2025-09-09T04:40:32.429" v="389" actId="47"/>
        <pc:sldMkLst>
          <pc:docMk/>
          <pc:sldMk cId="3051659043" sldId="276"/>
        </pc:sldMkLst>
      </pc:sldChg>
      <pc:sldChg chg="del">
        <pc:chgData name="Abdus Salam" userId="0e2b1981-3d04-4857-a4cb-b2b53ead0854" providerId="ADAL" clId="{9E9EB31A-2667-4039-A6B0-7918C655D20D}" dt="2025-09-09T04:40:29.499" v="385" actId="47"/>
        <pc:sldMkLst>
          <pc:docMk/>
          <pc:sldMk cId="3955562145" sldId="277"/>
        </pc:sldMkLst>
      </pc:sldChg>
      <pc:sldChg chg="modSp mod">
        <pc:chgData name="Abdus Salam" userId="0e2b1981-3d04-4857-a4cb-b2b53ead0854" providerId="ADAL" clId="{9E9EB31A-2667-4039-A6B0-7918C655D20D}" dt="2025-09-09T04:39:37.694" v="372" actId="1038"/>
        <pc:sldMkLst>
          <pc:docMk/>
          <pc:sldMk cId="2135251234" sldId="278"/>
        </pc:sldMkLst>
        <pc:spChg chg="mod">
          <ac:chgData name="Abdus Salam" userId="0e2b1981-3d04-4857-a4cb-b2b53ead0854" providerId="ADAL" clId="{9E9EB31A-2667-4039-A6B0-7918C655D20D}" dt="2025-09-09T04:39:22.369" v="325"/>
          <ac:spMkLst>
            <pc:docMk/>
            <pc:sldMk cId="2135251234" sldId="278"/>
            <ac:spMk id="2" creationId="{7EFEC925-EBDA-7424-14BF-4643E2532E76}"/>
          </ac:spMkLst>
        </pc:spChg>
        <pc:spChg chg="mod">
          <ac:chgData name="Abdus Salam" userId="0e2b1981-3d04-4857-a4cb-b2b53ead0854" providerId="ADAL" clId="{9E9EB31A-2667-4039-A6B0-7918C655D20D}" dt="2025-09-09T04:39:31.297" v="342" actId="1035"/>
          <ac:spMkLst>
            <pc:docMk/>
            <pc:sldMk cId="2135251234" sldId="278"/>
            <ac:spMk id="3" creationId="{2BABC042-C3AD-218D-328F-1618B6AE2908}"/>
          </ac:spMkLst>
        </pc:spChg>
        <pc:picChg chg="mod">
          <ac:chgData name="Abdus Salam" userId="0e2b1981-3d04-4857-a4cb-b2b53ead0854" providerId="ADAL" clId="{9E9EB31A-2667-4039-A6B0-7918C655D20D}" dt="2025-09-09T04:39:37.694" v="372" actId="1038"/>
          <ac:picMkLst>
            <pc:docMk/>
            <pc:sldMk cId="2135251234" sldId="278"/>
            <ac:picMk id="5" creationId="{9FD01446-F8EA-9E5E-8462-6AD60937CD00}"/>
          </ac:picMkLst>
        </pc:picChg>
      </pc:sldChg>
      <pc:sldChg chg="modSp">
        <pc:chgData name="Abdus Salam" userId="0e2b1981-3d04-4857-a4cb-b2b53ead0854" providerId="ADAL" clId="{9E9EB31A-2667-4039-A6B0-7918C655D20D}" dt="2025-09-09T04:39:42.645" v="373"/>
        <pc:sldMkLst>
          <pc:docMk/>
          <pc:sldMk cId="3494697644" sldId="279"/>
        </pc:sldMkLst>
        <pc:spChg chg="mod">
          <ac:chgData name="Abdus Salam" userId="0e2b1981-3d04-4857-a4cb-b2b53ead0854" providerId="ADAL" clId="{9E9EB31A-2667-4039-A6B0-7918C655D20D}" dt="2025-09-09T04:39:42.645" v="373"/>
          <ac:spMkLst>
            <pc:docMk/>
            <pc:sldMk cId="3494697644" sldId="279"/>
            <ac:spMk id="2" creationId="{24D17358-19D4-EAAA-442B-91FBCE49B34E}"/>
          </ac:spMkLst>
        </pc:spChg>
      </pc:sldChg>
      <pc:sldChg chg="addSp modSp mod">
        <pc:chgData name="Abdus Salam" userId="0e2b1981-3d04-4857-a4cb-b2b53ead0854" providerId="ADAL" clId="{9E9EB31A-2667-4039-A6B0-7918C655D20D}" dt="2025-09-09T04:40:16.911" v="382"/>
        <pc:sldMkLst>
          <pc:docMk/>
          <pc:sldMk cId="4162352432" sldId="280"/>
        </pc:sldMkLst>
        <pc:spChg chg="mod">
          <ac:chgData name="Abdus Salam" userId="0e2b1981-3d04-4857-a4cb-b2b53ead0854" providerId="ADAL" clId="{9E9EB31A-2667-4039-A6B0-7918C655D20D}" dt="2025-09-09T04:40:16.911" v="382"/>
          <ac:spMkLst>
            <pc:docMk/>
            <pc:sldMk cId="4162352432" sldId="280"/>
            <ac:spMk id="2" creationId="{D8600E81-F515-D17D-EE1B-9107C622C2E6}"/>
          </ac:spMkLst>
        </pc:spChg>
        <pc:spChg chg="add mod">
          <ac:chgData name="Abdus Salam" userId="0e2b1981-3d04-4857-a4cb-b2b53ead0854" providerId="ADAL" clId="{9E9EB31A-2667-4039-A6B0-7918C655D20D}" dt="2025-09-09T04:37:58.092" v="258" actId="1036"/>
          <ac:spMkLst>
            <pc:docMk/>
            <pc:sldMk cId="4162352432" sldId="280"/>
            <ac:spMk id="4" creationId="{43ED8CC6-EC81-5652-5A39-36B892BFA3EB}"/>
          </ac:spMkLst>
        </pc:spChg>
        <pc:picChg chg="mod">
          <ac:chgData name="Abdus Salam" userId="0e2b1981-3d04-4857-a4cb-b2b53ead0854" providerId="ADAL" clId="{9E9EB31A-2667-4039-A6B0-7918C655D20D}" dt="2025-09-09T04:37:12.508" v="243" actId="1037"/>
          <ac:picMkLst>
            <pc:docMk/>
            <pc:sldMk cId="4162352432" sldId="280"/>
            <ac:picMk id="5" creationId="{94EA126A-3D39-3858-4294-A367C0A467C3}"/>
          </ac:picMkLst>
        </pc:picChg>
        <pc:picChg chg="mod">
          <ac:chgData name="Abdus Salam" userId="0e2b1981-3d04-4857-a4cb-b2b53ead0854" providerId="ADAL" clId="{9E9EB31A-2667-4039-A6B0-7918C655D20D}" dt="2025-09-09T04:37:17.408" v="244" actId="14100"/>
          <ac:picMkLst>
            <pc:docMk/>
            <pc:sldMk cId="4162352432" sldId="280"/>
            <ac:picMk id="7" creationId="{BF0115C2-808D-C904-CF4C-C2209E3954A8}"/>
          </ac:picMkLst>
        </pc:picChg>
      </pc:sldChg>
      <pc:sldChg chg="modSp mod">
        <pc:chgData name="Abdus Salam" userId="0e2b1981-3d04-4857-a4cb-b2b53ead0854" providerId="ADAL" clId="{9E9EB31A-2667-4039-A6B0-7918C655D20D}" dt="2025-09-09T04:40:19.808" v="383"/>
        <pc:sldMkLst>
          <pc:docMk/>
          <pc:sldMk cId="1393526755" sldId="281"/>
        </pc:sldMkLst>
        <pc:spChg chg="mod">
          <ac:chgData name="Abdus Salam" userId="0e2b1981-3d04-4857-a4cb-b2b53ead0854" providerId="ADAL" clId="{9E9EB31A-2667-4039-A6B0-7918C655D20D}" dt="2025-09-09T04:40:19.808" v="383"/>
          <ac:spMkLst>
            <pc:docMk/>
            <pc:sldMk cId="1393526755" sldId="281"/>
            <ac:spMk id="2" creationId="{AD57A7E9-2E96-215F-09A0-BBF47A873C1C}"/>
          </ac:spMkLst>
        </pc:spChg>
        <pc:spChg chg="mod">
          <ac:chgData name="Abdus Salam" userId="0e2b1981-3d04-4857-a4cb-b2b53ead0854" providerId="ADAL" clId="{9E9EB31A-2667-4039-A6B0-7918C655D20D}" dt="2025-09-09T04:40:11.175" v="381" actId="20577"/>
          <ac:spMkLst>
            <pc:docMk/>
            <pc:sldMk cId="1393526755" sldId="281"/>
            <ac:spMk id="3" creationId="{7E02A3C5-C7B5-713B-1FC3-17296362BA0A}"/>
          </ac:spMkLst>
        </pc:spChg>
      </pc:sldChg>
      <pc:sldChg chg="modSp">
        <pc:chgData name="Abdus Salam" userId="0e2b1981-3d04-4857-a4cb-b2b53ead0854" providerId="ADAL" clId="{9E9EB31A-2667-4039-A6B0-7918C655D20D}" dt="2025-09-09T04:40:22.484" v="384"/>
        <pc:sldMkLst>
          <pc:docMk/>
          <pc:sldMk cId="949452248" sldId="282"/>
        </pc:sldMkLst>
        <pc:spChg chg="mod">
          <ac:chgData name="Abdus Salam" userId="0e2b1981-3d04-4857-a4cb-b2b53ead0854" providerId="ADAL" clId="{9E9EB31A-2667-4039-A6B0-7918C655D20D}" dt="2025-09-09T04:40:22.484" v="384"/>
          <ac:spMkLst>
            <pc:docMk/>
            <pc:sldMk cId="949452248" sldId="282"/>
            <ac:spMk id="2" creationId="{5122E73D-6711-4888-FB3C-02CDB65E14F2}"/>
          </ac:spMkLst>
        </pc:spChg>
      </pc:sldChg>
      <pc:sldChg chg="add del">
        <pc:chgData name="Abdus Salam" userId="0e2b1981-3d04-4857-a4cb-b2b53ead0854" providerId="ADAL" clId="{9E9EB31A-2667-4039-A6B0-7918C655D20D}" dt="2025-09-09T04:40:55.784" v="403" actId="47"/>
        <pc:sldMkLst>
          <pc:docMk/>
          <pc:sldMk cId="2063228971" sldId="283"/>
        </pc:sldMkLst>
      </pc:sldChg>
      <pc:sldChg chg="modSp mod">
        <pc:chgData name="Abdus Salam" userId="0e2b1981-3d04-4857-a4cb-b2b53ead0854" providerId="ADAL" clId="{9E9EB31A-2667-4039-A6B0-7918C655D20D}" dt="2025-09-09T04:41:02.216" v="412" actId="20577"/>
        <pc:sldMkLst>
          <pc:docMk/>
          <pc:sldMk cId="3344388888" sldId="284"/>
        </pc:sldMkLst>
        <pc:spChg chg="mod">
          <ac:chgData name="Abdus Salam" userId="0e2b1981-3d04-4857-a4cb-b2b53ead0854" providerId="ADAL" clId="{9E9EB31A-2667-4039-A6B0-7918C655D20D}" dt="2025-09-09T04:41:02.216" v="412" actId="20577"/>
          <ac:spMkLst>
            <pc:docMk/>
            <pc:sldMk cId="3344388888" sldId="284"/>
            <ac:spMk id="2" creationId="{CDFAED16-719E-089C-3719-9BD1CE968090}"/>
          </ac:spMkLst>
        </pc:spChg>
      </pc:sldChg>
      <pc:sldChg chg="modSp">
        <pc:chgData name="Abdus Salam" userId="0e2b1981-3d04-4857-a4cb-b2b53ead0854" providerId="ADAL" clId="{9E9EB31A-2667-4039-A6B0-7918C655D20D}" dt="2025-09-09T04:54:15.027" v="678"/>
        <pc:sldMkLst>
          <pc:docMk/>
          <pc:sldMk cId="3149456622" sldId="285"/>
        </pc:sldMkLst>
        <pc:spChg chg="mod">
          <ac:chgData name="Abdus Salam" userId="0e2b1981-3d04-4857-a4cb-b2b53ead0854" providerId="ADAL" clId="{9E9EB31A-2667-4039-A6B0-7918C655D20D}" dt="2025-09-09T04:54:15.027" v="678"/>
          <ac:spMkLst>
            <pc:docMk/>
            <pc:sldMk cId="3149456622" sldId="285"/>
            <ac:spMk id="2" creationId="{7B9B7040-74CA-7759-BE0A-E0F497BE454A}"/>
          </ac:spMkLst>
        </pc:spChg>
      </pc:sldChg>
      <pc:sldChg chg="modSp">
        <pc:chgData name="Abdus Salam" userId="0e2b1981-3d04-4857-a4cb-b2b53ead0854" providerId="ADAL" clId="{9E9EB31A-2667-4039-A6B0-7918C655D20D}" dt="2025-09-09T04:54:17.668" v="679"/>
        <pc:sldMkLst>
          <pc:docMk/>
          <pc:sldMk cId="1057398265" sldId="286"/>
        </pc:sldMkLst>
        <pc:spChg chg="mod">
          <ac:chgData name="Abdus Salam" userId="0e2b1981-3d04-4857-a4cb-b2b53ead0854" providerId="ADAL" clId="{9E9EB31A-2667-4039-A6B0-7918C655D20D}" dt="2025-09-09T04:54:17.668" v="679"/>
          <ac:spMkLst>
            <pc:docMk/>
            <pc:sldMk cId="1057398265" sldId="286"/>
            <ac:spMk id="2" creationId="{A59A3B52-4744-1D1E-FBF4-746C91F662AB}"/>
          </ac:spMkLst>
        </pc:spChg>
      </pc:sldChg>
      <pc:sldChg chg="modSp">
        <pc:chgData name="Abdus Salam" userId="0e2b1981-3d04-4857-a4cb-b2b53ead0854" providerId="ADAL" clId="{9E9EB31A-2667-4039-A6B0-7918C655D20D}" dt="2025-09-09T04:54:20.426" v="680"/>
        <pc:sldMkLst>
          <pc:docMk/>
          <pc:sldMk cId="2694507406" sldId="287"/>
        </pc:sldMkLst>
        <pc:spChg chg="mod">
          <ac:chgData name="Abdus Salam" userId="0e2b1981-3d04-4857-a4cb-b2b53ead0854" providerId="ADAL" clId="{9E9EB31A-2667-4039-A6B0-7918C655D20D}" dt="2025-09-09T04:54:20.426" v="680"/>
          <ac:spMkLst>
            <pc:docMk/>
            <pc:sldMk cId="2694507406" sldId="287"/>
            <ac:spMk id="2" creationId="{0BFED43A-F86D-95CC-1C5F-7A52D168C57D}"/>
          </ac:spMkLst>
        </pc:spChg>
      </pc:sldChg>
      <pc:sldChg chg="modSp">
        <pc:chgData name="Abdus Salam" userId="0e2b1981-3d04-4857-a4cb-b2b53ead0854" providerId="ADAL" clId="{9E9EB31A-2667-4039-A6B0-7918C655D20D}" dt="2025-09-09T04:54:24.526" v="681"/>
        <pc:sldMkLst>
          <pc:docMk/>
          <pc:sldMk cId="801857366" sldId="288"/>
        </pc:sldMkLst>
        <pc:spChg chg="mod">
          <ac:chgData name="Abdus Salam" userId="0e2b1981-3d04-4857-a4cb-b2b53ead0854" providerId="ADAL" clId="{9E9EB31A-2667-4039-A6B0-7918C655D20D}" dt="2025-09-09T04:54:24.526" v="681"/>
          <ac:spMkLst>
            <pc:docMk/>
            <pc:sldMk cId="801857366" sldId="288"/>
            <ac:spMk id="2" creationId="{86AA87CF-B516-08D2-0D9E-6BF65967F02E}"/>
          </ac:spMkLst>
        </pc:spChg>
      </pc:sldChg>
      <pc:sldChg chg="modSp">
        <pc:chgData name="Abdus Salam" userId="0e2b1981-3d04-4857-a4cb-b2b53ead0854" providerId="ADAL" clId="{9E9EB31A-2667-4039-A6B0-7918C655D20D}" dt="2025-09-09T04:54:28.601" v="682"/>
        <pc:sldMkLst>
          <pc:docMk/>
          <pc:sldMk cId="2546214724" sldId="289"/>
        </pc:sldMkLst>
        <pc:spChg chg="mod">
          <ac:chgData name="Abdus Salam" userId="0e2b1981-3d04-4857-a4cb-b2b53ead0854" providerId="ADAL" clId="{9E9EB31A-2667-4039-A6B0-7918C655D20D}" dt="2025-09-09T04:54:28.601" v="682"/>
          <ac:spMkLst>
            <pc:docMk/>
            <pc:sldMk cId="2546214724" sldId="289"/>
            <ac:spMk id="2" creationId="{D5E3D2BB-827F-3462-1879-756481624A50}"/>
          </ac:spMkLst>
        </pc:spChg>
        <pc:spChg chg="mod">
          <ac:chgData name="Abdus Salam" userId="0e2b1981-3d04-4857-a4cb-b2b53ead0854" providerId="ADAL" clId="{9E9EB31A-2667-4039-A6B0-7918C655D20D}" dt="2025-09-09T04:42:16.244" v="464" actId="20577"/>
          <ac:spMkLst>
            <pc:docMk/>
            <pc:sldMk cId="2546214724" sldId="289"/>
            <ac:spMk id="3" creationId="{6C8B12F5-1F94-897D-0130-FD710E5FF5D2}"/>
          </ac:spMkLst>
        </pc:spChg>
      </pc:sldChg>
      <pc:sldChg chg="modSp mod">
        <pc:chgData name="Abdus Salam" userId="0e2b1981-3d04-4857-a4cb-b2b53ead0854" providerId="ADAL" clId="{9E9EB31A-2667-4039-A6B0-7918C655D20D}" dt="2025-09-09T04:54:31.232" v="683"/>
        <pc:sldMkLst>
          <pc:docMk/>
          <pc:sldMk cId="2839340845" sldId="290"/>
        </pc:sldMkLst>
        <pc:spChg chg="mod">
          <ac:chgData name="Abdus Salam" userId="0e2b1981-3d04-4857-a4cb-b2b53ead0854" providerId="ADAL" clId="{9E9EB31A-2667-4039-A6B0-7918C655D20D}" dt="2025-09-09T04:54:31.232" v="683"/>
          <ac:spMkLst>
            <pc:docMk/>
            <pc:sldMk cId="2839340845" sldId="290"/>
            <ac:spMk id="2" creationId="{A83C6185-E89C-32F9-5F25-93A103506091}"/>
          </ac:spMkLst>
        </pc:spChg>
        <pc:spChg chg="mod">
          <ac:chgData name="Abdus Salam" userId="0e2b1981-3d04-4857-a4cb-b2b53ead0854" providerId="ADAL" clId="{9E9EB31A-2667-4039-A6B0-7918C655D20D}" dt="2025-09-09T04:48:39.612" v="565" actId="20577"/>
          <ac:spMkLst>
            <pc:docMk/>
            <pc:sldMk cId="2839340845" sldId="290"/>
            <ac:spMk id="3" creationId="{99D3A82F-C210-CE16-36C5-BCDCBFAE793D}"/>
          </ac:spMkLst>
        </pc:spChg>
      </pc:sldChg>
      <pc:sldChg chg="modSp">
        <pc:chgData name="Abdus Salam" userId="0e2b1981-3d04-4857-a4cb-b2b53ead0854" providerId="ADAL" clId="{9E9EB31A-2667-4039-A6B0-7918C655D20D}" dt="2025-09-09T04:54:34.181" v="684"/>
        <pc:sldMkLst>
          <pc:docMk/>
          <pc:sldMk cId="2557492135" sldId="291"/>
        </pc:sldMkLst>
        <pc:spChg chg="mod">
          <ac:chgData name="Abdus Salam" userId="0e2b1981-3d04-4857-a4cb-b2b53ead0854" providerId="ADAL" clId="{9E9EB31A-2667-4039-A6B0-7918C655D20D}" dt="2025-09-09T04:54:34.181" v="684"/>
          <ac:spMkLst>
            <pc:docMk/>
            <pc:sldMk cId="2557492135" sldId="291"/>
            <ac:spMk id="2" creationId="{5340022D-473D-E98E-409A-0C9FF67AEED3}"/>
          </ac:spMkLst>
        </pc:spChg>
        <pc:spChg chg="mod">
          <ac:chgData name="Abdus Salam" userId="0e2b1981-3d04-4857-a4cb-b2b53ead0854" providerId="ADAL" clId="{9E9EB31A-2667-4039-A6B0-7918C655D20D}" dt="2025-09-09T04:49:12.425" v="589" actId="20577"/>
          <ac:spMkLst>
            <pc:docMk/>
            <pc:sldMk cId="2557492135" sldId="291"/>
            <ac:spMk id="3" creationId="{28603954-34EC-31D8-CD11-1E10634DAA14}"/>
          </ac:spMkLst>
        </pc:spChg>
      </pc:sldChg>
      <pc:sldChg chg="modSp">
        <pc:chgData name="Abdus Salam" userId="0e2b1981-3d04-4857-a4cb-b2b53ead0854" providerId="ADAL" clId="{9E9EB31A-2667-4039-A6B0-7918C655D20D}" dt="2025-09-09T04:54:37.276" v="685"/>
        <pc:sldMkLst>
          <pc:docMk/>
          <pc:sldMk cId="378191843" sldId="292"/>
        </pc:sldMkLst>
        <pc:spChg chg="mod">
          <ac:chgData name="Abdus Salam" userId="0e2b1981-3d04-4857-a4cb-b2b53ead0854" providerId="ADAL" clId="{9E9EB31A-2667-4039-A6B0-7918C655D20D}" dt="2025-09-09T04:54:37.276" v="685"/>
          <ac:spMkLst>
            <pc:docMk/>
            <pc:sldMk cId="378191843" sldId="292"/>
            <ac:spMk id="2" creationId="{00957208-B3D7-3B97-D6B3-41692E104176}"/>
          </ac:spMkLst>
        </pc:spChg>
        <pc:spChg chg="mod">
          <ac:chgData name="Abdus Salam" userId="0e2b1981-3d04-4857-a4cb-b2b53ead0854" providerId="ADAL" clId="{9E9EB31A-2667-4039-A6B0-7918C655D20D}" dt="2025-09-09T04:49:30.426" v="596" actId="20577"/>
          <ac:spMkLst>
            <pc:docMk/>
            <pc:sldMk cId="378191843" sldId="292"/>
            <ac:spMk id="3" creationId="{673ECA7F-3643-F254-FA0E-98FE99EC9EA7}"/>
          </ac:spMkLst>
        </pc:spChg>
      </pc:sldChg>
      <pc:sldChg chg="modSp">
        <pc:chgData name="Abdus Salam" userId="0e2b1981-3d04-4857-a4cb-b2b53ead0854" providerId="ADAL" clId="{9E9EB31A-2667-4039-A6B0-7918C655D20D}" dt="2025-09-09T04:54:41.096" v="686"/>
        <pc:sldMkLst>
          <pc:docMk/>
          <pc:sldMk cId="4106184775" sldId="293"/>
        </pc:sldMkLst>
        <pc:spChg chg="mod">
          <ac:chgData name="Abdus Salam" userId="0e2b1981-3d04-4857-a4cb-b2b53ead0854" providerId="ADAL" clId="{9E9EB31A-2667-4039-A6B0-7918C655D20D}" dt="2025-09-09T04:54:41.096" v="686"/>
          <ac:spMkLst>
            <pc:docMk/>
            <pc:sldMk cId="4106184775" sldId="293"/>
            <ac:spMk id="2" creationId="{C2FB01AE-8F4E-1D00-2F2D-BB7BC1FBBAA5}"/>
          </ac:spMkLst>
        </pc:spChg>
      </pc:sldChg>
      <pc:sldChg chg="modSp">
        <pc:chgData name="Abdus Salam" userId="0e2b1981-3d04-4857-a4cb-b2b53ead0854" providerId="ADAL" clId="{9E9EB31A-2667-4039-A6B0-7918C655D20D}" dt="2025-09-09T04:54:43.947" v="687"/>
        <pc:sldMkLst>
          <pc:docMk/>
          <pc:sldMk cId="1057814969" sldId="294"/>
        </pc:sldMkLst>
        <pc:spChg chg="mod">
          <ac:chgData name="Abdus Salam" userId="0e2b1981-3d04-4857-a4cb-b2b53ead0854" providerId="ADAL" clId="{9E9EB31A-2667-4039-A6B0-7918C655D20D}" dt="2025-09-09T04:54:43.947" v="687"/>
          <ac:spMkLst>
            <pc:docMk/>
            <pc:sldMk cId="1057814969" sldId="294"/>
            <ac:spMk id="2" creationId="{4B55264C-75E1-C590-39B3-BBECC2AC17F8}"/>
          </ac:spMkLst>
        </pc:spChg>
        <pc:spChg chg="mod">
          <ac:chgData name="Abdus Salam" userId="0e2b1981-3d04-4857-a4cb-b2b53ead0854" providerId="ADAL" clId="{9E9EB31A-2667-4039-A6B0-7918C655D20D}" dt="2025-09-09T04:50:07.419" v="618" actId="20577"/>
          <ac:spMkLst>
            <pc:docMk/>
            <pc:sldMk cId="1057814969" sldId="294"/>
            <ac:spMk id="3" creationId="{1BC1ED87-06D8-ECA5-226B-1E002DC9F62F}"/>
          </ac:spMkLst>
        </pc:spChg>
      </pc:sldChg>
      <pc:sldChg chg="modSp mod">
        <pc:chgData name="Abdus Salam" userId="0e2b1981-3d04-4857-a4cb-b2b53ead0854" providerId="ADAL" clId="{9E9EB31A-2667-4039-A6B0-7918C655D20D}" dt="2025-09-09T04:54:46.731" v="688"/>
        <pc:sldMkLst>
          <pc:docMk/>
          <pc:sldMk cId="3604325786" sldId="295"/>
        </pc:sldMkLst>
        <pc:spChg chg="mod">
          <ac:chgData name="Abdus Salam" userId="0e2b1981-3d04-4857-a4cb-b2b53ead0854" providerId="ADAL" clId="{9E9EB31A-2667-4039-A6B0-7918C655D20D}" dt="2025-09-09T04:54:46.731" v="688"/>
          <ac:spMkLst>
            <pc:docMk/>
            <pc:sldMk cId="3604325786" sldId="295"/>
            <ac:spMk id="2" creationId="{F98DCBE1-1B49-6471-08B5-A26088547A14}"/>
          </ac:spMkLst>
        </pc:spChg>
        <pc:spChg chg="mod">
          <ac:chgData name="Abdus Salam" userId="0e2b1981-3d04-4857-a4cb-b2b53ead0854" providerId="ADAL" clId="{9E9EB31A-2667-4039-A6B0-7918C655D20D}" dt="2025-09-09T04:53:49.932" v="677"/>
          <ac:spMkLst>
            <pc:docMk/>
            <pc:sldMk cId="3604325786" sldId="295"/>
            <ac:spMk id="3" creationId="{502E405B-17FA-75A0-3D46-7C513A0D9DB1}"/>
          </ac:spMkLst>
        </pc:spChg>
      </pc:sldChg>
      <pc:sldChg chg="modSp new mod">
        <pc:chgData name="Abdus Salam" userId="0e2b1981-3d04-4857-a4cb-b2b53ead0854" providerId="ADAL" clId="{9E9EB31A-2667-4039-A6B0-7918C655D20D}" dt="2025-09-09T04:36:06.558" v="234" actId="114"/>
        <pc:sldMkLst>
          <pc:docMk/>
          <pc:sldMk cId="953151587" sldId="297"/>
        </pc:sldMkLst>
        <pc:spChg chg="mod">
          <ac:chgData name="Abdus Salam" userId="0e2b1981-3d04-4857-a4cb-b2b53ead0854" providerId="ADAL" clId="{9E9EB31A-2667-4039-A6B0-7918C655D20D}" dt="2025-09-09T04:34:46.414" v="88" actId="20577"/>
          <ac:spMkLst>
            <pc:docMk/>
            <pc:sldMk cId="953151587" sldId="297"/>
            <ac:spMk id="2" creationId="{B0C90CC2-972F-5ED7-28B3-F205CD8194AA}"/>
          </ac:spMkLst>
        </pc:spChg>
        <pc:spChg chg="mod">
          <ac:chgData name="Abdus Salam" userId="0e2b1981-3d04-4857-a4cb-b2b53ead0854" providerId="ADAL" clId="{9E9EB31A-2667-4039-A6B0-7918C655D20D}" dt="2025-09-09T04:36:06.558" v="234" actId="114"/>
          <ac:spMkLst>
            <pc:docMk/>
            <pc:sldMk cId="953151587" sldId="297"/>
            <ac:spMk id="3" creationId="{57026040-6849-0E03-9FBE-9CB9DB78548E}"/>
          </ac:spMkLst>
        </pc:spChg>
      </pc:sldChg>
      <pc:sldChg chg="modSp new mod">
        <pc:chgData name="Abdus Salam" userId="0e2b1981-3d04-4857-a4cb-b2b53ead0854" providerId="ADAL" clId="{9E9EB31A-2667-4039-A6B0-7918C655D20D}" dt="2025-09-09T04:41:50.149" v="456"/>
        <pc:sldMkLst>
          <pc:docMk/>
          <pc:sldMk cId="2042142099" sldId="298"/>
        </pc:sldMkLst>
        <pc:spChg chg="mod">
          <ac:chgData name="Abdus Salam" userId="0e2b1981-3d04-4857-a4cb-b2b53ead0854" providerId="ADAL" clId="{9E9EB31A-2667-4039-A6B0-7918C655D20D}" dt="2025-09-09T04:41:22.137" v="422" actId="20577"/>
          <ac:spMkLst>
            <pc:docMk/>
            <pc:sldMk cId="2042142099" sldId="298"/>
            <ac:spMk id="2" creationId="{9732D02F-1BDF-5683-84CE-F8FAD501F4EC}"/>
          </ac:spMkLst>
        </pc:spChg>
        <pc:spChg chg="mod">
          <ac:chgData name="Abdus Salam" userId="0e2b1981-3d04-4857-a4cb-b2b53ead0854" providerId="ADAL" clId="{9E9EB31A-2667-4039-A6B0-7918C655D20D}" dt="2025-09-09T04:41:50.149" v="456"/>
          <ac:spMkLst>
            <pc:docMk/>
            <pc:sldMk cId="2042142099" sldId="298"/>
            <ac:spMk id="3" creationId="{AB56D6F6-24F1-523B-4E55-DC8566EAD949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CFD1B7C-76E0-4399-99A2-DFF7B46F2837}" type="datetimeFigureOut">
              <a:rPr lang="en-AU" smtClean="0"/>
              <a:t>9/09/2025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FC95EB2-AFFB-4B0E-91DA-7435B87F42ED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07609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FD1B7C-76E0-4399-99A2-DFF7B46F2837}" type="datetimeFigureOut">
              <a:rPr lang="en-AU" smtClean="0"/>
              <a:t>9/09/2025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95EB2-AFFB-4B0E-91DA-7435B87F42E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888180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FD1B7C-76E0-4399-99A2-DFF7B46F2837}" type="datetimeFigureOut">
              <a:rPr lang="en-AU" smtClean="0"/>
              <a:t>9/09/2025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95EB2-AFFB-4B0E-91DA-7435B87F42ED}" type="slidenum">
              <a:rPr lang="en-AU" smtClean="0"/>
              <a:t>‹#›</a:t>
            </a:fld>
            <a:endParaRPr lang="en-AU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16004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FD1B7C-76E0-4399-99A2-DFF7B46F2837}" type="datetimeFigureOut">
              <a:rPr lang="en-AU" smtClean="0"/>
              <a:t>9/09/2025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95EB2-AFFB-4B0E-91DA-7435B87F42E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685853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FD1B7C-76E0-4399-99A2-DFF7B46F2837}" type="datetimeFigureOut">
              <a:rPr lang="en-AU" smtClean="0"/>
              <a:t>9/09/2025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95EB2-AFFB-4B0E-91DA-7435B87F42E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120680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FD1B7C-76E0-4399-99A2-DFF7B46F2837}" type="datetimeFigureOut">
              <a:rPr lang="en-AU" smtClean="0"/>
              <a:t>9/09/2025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95EB2-AFFB-4B0E-91DA-7435B87F42E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957062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FD1B7C-76E0-4399-99A2-DFF7B46F2837}" type="datetimeFigureOut">
              <a:rPr lang="en-AU" smtClean="0"/>
              <a:t>9/09/2025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95EB2-AFFB-4B0E-91DA-7435B87F42E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192859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FD1B7C-76E0-4399-99A2-DFF7B46F2837}" type="datetimeFigureOut">
              <a:rPr lang="en-AU" smtClean="0"/>
              <a:t>9/09/2025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95EB2-AFFB-4B0E-91DA-7435B87F42E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84866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FD1B7C-76E0-4399-99A2-DFF7B46F2837}" type="datetimeFigureOut">
              <a:rPr lang="en-AU" smtClean="0"/>
              <a:t>9/09/2025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95EB2-AFFB-4B0E-91DA-7435B87F42E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662730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FD1B7C-76E0-4399-99A2-DFF7B46F2837}" type="datetimeFigureOut">
              <a:rPr lang="en-AU" smtClean="0"/>
              <a:t>9/09/2025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95EB2-AFFB-4B0E-91DA-7435B87F42E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496345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FD1B7C-76E0-4399-99A2-DFF7B46F2837}" type="datetimeFigureOut">
              <a:rPr lang="en-AU" smtClean="0"/>
              <a:t>9/09/2025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95EB2-AFFB-4B0E-91DA-7435B87F42E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558960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FCFD1B7C-76E0-4399-99A2-DFF7B46F2837}" type="datetimeFigureOut">
              <a:rPr lang="en-AU" smtClean="0"/>
              <a:t>9/09/2025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3FC95EB2-AFFB-4B0E-91DA-7435B87F42E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611661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tx1"/>
        </a:buClr>
        <a:buSzPct val="80000"/>
        <a:buFont typeface="Corbe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1E24A-8045-C341-34FA-E14E831E1A2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AU" sz="4800" dirty="0"/>
              <a:t>Neural networks - Examples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7E7691-4655-5315-80F4-F36637632FC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/>
              <a:t>Natural Language Processing</a:t>
            </a:r>
          </a:p>
        </p:txBody>
      </p:sp>
    </p:spTree>
    <p:extLst>
      <p:ext uri="{BB962C8B-B14F-4D97-AF65-F5344CB8AC3E}">
        <p14:creationId xmlns:p14="http://schemas.microsoft.com/office/powerpoint/2010/main" val="34241359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90CC2-972F-5ED7-28B3-F205CD8194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26040-6849-0E03-9FBE-9CB9DB7854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4 inputs</a:t>
            </a:r>
          </a:p>
          <a:p>
            <a:r>
              <a:rPr lang="en-US" dirty="0"/>
              <a:t>1 hidden layer with 5 neurons and </a:t>
            </a:r>
            <a:r>
              <a:rPr lang="en-US" i="1" dirty="0" err="1"/>
              <a:t>ReLU</a:t>
            </a:r>
            <a:r>
              <a:rPr lang="en-US" dirty="0"/>
              <a:t> activation function</a:t>
            </a:r>
          </a:p>
          <a:p>
            <a:r>
              <a:rPr lang="en-US" dirty="0"/>
              <a:t>Output layer with 2 neurons with </a:t>
            </a:r>
            <a:r>
              <a:rPr lang="en-US" i="1" dirty="0" err="1"/>
              <a:t>softmax</a:t>
            </a:r>
            <a:r>
              <a:rPr lang="en-US" dirty="0"/>
              <a:t> activation function</a:t>
            </a:r>
          </a:p>
        </p:txBody>
      </p:sp>
    </p:spTree>
    <p:extLst>
      <p:ext uri="{BB962C8B-B14F-4D97-AF65-F5344CB8AC3E}">
        <p14:creationId xmlns:p14="http://schemas.microsoft.com/office/powerpoint/2010/main" val="9531515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8FD07-D4F7-94A1-16AE-C806D0D364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Example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D8BC2C-444F-F914-17D1-A0F9902426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Input Vector</a:t>
            </a:r>
          </a:p>
          <a:p>
            <a:r>
              <a:rPr lang="en-US" dirty="0"/>
              <a:t>Let’s assume a single input sample:</a:t>
            </a:r>
          </a:p>
          <a:p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C2A094-8669-C771-849D-1F2FB446C6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8432" y="3429000"/>
            <a:ext cx="3982006" cy="1533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86619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EEB8C-C759-E89A-3A21-C182B6EC6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1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B4541D-FBDB-485F-8247-B8720B5F4D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Weights and Biases</a:t>
            </a:r>
          </a:p>
          <a:p>
            <a:r>
              <a:rPr lang="en-US" b="1" dirty="0"/>
              <a:t>Weights from Input to Hidden Layer:</a:t>
            </a:r>
          </a:p>
          <a:p>
            <a:r>
              <a:rPr lang="en-US" dirty="0"/>
              <a:t>Let’s define the weight matrix:</a:t>
            </a:r>
          </a:p>
          <a:p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8705EC-BB45-D21C-A267-4721936429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5219" y="3534219"/>
            <a:ext cx="6668431" cy="1952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38459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BA0C0-3B09-30C5-17B6-B2DBBB7E20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1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0148D5-EF24-1E94-C115-93D781BEF5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Bias vector: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D6A3213-C2DB-DC79-8FED-EF0DCFA43B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2102" y="2509709"/>
            <a:ext cx="4267796" cy="1838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60612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5F836B-8112-F919-56C8-C86142BE0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1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9B74DB-7109-9B4B-C1CA-159063EE07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Weights from Hidden to Output Layer: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AU" dirty="0"/>
              <a:t>Bias vector: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F10049-EDF0-F6D9-E30C-E2C53F049B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7863" y="2957446"/>
            <a:ext cx="7516274" cy="94310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5060ED5-B2DC-0581-A985-FDA17236BA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2741" y="4884871"/>
            <a:ext cx="3905795" cy="857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65349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61BE9-73BC-8D47-F0D8-45E7806DF1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1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A70242C-81EC-9C48-DE15-E2169D4B373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AU" b="1" dirty="0"/>
                  <a:t>Hidden Layer Calculation</a:t>
                </a:r>
              </a:p>
              <a:p>
                <a:r>
                  <a:rPr lang="en-AU" b="1" dirty="0"/>
                  <a:t>Step 1: Linear Transformation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𝐳</m:t>
                        </m:r>
                      </m:e>
                      <m:sup>
                        <m:d>
                          <m:dPr>
                            <m:begChr m:val="["/>
                            <m:endChr m:val="]"/>
                            <m:ctrlPr>
                              <a:rPr lang="ar-AE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</m:d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p>
                        <m:d>
                          <m:dPr>
                            <m:begChr m:val="["/>
                            <m:endChr m:val="]"/>
                            <m:ctrlPr>
                              <a:rPr lang="ar-AE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</m:d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⋅</m:t>
                    </m:r>
                    <m:r>
                      <a:rPr lang="ar-AE" b="1">
                        <a:latin typeface="Cambria Math" panose="02040503050406030204" pitchFamily="18" charset="0"/>
                      </a:rPr>
                      <m:t>𝐱</m:t>
                    </m:r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𝐛</m:t>
                        </m:r>
                      </m:e>
                      <m:sup>
                        <m:d>
                          <m:dPr>
                            <m:begChr m:val="["/>
                            <m:endChr m:val="]"/>
                            <m:ctrlPr>
                              <a:rPr lang="ar-AE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</m:d>
                      </m:sup>
                    </m:sSup>
                  </m:oMath>
                </a14:m>
                <a:endParaRPr lang="ar-AE" b="0" dirty="0"/>
              </a:p>
              <a:p>
                <a:endParaRPr lang="en-AU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A70242C-81EC-9C48-DE15-E2169D4B373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18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2E547F3D-7731-F0FA-3256-82D23E37E8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6129" y="3647733"/>
            <a:ext cx="9030960" cy="2448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3489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EC925-EBDA-7424-14BF-4643E2532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1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BABC042-C3AD-218D-328F-1618B6AE290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43000" y="1809138"/>
                <a:ext cx="9872871" cy="5486400"/>
              </a:xfrm>
            </p:spPr>
            <p:txBody>
              <a:bodyPr>
                <a:normAutofit/>
              </a:bodyPr>
              <a:lstStyle/>
              <a:p>
                <a:r>
                  <a:rPr lang="en-AU" dirty="0"/>
                  <a:t>Compute the dot product for each row:</a:t>
                </a:r>
              </a:p>
              <a:p>
                <a:r>
                  <a:rPr lang="en-AU" dirty="0"/>
                  <a:t>First row:</a:t>
                </a:r>
                <a:br>
                  <a:rPr lang="en-AU" dirty="0"/>
                </a:br>
                <a14:m>
                  <m:oMath xmlns:m="http://schemas.openxmlformats.org/officeDocument/2006/math">
                    <m:r>
                      <a:rPr lang="en-AU">
                        <a:latin typeface="Cambria Math" panose="02040503050406030204" pitchFamily="18" charset="0"/>
                      </a:rPr>
                      <m:t>0</m:t>
                    </m:r>
                    <m:r>
                      <a:rPr lang="en-AU">
                        <a:latin typeface="Cambria Math" panose="02040503050406030204" pitchFamily="18" charset="0"/>
                      </a:rPr>
                      <m:t>.</m:t>
                    </m:r>
                    <m:r>
                      <a:rPr lang="en-AU"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d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>
                        <a:latin typeface="Cambria Math" panose="02040503050406030204" pitchFamily="18" charset="0"/>
                      </a:rPr>
                      <m:t>2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2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25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15</m:t>
                    </m:r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>
                        <a:latin typeface="Cambria Math" panose="02040503050406030204" pitchFamily="18" charset="0"/>
                      </a:rPr>
                      <m:t>4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3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br>
                  <a:rPr lang="ar-AE" dirty="0"/>
                </a:br>
                <a:r>
                  <a:rPr lang="en-AU" dirty="0"/>
                  <a:t>Then add bias: </a:t>
                </a:r>
                <a14:m>
                  <m:oMath xmlns:m="http://schemas.openxmlformats.org/officeDocument/2006/math">
                    <m:r>
                      <a:rPr lang="en-AU">
                        <a:latin typeface="Cambria Math" panose="02040503050406030204" pitchFamily="18" charset="0"/>
                      </a:rPr>
                      <m:t>3</m:t>
                    </m:r>
                    <m:r>
                      <a:rPr lang="en-AU">
                        <a:latin typeface="Cambria Math" panose="02040503050406030204" pitchFamily="18" charset="0"/>
                      </a:rPr>
                      <m:t>.</m:t>
                    </m:r>
                    <m:r>
                      <a:rPr lang="en-AU">
                        <a:latin typeface="Cambria Math" panose="02040503050406030204" pitchFamily="18" charset="0"/>
                      </a:rPr>
                      <m:t>8</m:t>
                    </m:r>
                    <m:r>
                      <a:rPr lang="en-AU"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>
                        <a:latin typeface="Cambria Math" panose="02040503050406030204" pitchFamily="18" charset="0"/>
                      </a:rPr>
                      <m:t>0</m:t>
                    </m:r>
                    <m:r>
                      <a:rPr lang="en-AU">
                        <a:latin typeface="Cambria Math" panose="02040503050406030204" pitchFamily="18" charset="0"/>
                      </a:rPr>
                      <m:t>.</m:t>
                    </m:r>
                    <m:r>
                      <a:rPr lang="en-AU">
                        <a:latin typeface="Cambria Math" panose="02040503050406030204" pitchFamily="18" charset="0"/>
                      </a:rPr>
                      <m:t>1</m:t>
                    </m:r>
                    <m:r>
                      <a:rPr lang="en-AU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>
                        <a:latin typeface="Cambria Math" panose="02040503050406030204" pitchFamily="18" charset="0"/>
                      </a:rPr>
                      <m:t>3</m:t>
                    </m:r>
                    <m:r>
                      <a:rPr lang="en-AU">
                        <a:latin typeface="Cambria Math" panose="02040503050406030204" pitchFamily="18" charset="0"/>
                      </a:rPr>
                      <m:t>.</m:t>
                    </m:r>
                    <m:r>
                      <a:rPr lang="en-AU"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endParaRPr lang="en-AU" dirty="0"/>
              </a:p>
              <a:p>
                <a:r>
                  <a:rPr lang="en-AU" dirty="0"/>
                  <a:t>Second row:</a:t>
                </a:r>
                <a:br>
                  <a:rPr lang="en-AU" dirty="0"/>
                </a:br>
                <a14:m>
                  <m:oMath xmlns:m="http://schemas.openxmlformats.org/officeDocument/2006/math">
                    <m:r>
                      <a:rPr lang="en-AU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AU">
                        <a:latin typeface="Cambria Math" panose="02040503050406030204" pitchFamily="18" charset="0"/>
                      </a:rPr>
                      <m:t>1</m:t>
                    </m:r>
                    <m:r>
                      <a:rPr lang="en-AU">
                        <a:latin typeface="Cambria Math" panose="02040503050406030204" pitchFamily="18" charset="0"/>
                      </a:rPr>
                      <m:t>.</m:t>
                    </m:r>
                    <m:r>
                      <a:rPr lang="en-AU">
                        <a:latin typeface="Cambria Math" panose="02040503050406030204" pitchFamily="18" charset="0"/>
                      </a:rPr>
                      <m:t>5</m:t>
                    </m:r>
                    <m:r>
                      <a:rPr lang="en-AU"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>
                        <a:latin typeface="Cambria Math" panose="02040503050406030204" pitchFamily="18" charset="0"/>
                      </a:rPr>
                      <m:t>0</m:t>
                    </m:r>
                    <m:r>
                      <a:rPr lang="en-AU">
                        <a:latin typeface="Cambria Math" panose="02040503050406030204" pitchFamily="18" charset="0"/>
                      </a:rPr>
                      <m:t>.</m:t>
                    </m:r>
                    <m:r>
                      <a:rPr lang="en-AU">
                        <a:latin typeface="Cambria Math" panose="02040503050406030204" pitchFamily="18" charset="0"/>
                      </a:rPr>
                      <m:t>65</m:t>
                    </m:r>
                    <m:r>
                      <a:rPr lang="en-AU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AU">
                        <a:latin typeface="Cambria Math" panose="02040503050406030204" pitchFamily="18" charset="0"/>
                      </a:rPr>
                      <m:t>1</m:t>
                    </m:r>
                    <m:r>
                      <a:rPr lang="en-AU">
                        <a:latin typeface="Cambria Math" panose="02040503050406030204" pitchFamily="18" charset="0"/>
                      </a:rPr>
                      <m:t>.</m:t>
                    </m:r>
                    <m:r>
                      <a:rPr lang="en-AU">
                        <a:latin typeface="Cambria Math" panose="02040503050406030204" pitchFamily="18" charset="0"/>
                      </a:rPr>
                      <m:t>05</m:t>
                    </m:r>
                    <m:r>
                      <a:rPr lang="en-AU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AU">
                        <a:latin typeface="Cambria Math" panose="02040503050406030204" pitchFamily="18" charset="0"/>
                      </a:rPr>
                      <m:t>1</m:t>
                    </m:r>
                    <m:r>
                      <a:rPr lang="en-AU">
                        <a:latin typeface="Cambria Math" panose="02040503050406030204" pitchFamily="18" charset="0"/>
                      </a:rPr>
                      <m:t>.</m:t>
                    </m:r>
                    <m:r>
                      <a:rPr lang="en-AU">
                        <a:latin typeface="Cambria Math" panose="02040503050406030204" pitchFamily="18" charset="0"/>
                      </a:rPr>
                      <m:t>6</m:t>
                    </m:r>
                    <m:r>
                      <a:rPr lang="en-AU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AU">
                        <a:latin typeface="Cambria Math" panose="02040503050406030204" pitchFamily="18" charset="0"/>
                      </a:rPr>
                      <m:t>3</m:t>
                    </m:r>
                    <m:r>
                      <a:rPr lang="en-AU">
                        <a:latin typeface="Cambria Math" panose="02040503050406030204" pitchFamily="18" charset="0"/>
                      </a:rPr>
                      <m:t>.</m:t>
                    </m:r>
                    <m:r>
                      <a:rPr lang="en-AU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AU" dirty="0"/>
                  <a:t>, then </a:t>
                </a:r>
                <a14:m>
                  <m:oMath xmlns:m="http://schemas.openxmlformats.org/officeDocument/2006/math">
                    <m:r>
                      <a:rPr lang="en-AU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AU">
                        <a:latin typeface="Cambria Math" panose="02040503050406030204" pitchFamily="18" charset="0"/>
                      </a:rPr>
                      <m:t>3</m:t>
                    </m:r>
                    <m:r>
                      <a:rPr lang="en-AU">
                        <a:latin typeface="Cambria Math" panose="02040503050406030204" pitchFamily="18" charset="0"/>
                      </a:rPr>
                      <m:t>.</m:t>
                    </m:r>
                    <m:r>
                      <a:rPr lang="en-AU">
                        <a:latin typeface="Cambria Math" panose="02040503050406030204" pitchFamily="18" charset="0"/>
                      </a:rPr>
                      <m:t>5</m:t>
                    </m:r>
                    <m:r>
                      <a:rPr lang="en-AU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AU">
                        <a:latin typeface="Cambria Math" panose="02040503050406030204" pitchFamily="18" charset="0"/>
                      </a:rPr>
                      <m:t>0</m:t>
                    </m:r>
                    <m:r>
                      <a:rPr lang="en-AU">
                        <a:latin typeface="Cambria Math" panose="02040503050406030204" pitchFamily="18" charset="0"/>
                      </a:rPr>
                      <m:t>.</m:t>
                    </m:r>
                    <m:r>
                      <a:rPr lang="en-AU">
                        <a:latin typeface="Cambria Math" panose="02040503050406030204" pitchFamily="18" charset="0"/>
                      </a:rPr>
                      <m:t>3</m:t>
                    </m:r>
                    <m:r>
                      <a:rPr lang="en-AU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AU">
                        <a:latin typeface="Cambria Math" panose="02040503050406030204" pitchFamily="18" charset="0"/>
                      </a:rPr>
                      <m:t>3</m:t>
                    </m:r>
                    <m:r>
                      <a:rPr lang="en-AU">
                        <a:latin typeface="Cambria Math" panose="02040503050406030204" pitchFamily="18" charset="0"/>
                      </a:rPr>
                      <m:t>.</m:t>
                    </m:r>
                    <m:r>
                      <a:rPr lang="en-AU"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endParaRPr lang="en-AU" dirty="0"/>
              </a:p>
              <a:p>
                <a:r>
                  <a:rPr lang="en-AU" dirty="0"/>
                  <a:t>Third row:</a:t>
                </a:r>
                <a:br>
                  <a:rPr lang="en-AU" dirty="0"/>
                </a:br>
                <a14:m>
                  <m:oMath xmlns:m="http://schemas.openxmlformats.org/officeDocument/2006/math">
                    <m:r>
                      <a:rPr lang="en-AU">
                        <a:latin typeface="Cambria Math" panose="02040503050406030204" pitchFamily="18" charset="0"/>
                      </a:rPr>
                      <m:t>0</m:t>
                    </m:r>
                    <m:r>
                      <a:rPr lang="en-AU">
                        <a:latin typeface="Cambria Math" panose="02040503050406030204" pitchFamily="18" charset="0"/>
                      </a:rPr>
                      <m:t>.</m:t>
                    </m:r>
                    <m:r>
                      <a:rPr lang="en-AU">
                        <a:latin typeface="Cambria Math" panose="02040503050406030204" pitchFamily="18" charset="0"/>
                      </a:rPr>
                      <m:t>3</m:t>
                    </m:r>
                    <m:r>
                      <a:rPr lang="en-AU"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>
                        <a:latin typeface="Cambria Math" panose="02040503050406030204" pitchFamily="18" charset="0"/>
                      </a:rPr>
                      <m:t>0</m:t>
                    </m:r>
                    <m:r>
                      <a:rPr lang="en-AU">
                        <a:latin typeface="Cambria Math" panose="02040503050406030204" pitchFamily="18" charset="0"/>
                      </a:rPr>
                      <m:t>.</m:t>
                    </m:r>
                    <m:r>
                      <a:rPr lang="en-AU">
                        <a:latin typeface="Cambria Math" panose="02040503050406030204" pitchFamily="18" charset="0"/>
                      </a:rPr>
                      <m:t>4</m:t>
                    </m:r>
                    <m:r>
                      <a:rPr lang="en-AU"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>
                        <a:latin typeface="Cambria Math" panose="02040503050406030204" pitchFamily="18" charset="0"/>
                      </a:rPr>
                      <m:t>0</m:t>
                    </m:r>
                    <m:r>
                      <a:rPr lang="en-AU">
                        <a:latin typeface="Cambria Math" panose="02040503050406030204" pitchFamily="18" charset="0"/>
                      </a:rPr>
                      <m:t>.</m:t>
                    </m:r>
                    <m:r>
                      <a:rPr lang="en-AU">
                        <a:latin typeface="Cambria Math" panose="02040503050406030204" pitchFamily="18" charset="0"/>
                      </a:rPr>
                      <m:t>9</m:t>
                    </m:r>
                    <m:r>
                      <a:rPr lang="en-AU"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>
                        <a:latin typeface="Cambria Math" panose="02040503050406030204" pitchFamily="18" charset="0"/>
                      </a:rPr>
                      <m:t>2</m:t>
                    </m:r>
                    <m:r>
                      <a:rPr lang="en-AU">
                        <a:latin typeface="Cambria Math" panose="02040503050406030204" pitchFamily="18" charset="0"/>
                      </a:rPr>
                      <m:t>.</m:t>
                    </m:r>
                    <m:r>
                      <a:rPr lang="en-AU">
                        <a:latin typeface="Cambria Math" panose="02040503050406030204" pitchFamily="18" charset="0"/>
                      </a:rPr>
                      <m:t>0</m:t>
                    </m:r>
                    <m:r>
                      <a:rPr lang="en-AU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>
                        <a:latin typeface="Cambria Math" panose="02040503050406030204" pitchFamily="18" charset="0"/>
                      </a:rPr>
                      <m:t>3</m:t>
                    </m:r>
                    <m:r>
                      <a:rPr lang="en-AU">
                        <a:latin typeface="Cambria Math" panose="02040503050406030204" pitchFamily="18" charset="0"/>
                      </a:rPr>
                      <m:t>.</m:t>
                    </m:r>
                    <m:r>
                      <a:rPr lang="en-AU"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lang="en-AU" dirty="0"/>
                  <a:t>, then </a:t>
                </a:r>
                <a14:m>
                  <m:oMath xmlns:m="http://schemas.openxmlformats.org/officeDocument/2006/math">
                    <m:r>
                      <a:rPr lang="en-AU">
                        <a:latin typeface="Cambria Math" panose="02040503050406030204" pitchFamily="18" charset="0"/>
                      </a:rPr>
                      <m:t>3</m:t>
                    </m:r>
                    <m:r>
                      <a:rPr lang="en-AU">
                        <a:latin typeface="Cambria Math" panose="02040503050406030204" pitchFamily="18" charset="0"/>
                      </a:rPr>
                      <m:t>.</m:t>
                    </m:r>
                    <m:r>
                      <a:rPr lang="en-AU">
                        <a:latin typeface="Cambria Math" panose="02040503050406030204" pitchFamily="18" charset="0"/>
                      </a:rPr>
                      <m:t>6</m:t>
                    </m:r>
                    <m:r>
                      <a:rPr lang="en-AU"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>
                        <a:latin typeface="Cambria Math" panose="02040503050406030204" pitchFamily="18" charset="0"/>
                      </a:rPr>
                      <m:t>0</m:t>
                    </m:r>
                    <m:r>
                      <a:rPr lang="en-AU">
                        <a:latin typeface="Cambria Math" panose="02040503050406030204" pitchFamily="18" charset="0"/>
                      </a:rPr>
                      <m:t>.</m:t>
                    </m:r>
                    <m:r>
                      <a:rPr lang="en-AU">
                        <a:latin typeface="Cambria Math" panose="02040503050406030204" pitchFamily="18" charset="0"/>
                      </a:rPr>
                      <m:t>0</m:t>
                    </m:r>
                    <m:r>
                      <a:rPr lang="en-AU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>
                        <a:latin typeface="Cambria Math" panose="02040503050406030204" pitchFamily="18" charset="0"/>
                      </a:rPr>
                      <m:t>3</m:t>
                    </m:r>
                    <m:r>
                      <a:rPr lang="en-AU">
                        <a:latin typeface="Cambria Math" panose="02040503050406030204" pitchFamily="18" charset="0"/>
                      </a:rPr>
                      <m:t>.</m:t>
                    </m:r>
                    <m:r>
                      <a:rPr lang="en-AU"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endParaRPr lang="en-AU" dirty="0"/>
              </a:p>
              <a:p>
                <a:r>
                  <a:rPr lang="en-AU" dirty="0"/>
                  <a:t>Fourth row:</a:t>
                </a:r>
                <a:br>
                  <a:rPr lang="en-AU" dirty="0"/>
                </a:br>
                <a14:m>
                  <m:oMath xmlns:m="http://schemas.openxmlformats.org/officeDocument/2006/math">
                    <m:r>
                      <a:rPr lang="en-AU">
                        <a:latin typeface="Cambria Math" panose="02040503050406030204" pitchFamily="18" charset="0"/>
                      </a:rPr>
                      <m:t>1</m:t>
                    </m:r>
                    <m:r>
                      <a:rPr lang="en-AU">
                        <a:latin typeface="Cambria Math" panose="02040503050406030204" pitchFamily="18" charset="0"/>
                      </a:rPr>
                      <m:t>.</m:t>
                    </m:r>
                    <m:r>
                      <a:rPr lang="en-AU">
                        <a:latin typeface="Cambria Math" panose="02040503050406030204" pitchFamily="18" charset="0"/>
                      </a:rPr>
                      <m:t>2</m:t>
                    </m:r>
                    <m:r>
                      <a:rPr lang="en-AU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AU">
                        <a:latin typeface="Cambria Math" panose="02040503050406030204" pitchFamily="18" charset="0"/>
                      </a:rPr>
                      <m:t>0</m:t>
                    </m:r>
                    <m:r>
                      <a:rPr lang="en-AU">
                        <a:latin typeface="Cambria Math" panose="02040503050406030204" pitchFamily="18" charset="0"/>
                      </a:rPr>
                      <m:t>.</m:t>
                    </m:r>
                    <m:r>
                      <a:rPr lang="en-AU">
                        <a:latin typeface="Cambria Math" panose="02040503050406030204" pitchFamily="18" charset="0"/>
                      </a:rPr>
                      <m:t>55</m:t>
                    </m:r>
                    <m:r>
                      <a:rPr lang="en-AU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AU">
                        <a:latin typeface="Cambria Math" panose="02040503050406030204" pitchFamily="18" charset="0"/>
                      </a:rPr>
                      <m:t>0</m:t>
                    </m:r>
                    <m:r>
                      <a:rPr lang="en-AU">
                        <a:latin typeface="Cambria Math" panose="02040503050406030204" pitchFamily="18" charset="0"/>
                      </a:rPr>
                      <m:t>.</m:t>
                    </m:r>
                    <m:r>
                      <a:rPr lang="en-AU">
                        <a:latin typeface="Cambria Math" panose="02040503050406030204" pitchFamily="18" charset="0"/>
                      </a:rPr>
                      <m:t>75</m:t>
                    </m:r>
                    <m:r>
                      <a:rPr lang="en-AU"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>
                        <a:latin typeface="Cambria Math" panose="02040503050406030204" pitchFamily="18" charset="0"/>
                      </a:rPr>
                      <m:t>1</m:t>
                    </m:r>
                    <m:r>
                      <a:rPr lang="en-AU">
                        <a:latin typeface="Cambria Math" panose="02040503050406030204" pitchFamily="18" charset="0"/>
                      </a:rPr>
                      <m:t>.</m:t>
                    </m:r>
                    <m:r>
                      <a:rPr lang="en-AU">
                        <a:latin typeface="Cambria Math" panose="02040503050406030204" pitchFamily="18" charset="0"/>
                      </a:rPr>
                      <m:t>8</m:t>
                    </m:r>
                    <m:r>
                      <a:rPr lang="en-AU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>
                        <a:latin typeface="Cambria Math" panose="02040503050406030204" pitchFamily="18" charset="0"/>
                      </a:rPr>
                      <m:t>1</m:t>
                    </m:r>
                    <m:r>
                      <a:rPr lang="en-AU">
                        <a:latin typeface="Cambria Math" panose="02040503050406030204" pitchFamily="18" charset="0"/>
                      </a:rPr>
                      <m:t>.</m:t>
                    </m:r>
                    <m:r>
                      <a:rPr lang="en-AU"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lang="en-AU" dirty="0"/>
                  <a:t>, then </a:t>
                </a:r>
                <a14:m>
                  <m:oMath xmlns:m="http://schemas.openxmlformats.org/officeDocument/2006/math">
                    <m:r>
                      <a:rPr lang="en-AU">
                        <a:latin typeface="Cambria Math" panose="02040503050406030204" pitchFamily="18" charset="0"/>
                      </a:rPr>
                      <m:t>1</m:t>
                    </m:r>
                    <m:r>
                      <a:rPr lang="en-AU">
                        <a:latin typeface="Cambria Math" panose="02040503050406030204" pitchFamily="18" charset="0"/>
                      </a:rPr>
                      <m:t>.</m:t>
                    </m:r>
                    <m:r>
                      <a:rPr lang="en-AU">
                        <a:latin typeface="Cambria Math" panose="02040503050406030204" pitchFamily="18" charset="0"/>
                      </a:rPr>
                      <m:t>7</m:t>
                    </m:r>
                    <m:r>
                      <a:rPr lang="en-AU"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>
                        <a:latin typeface="Cambria Math" panose="02040503050406030204" pitchFamily="18" charset="0"/>
                      </a:rPr>
                      <m:t>0</m:t>
                    </m:r>
                    <m:r>
                      <a:rPr lang="en-AU">
                        <a:latin typeface="Cambria Math" panose="02040503050406030204" pitchFamily="18" charset="0"/>
                      </a:rPr>
                      <m:t>.</m:t>
                    </m:r>
                    <m:r>
                      <a:rPr lang="en-AU">
                        <a:latin typeface="Cambria Math" panose="02040503050406030204" pitchFamily="18" charset="0"/>
                      </a:rPr>
                      <m:t>5</m:t>
                    </m:r>
                    <m:r>
                      <a:rPr lang="en-AU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>
                        <a:latin typeface="Cambria Math" panose="02040503050406030204" pitchFamily="18" charset="0"/>
                      </a:rPr>
                      <m:t>2</m:t>
                    </m:r>
                    <m:r>
                      <a:rPr lang="en-AU">
                        <a:latin typeface="Cambria Math" panose="02040503050406030204" pitchFamily="18" charset="0"/>
                      </a:rPr>
                      <m:t>.</m:t>
                    </m:r>
                    <m:r>
                      <a:rPr lang="en-AU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AU" dirty="0"/>
              </a:p>
              <a:p>
                <a:r>
                  <a:rPr lang="en-AU" dirty="0"/>
                  <a:t>Fifth row:</a:t>
                </a:r>
                <a:br>
                  <a:rPr lang="en-AU" dirty="0"/>
                </a:br>
                <a14:m>
                  <m:oMath xmlns:m="http://schemas.openxmlformats.org/officeDocument/2006/math">
                    <m:r>
                      <a:rPr lang="en-AU">
                        <a:latin typeface="Cambria Math" panose="02040503050406030204" pitchFamily="18" charset="0"/>
                      </a:rPr>
                      <m:t>0</m:t>
                    </m:r>
                    <m:r>
                      <a:rPr lang="en-AU">
                        <a:latin typeface="Cambria Math" panose="02040503050406030204" pitchFamily="18" charset="0"/>
                      </a:rPr>
                      <m:t>.</m:t>
                    </m:r>
                    <m:r>
                      <a:rPr lang="en-AU">
                        <a:latin typeface="Cambria Math" panose="02040503050406030204" pitchFamily="18" charset="0"/>
                      </a:rPr>
                      <m:t>7</m:t>
                    </m:r>
                    <m:r>
                      <a:rPr lang="en-AU"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>
                        <a:latin typeface="Cambria Math" panose="02040503050406030204" pitchFamily="18" charset="0"/>
                      </a:rPr>
                      <m:t>0</m:t>
                    </m:r>
                    <m:r>
                      <a:rPr lang="en-AU">
                        <a:latin typeface="Cambria Math" panose="02040503050406030204" pitchFamily="18" charset="0"/>
                      </a:rPr>
                      <m:t>.</m:t>
                    </m:r>
                    <m:r>
                      <a:rPr lang="en-AU">
                        <a:latin typeface="Cambria Math" panose="02040503050406030204" pitchFamily="18" charset="0"/>
                      </a:rPr>
                      <m:t>1</m:t>
                    </m:r>
                    <m:r>
                      <a:rPr lang="en-AU"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>
                        <a:latin typeface="Cambria Math" panose="02040503050406030204" pitchFamily="18" charset="0"/>
                      </a:rPr>
                      <m:t>2</m:t>
                    </m:r>
                    <m:r>
                      <a:rPr lang="en-AU">
                        <a:latin typeface="Cambria Math" panose="02040503050406030204" pitchFamily="18" charset="0"/>
                      </a:rPr>
                      <m:t>.</m:t>
                    </m:r>
                    <m:r>
                      <a:rPr lang="en-AU">
                        <a:latin typeface="Cambria Math" panose="02040503050406030204" pitchFamily="18" charset="0"/>
                      </a:rPr>
                      <m:t>1</m:t>
                    </m:r>
                    <m:r>
                      <a:rPr lang="en-AU"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>
                        <a:latin typeface="Cambria Math" panose="02040503050406030204" pitchFamily="18" charset="0"/>
                      </a:rPr>
                      <m:t>0</m:t>
                    </m:r>
                    <m:r>
                      <a:rPr lang="en-AU">
                        <a:latin typeface="Cambria Math" panose="02040503050406030204" pitchFamily="18" charset="0"/>
                      </a:rPr>
                      <m:t>.</m:t>
                    </m:r>
                    <m:r>
                      <a:rPr lang="en-AU">
                        <a:latin typeface="Cambria Math" panose="02040503050406030204" pitchFamily="18" charset="0"/>
                      </a:rPr>
                      <m:t>6</m:t>
                    </m:r>
                    <m:r>
                      <a:rPr lang="en-AU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>
                        <a:latin typeface="Cambria Math" panose="02040503050406030204" pitchFamily="18" charset="0"/>
                      </a:rPr>
                      <m:t>3</m:t>
                    </m:r>
                    <m:r>
                      <a:rPr lang="en-AU">
                        <a:latin typeface="Cambria Math" panose="02040503050406030204" pitchFamily="18" charset="0"/>
                      </a:rPr>
                      <m:t>.</m:t>
                    </m:r>
                    <m:r>
                      <a:rPr lang="en-AU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AU" dirty="0"/>
                  <a:t>, then </a:t>
                </a:r>
                <a14:m>
                  <m:oMath xmlns:m="http://schemas.openxmlformats.org/officeDocument/2006/math">
                    <m:r>
                      <a:rPr lang="en-AU">
                        <a:latin typeface="Cambria Math" panose="02040503050406030204" pitchFamily="18" charset="0"/>
                      </a:rPr>
                      <m:t>3</m:t>
                    </m:r>
                    <m:r>
                      <a:rPr lang="en-AU">
                        <a:latin typeface="Cambria Math" panose="02040503050406030204" pitchFamily="18" charset="0"/>
                      </a:rPr>
                      <m:t>.</m:t>
                    </m:r>
                    <m:r>
                      <a:rPr lang="en-AU">
                        <a:latin typeface="Cambria Math" panose="02040503050406030204" pitchFamily="18" charset="0"/>
                      </a:rPr>
                      <m:t>5</m:t>
                    </m:r>
                    <m:r>
                      <a:rPr lang="en-AU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AU">
                        <a:latin typeface="Cambria Math" panose="02040503050406030204" pitchFamily="18" charset="0"/>
                      </a:rPr>
                      <m:t>0</m:t>
                    </m:r>
                    <m:r>
                      <a:rPr lang="en-AU">
                        <a:latin typeface="Cambria Math" panose="02040503050406030204" pitchFamily="18" charset="0"/>
                      </a:rPr>
                      <m:t>.</m:t>
                    </m:r>
                    <m:r>
                      <a:rPr lang="en-AU">
                        <a:latin typeface="Cambria Math" panose="02040503050406030204" pitchFamily="18" charset="0"/>
                      </a:rPr>
                      <m:t>2</m:t>
                    </m:r>
                    <m:r>
                      <a:rPr lang="en-AU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>
                        <a:latin typeface="Cambria Math" panose="02040503050406030204" pitchFamily="18" charset="0"/>
                      </a:rPr>
                      <m:t>3</m:t>
                    </m:r>
                    <m:r>
                      <a:rPr lang="en-AU">
                        <a:latin typeface="Cambria Math" panose="02040503050406030204" pitchFamily="18" charset="0"/>
                      </a:rPr>
                      <m:t>.</m:t>
                    </m:r>
                    <m:r>
                      <a:rPr lang="en-AU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lang="en-AU" dirty="0"/>
              </a:p>
              <a:p>
                <a:endParaRPr lang="en-AU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BABC042-C3AD-218D-328F-1618B6AE290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43000" y="1809138"/>
                <a:ext cx="9872871" cy="5486400"/>
              </a:xfrm>
              <a:blipFill>
                <a:blip r:embed="rId2"/>
                <a:stretch>
                  <a:fillRect t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9FD01446-F8EA-9E5E-8462-6AD60937CD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9507" y="4121232"/>
            <a:ext cx="1933845" cy="2343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52512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17358-19D4-EAAA-442B-91FBCE49B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1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90BE8F-17F7-8BC7-85CA-5AC0268906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Step 2: </a:t>
            </a:r>
            <a:r>
              <a:rPr lang="en-US" b="1" dirty="0" err="1"/>
              <a:t>ReLU</a:t>
            </a:r>
            <a:r>
              <a:rPr lang="en-US" b="1" dirty="0"/>
              <a:t> Activation</a:t>
            </a:r>
          </a:p>
          <a:p>
            <a:r>
              <a:rPr lang="en-US" dirty="0"/>
              <a:t>Apply </a:t>
            </a:r>
            <a:r>
              <a:rPr lang="en-US" dirty="0" err="1"/>
              <a:t>ReLU</a:t>
            </a:r>
            <a:r>
              <a:rPr lang="en-US" dirty="0"/>
              <a:t>:</a:t>
            </a:r>
          </a:p>
          <a:p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8CCEF3-AA08-D118-D9A0-C5C53FE533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3510" y="3269951"/>
            <a:ext cx="5191850" cy="2057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46976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00E81-F515-D17D-EE1B-9107C622C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1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2B1C3C4-CA8A-5CE7-2C85-78470FAB7A8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AU" b="1" dirty="0"/>
                  <a:t>Output Layer Calculation</a:t>
                </a:r>
              </a:p>
              <a:p>
                <a:r>
                  <a:rPr lang="en-AU" b="1" dirty="0"/>
                  <a:t>Step 1: Linear Transformation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𝐳</m:t>
                        </m:r>
                      </m:e>
                      <m:sup>
                        <m:d>
                          <m:dPr>
                            <m:begChr m:val="["/>
                            <m:endChr m:val="]"/>
                            <m:ctrlPr>
                              <a:rPr lang="ar-AE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e>
                        </m:d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p>
                        <m:d>
                          <m:dPr>
                            <m:begChr m:val="["/>
                            <m:endChr m:val="]"/>
                            <m:ctrlPr>
                              <a:rPr lang="ar-AE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e>
                        </m:d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⋅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  <m:sup>
                        <m:d>
                          <m:dPr>
                            <m:begChr m:val="["/>
                            <m:endChr m:val="]"/>
                            <m:ctrlPr>
                              <a:rPr lang="ar-AE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</m:d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𝐛</m:t>
                        </m:r>
                      </m:e>
                      <m:sup>
                        <m:d>
                          <m:dPr>
                            <m:begChr m:val="["/>
                            <m:endChr m:val="]"/>
                            <m:ctrlPr>
                              <a:rPr lang="ar-AE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e>
                        </m:d>
                      </m:sup>
                    </m:sSup>
                  </m:oMath>
                </a14:m>
                <a:endParaRPr lang="en-AU" dirty="0"/>
              </a:p>
              <a:p>
                <a:r>
                  <a:rPr lang="en-AU" dirty="0"/>
                  <a:t>First row:</a:t>
                </a:r>
              </a:p>
              <a:p>
                <a14:m>
                  <m:oMath xmlns:m="http://schemas.openxmlformats.org/officeDocument/2006/math">
                    <m:r>
                      <a:rPr lang="en-AU">
                        <a:latin typeface="Cambria Math" panose="02040503050406030204" pitchFamily="18" charset="0"/>
                      </a:rPr>
                      <m:t>1</m:t>
                    </m:r>
                    <m:r>
                      <a:rPr lang="en-AU">
                        <a:latin typeface="Cambria Math" panose="02040503050406030204" pitchFamily="18" charset="0"/>
                      </a:rPr>
                      <m:t>.</m:t>
                    </m:r>
                    <m:r>
                      <a:rPr lang="en-AU">
                        <a:latin typeface="Cambria Math" panose="02040503050406030204" pitchFamily="18" charset="0"/>
                      </a:rPr>
                      <m:t>0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9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5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3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3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9</m:t>
                    </m:r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8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44</m:t>
                    </m:r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99</m:t>
                    </m:r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6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25</m:t>
                    </m:r>
                    <m:r>
                      <a:rPr lang="ar-AE">
                        <a:latin typeface="Cambria Math" panose="02040503050406030204" pitchFamily="18" charset="0"/>
                      </a:rPr>
                      <m:t>, </m:t>
                    </m:r>
                    <m:r>
                      <a:rPr lang="ar-AE">
                        <a:latin typeface="Cambria Math" panose="02040503050406030204" pitchFamily="18" charset="0"/>
                      </a:rPr>
                      <m:t>6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25</m:t>
                    </m:r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05</m:t>
                    </m:r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6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lang="ar-AE" dirty="0"/>
              </a:p>
              <a:p>
                <a:r>
                  <a:rPr lang="en-AU" dirty="0"/>
                  <a:t>Second row:</a:t>
                </a:r>
              </a:p>
              <a:p>
                <a14:m>
                  <m:oMath xmlns:m="http://schemas.openxmlformats.org/officeDocument/2006/math">
                    <m:r>
                      <a:rPr lang="en-AU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AU">
                        <a:latin typeface="Cambria Math" panose="02040503050406030204" pitchFamily="18" charset="0"/>
                      </a:rPr>
                      <m:t>0</m:t>
                    </m:r>
                    <m:r>
                      <a:rPr lang="en-AU">
                        <a:latin typeface="Cambria Math" panose="02040503050406030204" pitchFamily="18" charset="0"/>
                      </a:rPr>
                      <m:t>.</m:t>
                    </m:r>
                    <m:r>
                      <a:rPr lang="en-AU">
                        <a:latin typeface="Cambria Math" panose="02040503050406030204" pitchFamily="18" charset="0"/>
                      </a:rPr>
                      <m:t>5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9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6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5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7</m:t>
                        </m:r>
                      </m:e>
                    </m:d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=−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95</m:t>
                    </m:r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r>
                      <a:rPr lang="ar-AE">
                        <a:latin typeface="Cambria Math" panose="02040503050406030204" pitchFamily="18" charset="0"/>
                      </a:rPr>
                      <m:t>4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32</m:t>
                    </m:r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>
                        <a:latin typeface="Cambria Math" panose="02040503050406030204" pitchFamily="18" charset="0"/>
                      </a:rPr>
                      <m:t>3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3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r>
                      <a:rPr lang="ar-AE">
                        <a:latin typeface="Cambria Math" panose="02040503050406030204" pitchFamily="18" charset="0"/>
                      </a:rPr>
                      <m:t>2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31</m:t>
                    </m:r>
                    <m:r>
                      <a:rPr lang="ar-AE">
                        <a:latin typeface="Cambria Math" panose="02040503050406030204" pitchFamily="18" charset="0"/>
                      </a:rPr>
                      <m:t>=−</m:t>
                    </m:r>
                    <m:r>
                      <a:rPr lang="ar-AE">
                        <a:latin typeface="Cambria Math" panose="02040503050406030204" pitchFamily="18" charset="0"/>
                      </a:rPr>
                      <m:t>5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28</m:t>
                    </m:r>
                    <m:r>
                      <a:rPr lang="ar-AE">
                        <a:latin typeface="Cambria Math" panose="02040503050406030204" pitchFamily="18" charset="0"/>
                      </a:rPr>
                      <m:t>, −</m:t>
                    </m:r>
                    <m:r>
                      <a:rPr lang="ar-AE">
                        <a:latin typeface="Cambria Math" panose="02040503050406030204" pitchFamily="18" charset="0"/>
                      </a:rPr>
                      <m:t>5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28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05</m:t>
                    </m:r>
                    <m:r>
                      <a:rPr lang="ar-AE">
                        <a:latin typeface="Cambria Math" panose="02040503050406030204" pitchFamily="18" charset="0"/>
                      </a:rPr>
                      <m:t>=−</m:t>
                    </m:r>
                    <m:r>
                      <a:rPr lang="ar-AE">
                        <a:latin typeface="Cambria Math" panose="02040503050406030204" pitchFamily="18" charset="0"/>
                      </a:rPr>
                      <m:t>5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33</m:t>
                    </m:r>
                  </m:oMath>
                </a14:m>
                <a:endParaRPr lang="ar-AE" dirty="0"/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2B1C3C4-CA8A-5CE7-2C85-78470FAB7A8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181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94EA126A-3D39-3858-4294-A367C0A467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5226" y="557233"/>
            <a:ext cx="6347285" cy="238592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F0115C2-808D-C904-CF4C-C2209E3954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6142" y="2884394"/>
            <a:ext cx="1718878" cy="885483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3ED8CC6-EC81-5652-5A39-36B892BFA3EB}"/>
              </a:ext>
            </a:extLst>
          </p:cNvPr>
          <p:cNvSpPr/>
          <p:nvPr/>
        </p:nvSpPr>
        <p:spPr>
          <a:xfrm>
            <a:off x="5574890" y="471946"/>
            <a:ext cx="6263148" cy="338641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3524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7A7E9-2E96-215F-09A0-BBF47A873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1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E02A3C5-C7B5-713B-1FC3-17296362BA0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en-AU" b="1" dirty="0"/>
                  <a:t>Step 2: </a:t>
                </a:r>
                <a:r>
                  <a:rPr lang="en-AU" b="1" dirty="0" err="1"/>
                  <a:t>Softmax</a:t>
                </a:r>
                <a:r>
                  <a:rPr lang="en-AU" b="1" dirty="0"/>
                  <a:t> Activation</a:t>
                </a:r>
              </a:p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AU" b="0"/>
                      <m:t>Softmax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𝐳</m:t>
                            </m:r>
                          </m:e>
                          <m:sup>
                            <m:d>
                              <m:dPr>
                                <m:begChr m:val="["/>
                                <m:endChr m:val="]"/>
                                <m:ctrlPr>
                                  <a:rPr lang="ar-AE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 b="1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e>
                            </m:d>
                          </m:sup>
                        </m:sSup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sup>
                        </m:sSup>
                      </m:num>
                      <m:den>
                        <m:nary>
                          <m:naryPr>
                            <m:chr m:val="∑"/>
                            <m:grow m:val="on"/>
                            <m:supHide m:val="on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/>
                          <m:e>
                            <m:sSup>
                              <m:sSup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sSub>
                                  <m:sSub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sup>
                            </m:sSup>
                          </m:e>
                        </m:nary>
                      </m:den>
                    </m:f>
                  </m:oMath>
                </a14:m>
                <a:endParaRPr lang="ar-AE" b="0" dirty="0"/>
              </a:p>
              <a:p>
                <a:r>
                  <a:rPr lang="en-AU" dirty="0"/>
                  <a:t>Compute exponentials (subtract max for numerical stability):</a:t>
                </a:r>
              </a:p>
              <a:p>
                <a:r>
                  <a:rPr lang="en-AU" dirty="0"/>
                  <a:t>Let’s shift by max value (6.3):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𝐳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63</m:t>
                              </m:r>
                            </m:e>
                          </m:mr>
                        </m:m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⇒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𝐳</m:t>
                            </m:r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sSup>
                                <m:sSup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.</m:t>
                                  </m:r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63</m:t>
                                  </m:r>
                                </m:sup>
                              </m:sSup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≈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p>
                                <m:sSup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sup>
                              </m:sSup>
                            </m:e>
                          </m:mr>
                        </m:m>
                      </m:e>
                    </m:d>
                  </m:oMath>
                </a14:m>
                <a:endParaRPr lang="ar-AE" b="0" dirty="0"/>
              </a:p>
              <a:p>
                <a:r>
                  <a:rPr lang="en-AU" dirty="0"/>
                  <a:t>Sum: </a:t>
                </a:r>
                <a14:m>
                  <m:oMath xmlns:m="http://schemas.openxmlformats.org/officeDocument/2006/math">
                    <m:r>
                      <a:rPr lang="en-AU">
                        <a:latin typeface="Cambria Math" panose="02040503050406030204" pitchFamily="18" charset="0"/>
                      </a:rPr>
                      <m:t>1</m:t>
                    </m:r>
                    <m:r>
                      <a:rPr lang="en-AU"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>
                        <a:latin typeface="Cambria Math" panose="02040503050406030204" pitchFamily="18" charset="0"/>
                      </a:rPr>
                      <m:t>8</m:t>
                    </m:r>
                    <m:r>
                      <a:rPr lang="en-AU">
                        <a:latin typeface="Cambria Math" panose="02040503050406030204" pitchFamily="18" charset="0"/>
                      </a:rPr>
                      <m:t>.</m:t>
                    </m:r>
                    <m:r>
                      <a:rPr lang="en-AU">
                        <a:latin typeface="Cambria Math" panose="02040503050406030204" pitchFamily="18" charset="0"/>
                      </a:rPr>
                      <m:t>9</m:t>
                    </m:r>
                    <m:r>
                      <a:rPr lang="en-AU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≈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0000089</m:t>
                    </m:r>
                  </m:oMath>
                </a14:m>
                <a:endParaRPr lang="ar-AE" dirty="0"/>
              </a:p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AU" b="0"/>
                      <m:t>Softmax</m:t>
                    </m:r>
                    <m:r>
                      <m:rPr>
                        <m:nor/>
                      </m:rPr>
                      <a:rPr lang="en-AU" b="0" i="1"/>
                      <m:t> </m:t>
                    </m:r>
                    <m:r>
                      <m:rPr>
                        <m:nor/>
                      </m:rPr>
                      <a:rPr lang="en-AU" b="0" i="1"/>
                      <m:t>Output</m:t>
                    </m:r>
                    <m:r>
                      <a:rPr lang="en-AU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.</m:t>
                                  </m:r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0000089</m:t>
                                  </m:r>
                                </m:den>
                              </m:f>
                            </m:e>
                          </m:mr>
                          <m:mr>
                            <m:e>
                              <m:f>
                                <m:f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8</m:t>
                                  </m:r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.</m:t>
                                  </m:r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9</m:t>
                                  </m:r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×</m:t>
                                  </m:r>
                                  <m:sSup>
                                    <m:sSupPr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ar-AE">
                                          <a:latin typeface="Cambria Math" panose="02040503050406030204" pitchFamily="18" charset="0"/>
                                        </a:rPr>
                                        <m:t>10</m:t>
                                      </m:r>
                                    </m:e>
                                    <m:sup>
                                      <m:r>
                                        <a:rPr lang="ar-AE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ar-AE">
                                          <a:latin typeface="Cambria Math" panose="02040503050406030204" pitchFamily="18" charset="0"/>
                                        </a:rPr>
                                        <m:t>6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.</m:t>
                                  </m:r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0000089</m:t>
                                  </m:r>
                                </m:den>
                              </m:f>
                            </m:e>
                          </m:mr>
                        </m:m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≈</m:t>
                    </m:r>
                    <m:d>
                      <m:dPr>
                        <m:begChr m:val="["/>
                        <m:endChr m:val="]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9999911</m:t>
                              </m:r>
                            </m:e>
                          </m:mr>
                          <m:m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0000089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ar-AE" b="0" dirty="0"/>
              </a:p>
              <a:p>
                <a:endParaRPr lang="en-AU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E02A3C5-C7B5-713B-1FC3-17296362BA0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30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935267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2E73D-6711-4888-FB3C-02CDB65E14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1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71E777B-AB18-B43C-E2BC-065CA43B39D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AU" b="1" dirty="0"/>
                  <a:t>Output of the Network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  <m:sup>
                        <m:d>
                          <m:dPr>
                            <m:begChr m:val="["/>
                            <m:endChr m:val="]"/>
                            <m:ctrlPr>
                              <a:rPr lang="ar-AE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e>
                        </m:d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9999911</m:t>
                              </m:r>
                            </m:e>
                          </m:mr>
                          <m:m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0000089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ar-AE" b="0" dirty="0"/>
              </a:p>
              <a:p>
                <a:r>
                  <a:rPr lang="en-US"/>
                  <a:t>This means the network is highly confident in class 1 (assuming class indices start from 1).</a:t>
                </a:r>
              </a:p>
              <a:p>
                <a:endParaRPr lang="en-AU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71E777B-AB18-B43C-E2BC-065CA43B39D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181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494522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2D02F-1BDF-5683-84CE-F8FAD501F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56D6F6-24F1-523B-4E55-DC8566EAD9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4 inputs with embedding size 3</a:t>
            </a:r>
          </a:p>
          <a:p>
            <a:r>
              <a:rPr lang="en-US" dirty="0"/>
              <a:t>1 hidden layer with 5 neurons and </a:t>
            </a:r>
            <a:r>
              <a:rPr lang="en-US" i="1" dirty="0" err="1"/>
              <a:t>ReLU</a:t>
            </a:r>
            <a:r>
              <a:rPr lang="en-US" dirty="0"/>
              <a:t> activation function</a:t>
            </a:r>
          </a:p>
          <a:p>
            <a:r>
              <a:rPr lang="en-US" dirty="0"/>
              <a:t>Output layer with 2 neurons with </a:t>
            </a:r>
            <a:r>
              <a:rPr lang="en-US" i="1" dirty="0" err="1"/>
              <a:t>softmax</a:t>
            </a:r>
            <a:r>
              <a:rPr lang="en-US" dirty="0"/>
              <a:t> activation function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21420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AED16-719E-089C-3719-9BD1CE968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Example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5EDAB6-89AD-E62A-6375-B8EED205A03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AU" b="1" dirty="0"/>
                  <a:t>Input matrix (before flattening):</a:t>
                </a:r>
              </a:p>
              <a:p>
                <a14:m>
                  <m:oMath xmlns:m="http://schemas.openxmlformats.org/officeDocument/2006/math">
                    <m:r>
                      <a:rPr lang="en-AU" b="1">
                        <a:latin typeface="Cambria Math" panose="02040503050406030204" pitchFamily="18" charset="0"/>
                      </a:rPr>
                      <m:t>𝐗</m:t>
                    </m:r>
                    <m:r>
                      <a:rPr lang="en-AU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</m:mr>
                          <m:m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e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e>
                          </m:mr>
                          <m:m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ar-AE" b="0" dirty="0"/>
              </a:p>
              <a:p>
                <a:r>
                  <a:rPr lang="en-AU" b="1" dirty="0"/>
                  <a:t>Flattened input vector </a:t>
                </a:r>
                <a14:m>
                  <m:oMath xmlns:m="http://schemas.openxmlformats.org/officeDocument/2006/math">
                    <m:r>
                      <a:rPr lang="en-AU" b="1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AU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</m:oMath>
                </a14:m>
                <a:r>
                  <a:rPr lang="ar-AE" b="1" dirty="0"/>
                  <a:t>:</a:t>
                </a:r>
              </a:p>
              <a:p>
                <a14:m>
                  <m:oMath xmlns:m="http://schemas.openxmlformats.org/officeDocument/2006/math">
                    <m:r>
                      <a:rPr lang="ar-AE" b="1">
                        <a:latin typeface="Cambria Math" panose="02040503050406030204" pitchFamily="18" charset="0"/>
                      </a:rPr>
                      <m:t>𝐱</m:t>
                    </m:r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2"/>
                                  <m:mcJc m:val="center"/>
                                </m:mcPr>
                              </m:mc>
                            </m:mcs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e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e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ar-AE" b="0" dirty="0"/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5EDAB6-89AD-E62A-6375-B8EED205A03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181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443888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B7040-74CA-7759-BE0A-E0F497BE4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Example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76BF66B-FB1C-3665-C42D-E7601AF91D4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AU" b="1" dirty="0"/>
                  <a:t>Hidden Layer</a:t>
                </a:r>
              </a:p>
              <a:p>
                <a:r>
                  <a:rPr lang="en-AU" b="1" dirty="0"/>
                  <a:t>Weight matrix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p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</m:oMath>
                </a14:m>
                <a:r>
                  <a:rPr lang="ar-AE" b="1" dirty="0"/>
                  <a:t>: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p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2"/>
                                  <m:mcJc m:val="center"/>
                                </m:mcPr>
                              </m:mc>
                            </m:mcs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ar-AE" dirty="0"/>
              </a:p>
              <a:p>
                <a:r>
                  <a:rPr lang="en-AU" b="1" dirty="0"/>
                  <a:t>Bias vector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lang="ar-AE" b="1" dirty="0"/>
                  <a:t>: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5"/>
                                  <m:mcJc m:val="center"/>
                                </m:mcPr>
                              </m:mc>
                            </m:mcs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ar-AE" dirty="0"/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76BF66B-FB1C-3665-C42D-E7601AF91D4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181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494566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A3B52-4744-1D1E-FBF4-746C91F662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Example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4849A5-82EE-08C7-94E3-A654A3CF16F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AU" b="1" dirty="0"/>
                  <a:t>Linear transformation at hidden layer</a:t>
                </a:r>
              </a:p>
              <a:p>
                <a:r>
                  <a:rPr lang="en-AU" dirty="0"/>
                  <a:t>We compute: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𝐳</m:t>
                        </m:r>
                      </m:e>
                      <m:sup>
                        <m:d>
                          <m:dPr>
                            <m:ctrlPr>
                              <a:rPr lang="ar-AE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p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⋅</m:t>
                    </m:r>
                    <m:r>
                      <a:rPr lang="ar-AE" b="1">
                        <a:latin typeface="Cambria Math" panose="02040503050406030204" pitchFamily="18" charset="0"/>
                      </a:rPr>
                      <m:t>𝐱</m:t>
                    </m:r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sup>
                    </m:sSup>
                  </m:oMath>
                </a14:m>
                <a:endParaRPr lang="ar-AE" b="0" dirty="0"/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4849A5-82EE-08C7-94E3-A654A3CF16F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181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573982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FED43A-F86D-95CC-1C5F-7A52D168C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Example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5CC1B90-8C69-3EBB-EBEC-CC3E410504E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AU" b="1" dirty="0"/>
                  <a:t>Matrix multiplication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p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⋅</m:t>
                    </m:r>
                    <m:r>
                      <a:rPr lang="ar-AE" b="1">
                        <a:latin typeface="Cambria Math" panose="02040503050406030204" pitchFamily="18" charset="0"/>
                      </a:rPr>
                      <m:t>𝐱</m:t>
                    </m:r>
                  </m:oMath>
                </a14:m>
                <a:r>
                  <a:rPr lang="ar-AE" b="1" dirty="0"/>
                  <a:t>:</a:t>
                </a:r>
                <a:r>
                  <a:rPr lang="en-AU" b="1" dirty="0"/>
                  <a:t> + b</a:t>
                </a:r>
                <a:endParaRPr lang="ar-AE" b="1" dirty="0"/>
              </a:p>
              <a:p>
                <a14:m>
                  <m:oMath xmlns:m="http://schemas.openxmlformats.org/officeDocument/2006/math">
                    <m:m>
                      <m:mPr>
                        <m:plcHide m:val="on"/>
                        <m:mcs>
                          <m:mc>
                            <m:mcPr>
                              <m:count m:val="2"/>
                              <m:mcJc m:val="center"/>
                            </m:mcPr>
                          </m:mc>
                        </m:mcs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>
                          <m:sSup>
                            <m:sSupPr>
                              <m:ctrlPr>
                                <a:rPr lang="ar-AE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b="1">
                                  <a:latin typeface="Cambria Math" panose="02040503050406030204" pitchFamily="18" charset="0"/>
                                </a:rPr>
                                <m:t>𝐳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ar-AE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</m:sup>
                          </m:sSup>
                        </m:e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1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e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e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e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e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</m:m>
                            </m:e>
                          </m:d>
                          <m:r>
                            <a:rPr lang="ar-AE">
                              <a:latin typeface="Cambria Math" panose="02040503050406030204" pitchFamily="18" charset="0"/>
                            </a:rPr>
                            <m:t>⋅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9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</m:mr>
                    </m:m>
                    <m:r>
                      <a:rPr lang="en-AU" b="1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AU" b="1" dirty="0"/>
                  <a:t>+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ar-AE" b="1" dirty="0"/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5CC1B90-8C69-3EBB-EBEC-CC3E410504E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226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945074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A87CF-B516-08D2-0D9E-6BF65967F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Example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B45CE7D-E937-81E2-3CBD-46363544961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Compute each row (dot product with input vector):</a:t>
                </a:r>
              </a:p>
              <a:p>
                <a:r>
                  <a:rPr lang="en-AU" b="1" dirty="0"/>
                  <a:t>Row 1:</a:t>
                </a:r>
                <a:endParaRPr lang="en-AU" dirty="0"/>
              </a:p>
              <a:p>
                <a14:m>
                  <m:oMath xmlns:m="http://schemas.openxmlformats.org/officeDocument/2006/math"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7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8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9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r>
                      <a:rPr lang="ar-AE">
                        <a:latin typeface="Cambria Math" panose="02040503050406030204" pitchFamily="18" charset="0"/>
                      </a:rPr>
                      <m:t>3</m:t>
                    </m:r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>
                        <a:latin typeface="Cambria Math" panose="02040503050406030204" pitchFamily="18" charset="0"/>
                      </a:rPr>
                      <m:t>4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r>
                      <a:rPr lang="ar-AE">
                        <a:latin typeface="Cambria Math" panose="02040503050406030204" pitchFamily="18" charset="0"/>
                      </a:rPr>
                      <m:t>6</m:t>
                    </m:r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>
                        <a:latin typeface="Cambria Math" panose="02040503050406030204" pitchFamily="18" charset="0"/>
                      </a:rPr>
                      <m:t>7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r>
                      <a:rPr lang="ar-AE">
                        <a:latin typeface="Cambria Math" panose="02040503050406030204" pitchFamily="18" charset="0"/>
                      </a:rPr>
                      <m:t>9</m:t>
                    </m:r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</m:t>
                    </m:r>
                    <m:r>
                      <a:rPr lang="ar-AE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AU" b="0" i="0" smtClean="0"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endParaRPr lang="ar-AE" dirty="0"/>
              </a:p>
              <a:p>
                <a:r>
                  <a:rPr lang="en-AU" dirty="0"/>
                  <a:t>Add bias: </a:t>
                </a:r>
                <a14:m>
                  <m:oMath xmlns:m="http://schemas.openxmlformats.org/officeDocument/2006/math">
                    <m:r>
                      <a:rPr lang="en-AU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AU">
                        <a:latin typeface="Cambria Math" panose="02040503050406030204" pitchFamily="18" charset="0"/>
                      </a:rPr>
                      <m:t>6</m:t>
                    </m:r>
                    <m:r>
                      <a:rPr lang="en-AU"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>
                        <a:latin typeface="Cambria Math" panose="02040503050406030204" pitchFamily="18" charset="0"/>
                      </a:rPr>
                      <m:t>0</m:t>
                    </m:r>
                    <m:r>
                      <a:rPr lang="en-AU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AU" b="0" i="0" smtClean="0"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endParaRPr lang="ar-AE" dirty="0"/>
              </a:p>
              <a:p>
                <a:r>
                  <a:rPr lang="en-AU" b="1" dirty="0"/>
                  <a:t>Row 2:</a:t>
                </a:r>
                <a:endParaRPr lang="en-AU" dirty="0"/>
              </a:p>
              <a:p>
                <a14:m>
                  <m:oMath xmlns:m="http://schemas.openxmlformats.org/officeDocument/2006/math"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7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8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9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2</m:t>
                    </m:r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>
                        <a:latin typeface="Cambria Math" panose="02040503050406030204" pitchFamily="18" charset="0"/>
                      </a:rPr>
                      <m:t>3</m:t>
                    </m:r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>
                        <a:latin typeface="Cambria Math" panose="02040503050406030204" pitchFamily="18" charset="0"/>
                      </a:rPr>
                      <m:t>5</m:t>
                    </m:r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>
                        <a:latin typeface="Cambria Math" panose="02040503050406030204" pitchFamily="18" charset="0"/>
                      </a:rPr>
                      <m:t>6</m:t>
                    </m:r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>
                        <a:latin typeface="Cambria Math" panose="02040503050406030204" pitchFamily="18" charset="0"/>
                      </a:rPr>
                      <m:t>8</m:t>
                    </m:r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>
                        <a:latin typeface="Cambria Math" panose="02040503050406030204" pitchFamily="18" charset="0"/>
                      </a:rPr>
                      <m:t>9</m:t>
                    </m:r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</m:t>
                    </m:r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b="0" i="0" smtClean="0">
                        <a:latin typeface="Cambria Math" panose="02040503050406030204" pitchFamily="18" charset="0"/>
                      </a:rPr>
                      <m:t>34</m:t>
                    </m:r>
                  </m:oMath>
                </a14:m>
                <a:endParaRPr lang="ar-AE" dirty="0"/>
              </a:p>
              <a:p>
                <a:r>
                  <a:rPr lang="en-AU" dirty="0"/>
                  <a:t>Add bias: </a:t>
                </a:r>
                <a14:m>
                  <m:oMath xmlns:m="http://schemas.openxmlformats.org/officeDocument/2006/math">
                    <m:r>
                      <a:rPr lang="en-AU">
                        <a:latin typeface="Cambria Math" panose="02040503050406030204" pitchFamily="18" charset="0"/>
                      </a:rPr>
                      <m:t>34</m:t>
                    </m:r>
                    <m:r>
                      <a:rPr lang="en-AU"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>
                        <a:latin typeface="Cambria Math" panose="02040503050406030204" pitchFamily="18" charset="0"/>
                      </a:rPr>
                      <m:t>1</m:t>
                    </m:r>
                    <m:r>
                      <a:rPr lang="en-AU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b="0" i="0" smtClean="0">
                        <a:latin typeface="Cambria Math" panose="02040503050406030204" pitchFamily="18" charset="0"/>
                      </a:rPr>
                      <m:t>35</m:t>
                    </m:r>
                  </m:oMath>
                </a14:m>
                <a:endParaRPr lang="ar-AE" dirty="0"/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B45CE7D-E937-81E2-3CBD-46363544961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181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018573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3D2BB-827F-3462-1879-756481624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Example 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8B12F5-1F94-897D-0130-FD710E5FF5D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AU" b="1" dirty="0"/>
                  <a:t>Row 3:</a:t>
                </a:r>
                <a:endParaRPr lang="en-AU" dirty="0"/>
              </a:p>
              <a:p>
                <a:r>
                  <a:rPr lang="en-AU" dirty="0"/>
                  <a:t>All weights are 1:</a:t>
                </a:r>
              </a:p>
              <a:p>
                <a14:m>
                  <m:oMath xmlns:m="http://schemas.openxmlformats.org/officeDocument/2006/math">
                    <m:r>
                      <a:rPr lang="en-AU">
                        <a:latin typeface="Cambria Math" panose="02040503050406030204" pitchFamily="18" charset="0"/>
                      </a:rPr>
                      <m:t>1</m:t>
                    </m:r>
                    <m:r>
                      <a:rPr lang="en-AU"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>
                        <a:latin typeface="Cambria Math" panose="02040503050406030204" pitchFamily="18" charset="0"/>
                      </a:rPr>
                      <m:t>2</m:t>
                    </m:r>
                    <m:r>
                      <a:rPr lang="en-AU"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>
                        <a:latin typeface="Cambria Math" panose="02040503050406030204" pitchFamily="18" charset="0"/>
                      </a:rPr>
                      <m:t>3</m:t>
                    </m:r>
                    <m:r>
                      <a:rPr lang="en-AU"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>
                        <a:latin typeface="Cambria Math" panose="02040503050406030204" pitchFamily="18" charset="0"/>
                      </a:rPr>
                      <m:t>4</m:t>
                    </m:r>
                    <m:r>
                      <a:rPr lang="en-AU"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>
                        <a:latin typeface="Cambria Math" panose="02040503050406030204" pitchFamily="18" charset="0"/>
                      </a:rPr>
                      <m:t>5</m:t>
                    </m:r>
                    <m:r>
                      <a:rPr lang="en-AU"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>
                        <a:latin typeface="Cambria Math" panose="02040503050406030204" pitchFamily="18" charset="0"/>
                      </a:rPr>
                      <m:t>6</m:t>
                    </m:r>
                    <m:r>
                      <a:rPr lang="en-AU"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>
                        <a:latin typeface="Cambria Math" panose="02040503050406030204" pitchFamily="18" charset="0"/>
                      </a:rPr>
                      <m:t>7</m:t>
                    </m:r>
                    <m:r>
                      <a:rPr lang="en-AU"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>
                        <a:latin typeface="Cambria Math" panose="02040503050406030204" pitchFamily="18" charset="0"/>
                      </a:rPr>
                      <m:t>8</m:t>
                    </m:r>
                    <m:r>
                      <a:rPr lang="en-AU"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>
                        <a:latin typeface="Cambria Math" panose="02040503050406030204" pitchFamily="18" charset="0"/>
                      </a:rPr>
                      <m:t>9</m:t>
                    </m:r>
                    <m:r>
                      <a:rPr lang="en-AU"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>
                        <a:latin typeface="Cambria Math" panose="02040503050406030204" pitchFamily="18" charset="0"/>
                      </a:rPr>
                      <m:t>1</m:t>
                    </m:r>
                    <m:r>
                      <a:rPr lang="en-AU"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>
                        <a:latin typeface="Cambria Math" panose="02040503050406030204" pitchFamily="18" charset="0"/>
                      </a:rPr>
                      <m:t>0</m:t>
                    </m:r>
                    <m:r>
                      <a:rPr lang="en-AU"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>
                        <a:latin typeface="Cambria Math" panose="02040503050406030204" pitchFamily="18" charset="0"/>
                      </a:rPr>
                      <m:t>1</m:t>
                    </m:r>
                    <m:r>
                      <a:rPr lang="en-AU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47</m:t>
                    </m:r>
                  </m:oMath>
                </a14:m>
                <a:endParaRPr lang="ar-AE" dirty="0"/>
              </a:p>
              <a:p>
                <a:r>
                  <a:rPr lang="en-AU" dirty="0"/>
                  <a:t>Add bias: </a:t>
                </a:r>
                <a14:m>
                  <m:oMath xmlns:m="http://schemas.openxmlformats.org/officeDocument/2006/math">
                    <m:r>
                      <a:rPr lang="en-AU">
                        <a:latin typeface="Cambria Math" panose="02040503050406030204" pitchFamily="18" charset="0"/>
                      </a:rPr>
                      <m:t>57</m:t>
                    </m:r>
                    <m:r>
                      <a:rPr lang="en-AU"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>
                        <a:latin typeface="Cambria Math" panose="02040503050406030204" pitchFamily="18" charset="0"/>
                      </a:rPr>
                      <m:t>0</m:t>
                    </m:r>
                    <m:r>
                      <a:rPr lang="en-AU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47</m:t>
                    </m:r>
                  </m:oMath>
                </a14:m>
                <a:endParaRPr lang="ar-AE" dirty="0"/>
              </a:p>
              <a:p>
                <a:r>
                  <a:rPr lang="en-AU" b="1" dirty="0"/>
                  <a:t>Row 4:</a:t>
                </a:r>
                <a:endParaRPr lang="en-AU" dirty="0"/>
              </a:p>
              <a:p>
                <a14:m>
                  <m:oMath xmlns:m="http://schemas.openxmlformats.org/officeDocument/2006/math"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7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8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9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brk/>
                      </m:rP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2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r>
                      <a:rPr lang="ar-AE">
                        <a:latin typeface="Cambria Math" panose="02040503050406030204" pitchFamily="18" charset="0"/>
                      </a:rPr>
                      <m:t>2</m:t>
                    </m:r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>
                        <a:latin typeface="Cambria Math" panose="02040503050406030204" pitchFamily="18" charset="0"/>
                      </a:rPr>
                      <m:t>8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r>
                      <a:rPr lang="ar-AE">
                        <a:latin typeface="Cambria Math" panose="02040503050406030204" pitchFamily="18" charset="0"/>
                      </a:rPr>
                      <m:t>5</m:t>
                    </m:r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14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r>
                      <a:rPr lang="ar-AE">
                        <a:latin typeface="Cambria Math" panose="02040503050406030204" pitchFamily="18" charset="0"/>
                      </a:rPr>
                      <m:t>8</m:t>
                    </m:r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>
                        <a:latin typeface="Cambria Math" panose="02040503050406030204" pitchFamily="18" charset="0"/>
                      </a:rPr>
                      <m:t>2</m:t>
                    </m:r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endParaRPr lang="ar-AE" dirty="0"/>
              </a:p>
              <a:p>
                <a:r>
                  <a:rPr lang="en-AU" dirty="0"/>
                  <a:t>Add bias: </a:t>
                </a:r>
                <a14:m>
                  <m:oMath xmlns:m="http://schemas.openxmlformats.org/officeDocument/2006/math">
                    <m:r>
                      <a:rPr lang="en-AU">
                        <a:latin typeface="Cambria Math" panose="02040503050406030204" pitchFamily="18" charset="0"/>
                      </a:rPr>
                      <m:t>11</m:t>
                    </m:r>
                    <m:r>
                      <a:rPr lang="en-AU"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>
                        <a:latin typeface="Cambria Math" panose="02040503050406030204" pitchFamily="18" charset="0"/>
                      </a:rPr>
                      <m:t>2</m:t>
                    </m:r>
                    <m:r>
                      <a:rPr lang="en-AU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endParaRPr lang="ar-AE" dirty="0"/>
              </a:p>
              <a:p>
                <a:endParaRPr lang="en-AU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8B12F5-1F94-897D-0130-FD710E5FF5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18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462147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3C6185-E89C-32F9-5F25-93A1035060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Example 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9D3A82F-C210-CE16-36C5-BCDCBFAE793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r>
                  <a:rPr lang="en-AU" b="1" dirty="0"/>
                  <a:t>Row 5:</a:t>
                </a:r>
                <a:endParaRPr lang="en-AU" dirty="0"/>
              </a:p>
              <a:p>
                <a14:m>
                  <m:oMath xmlns:m="http://schemas.openxmlformats.org/officeDocument/2006/math"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7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8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9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3</m:t>
                    </m:r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>
                        <a:latin typeface="Cambria Math" panose="02040503050406030204" pitchFamily="18" charset="0"/>
                      </a:rPr>
                      <m:t>6</m:t>
                    </m:r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>
                        <a:latin typeface="Cambria Math" panose="02040503050406030204" pitchFamily="18" charset="0"/>
                      </a:rPr>
                      <m:t>9</m:t>
                    </m:r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</m:t>
                    </m:r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19</m:t>
                    </m:r>
                  </m:oMath>
                </a14:m>
                <a:endParaRPr lang="ar-AE" dirty="0"/>
              </a:p>
              <a:p>
                <a:r>
                  <a:rPr lang="en-AU" dirty="0"/>
                  <a:t>Add bias: </a:t>
                </a:r>
                <a14:m>
                  <m:oMath xmlns:m="http://schemas.openxmlformats.org/officeDocument/2006/math">
                    <m:r>
                      <a:rPr lang="en-AU">
                        <a:latin typeface="Cambria Math" panose="02040503050406030204" pitchFamily="18" charset="0"/>
                      </a:rPr>
                      <m:t>19</m:t>
                    </m:r>
                    <m:r>
                      <a:rPr lang="en-AU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AU">
                        <a:latin typeface="Cambria Math" panose="02040503050406030204" pitchFamily="18" charset="0"/>
                      </a:rPr>
                      <m:t>1</m:t>
                    </m:r>
                    <m:r>
                      <a:rPr lang="en-AU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endParaRPr lang="ar-AE" dirty="0"/>
              </a:p>
              <a:p>
                <a:endParaRPr lang="en-AU" b="1" dirty="0"/>
              </a:p>
              <a:p>
                <a:r>
                  <a:rPr lang="en-AU" b="1" dirty="0"/>
                  <a:t>Linear output vector before activation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𝐳</m:t>
                        </m:r>
                      </m:e>
                      <m:sup>
                        <m:d>
                          <m:dPr>
                            <m:ctrlPr>
                              <a:rPr lang="ar-AE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sup>
                    </m:sSup>
                  </m:oMath>
                </a14:m>
                <a:r>
                  <a:rPr lang="ar-AE" b="1" dirty="0"/>
                  <a:t>: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𝐳</m:t>
                        </m:r>
                      </m:e>
                      <m:sup>
                        <m:d>
                          <m:dPr>
                            <m:ctrlPr>
                              <a:rPr lang="ar-AE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35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47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13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18</m:t>
                            </m:r>
                          </m:e>
                        </m:eqArr>
                      </m:e>
                    </m:d>
                  </m:oMath>
                </a14:m>
                <a:endParaRPr lang="ar-AE" b="0" dirty="0"/>
              </a:p>
              <a:p>
                <a:endParaRPr lang="en-AU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9D3A82F-C210-CE16-36C5-BCDCBFAE793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16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393408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0022D-473D-E98E-409A-0C9FF67AE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Example 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603954-34EC-31D8-CD11-1E10634DAA1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AU" b="1" dirty="0"/>
                  <a:t>Apply </a:t>
                </a:r>
                <a:r>
                  <a:rPr lang="en-AU" b="1" dirty="0" err="1"/>
                  <a:t>ReLU</a:t>
                </a:r>
                <a:r>
                  <a:rPr lang="en-AU" b="1" dirty="0"/>
                  <a:t> activation</a:t>
                </a:r>
              </a:p>
              <a:p>
                <a:r>
                  <a:rPr lang="pl-PL" dirty="0"/>
                  <a:t>a(1)=ReLU(z(1))=max(0,z(1))</a:t>
                </a:r>
                <a:endParaRPr lang="en-AU" b="1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  <m:sup>
                        <m:d>
                          <m:dPr>
                            <m:ctrlPr>
                              <a:rPr lang="ar-AE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35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47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13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18</m:t>
                            </m:r>
                          </m:e>
                        </m:eqArr>
                      </m:e>
                    </m:d>
                  </m:oMath>
                </a14:m>
                <a:endParaRPr lang="ar-AE" b="0" dirty="0"/>
              </a:p>
              <a:p>
                <a:endParaRPr lang="en-AU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603954-34EC-31D8-CD11-1E10634DAA1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18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574921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57208-B3D7-3B97-D6B3-41692E104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Example 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73ECA7F-3643-F254-FA0E-98FE99EC9EA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AU" b="1" dirty="0"/>
                  <a:t>Output Layer</a:t>
                </a:r>
              </a:p>
              <a:p>
                <a:r>
                  <a:rPr lang="en-AU" b="1" dirty="0"/>
                  <a:t>Weight matrix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p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lang="ar-AE" b="1" dirty="0"/>
                  <a:t>: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p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5"/>
                                  <m:mcJc m:val="center"/>
                                </m:mcPr>
                              </m:mc>
                            </m:mcs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ar-AE" dirty="0"/>
              </a:p>
              <a:p>
                <a:r>
                  <a:rPr lang="en-AU" b="1" dirty="0"/>
                  <a:t>Bias vector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ar-AE" b="1" dirty="0"/>
                  <a:t>: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eqArr>
                      </m:e>
                    </m:d>
                  </m:oMath>
                </a14:m>
                <a:endParaRPr lang="ar-AE" dirty="0"/>
              </a:p>
              <a:p>
                <a:endParaRPr lang="en-AU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73ECA7F-3643-F254-FA0E-98FE99EC9EA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18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81918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B01AE-8F4E-1D00-2F2D-BB7BC1FBB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Example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7F8F66C-9740-058F-BDCF-648DC36C0FF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AU" b="1" dirty="0"/>
                  <a:t>Linear transformation at output layer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𝐳</m:t>
                        </m:r>
                      </m:e>
                      <m:sup>
                        <m:d>
                          <m:dPr>
                            <m:ctrlPr>
                              <a:rPr lang="ar-AE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p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⋅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  <m:sup>
                        <m:d>
                          <m:dPr>
                            <m:ctrlPr>
                              <a:rPr lang="ar-AE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sup>
                    </m:sSup>
                  </m:oMath>
                </a14:m>
                <a:endParaRPr lang="ar-AE" b="0" dirty="0"/>
              </a:p>
              <a:p>
                <a:r>
                  <a:rPr lang="en-AU" dirty="0"/>
                  <a:t>Perform matrix multiplication: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𝐳</m:t>
                        </m:r>
                      </m:e>
                      <m:sup>
                        <m:d>
                          <m:dPr>
                            <m:ctrlPr>
                              <a:rPr lang="ar-AE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5"/>
                                  <m:mcJc m:val="center"/>
                                </m:mcPr>
                              </m:mc>
                            </m:mcs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begChr m:val="["/>
                        <m:endChr m:val="]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35</m:t>
                              </m:r>
                            </m:e>
                          </m:mr>
                          <m:mr>
                            <m:e>
                              <m:r>
                                <a:rPr lang="en-AU" b="0" i="0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e>
                          </m:mr>
                          <m:m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13</m:t>
                              </m:r>
                            </m:e>
                          </m:mr>
                          <m:m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18</m:t>
                              </m:r>
                            </m:e>
                          </m:mr>
                        </m:m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["/>
                        <m:endChr m:val="]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ar-AE" b="0" dirty="0"/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7F8F66C-9740-058F-BDCF-648DC36C0FF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181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061847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5264C-75E1-C590-39B3-BBECC2AC1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Example 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BC1ED87-06D8-ECA5-226B-1E002DC9F62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AU" b="1" dirty="0"/>
                  <a:t>Output neuron 1:</a:t>
                </a:r>
                <a:endParaRPr lang="en-AU" dirty="0"/>
              </a:p>
              <a:p>
                <a14:m>
                  <m:oMath xmlns:m="http://schemas.openxmlformats.org/officeDocument/2006/math"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35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b="0" i="0" smtClean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7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13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18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35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18</m:t>
                    </m:r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17</m:t>
                    </m:r>
                  </m:oMath>
                </a14:m>
                <a:endParaRPr lang="ar-AE" dirty="0"/>
              </a:p>
              <a:p>
                <a:r>
                  <a:rPr lang="en-AU" b="1" dirty="0"/>
                  <a:t>Output neuron 2:</a:t>
                </a:r>
                <a:endParaRPr lang="en-AU" dirty="0"/>
              </a:p>
              <a:p>
                <a14:m>
                  <m:oMath xmlns:m="http://schemas.openxmlformats.org/officeDocument/2006/math"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35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b="0" i="0" smtClean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7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13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18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57</m:t>
                    </m:r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13</m:t>
                    </m:r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18</m:t>
                    </m:r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78</m:t>
                    </m:r>
                  </m:oMath>
                </a14:m>
                <a:endParaRPr lang="ar-AE" dirty="0"/>
              </a:p>
              <a:p>
                <a:endParaRPr lang="en-AU" dirty="0"/>
              </a:p>
              <a:p>
                <a:r>
                  <a:rPr lang="en-AU" b="1" dirty="0"/>
                  <a:t>Linear output of output layer: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𝐳</m:t>
                        </m:r>
                      </m:e>
                      <m:sup>
                        <m:d>
                          <m:dPr>
                            <m:ctrlPr>
                              <a:rPr lang="ar-AE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17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78</m:t>
                            </m:r>
                          </m:e>
                        </m:eqArr>
                      </m:e>
                    </m:d>
                  </m:oMath>
                </a14:m>
                <a:endParaRPr lang="ar-AE" b="0" dirty="0"/>
              </a:p>
              <a:p>
                <a:endParaRPr lang="en-AU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BC1ED87-06D8-ECA5-226B-1E002DC9F62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18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5781496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DCBE1-1B49-6471-08B5-A26088547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Example 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02E405B-17FA-75A0-3D46-7C513A0D9DB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r>
                  <a:rPr lang="en-AU" b="1" dirty="0"/>
                  <a:t>Apply </a:t>
                </a:r>
                <a:r>
                  <a:rPr lang="en-AU" b="1" dirty="0" err="1"/>
                  <a:t>softmax</a:t>
                </a:r>
                <a:endParaRPr lang="en-AU" b="1" dirty="0"/>
              </a:p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AU" b="0"/>
                      <m:t>softmax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ar-AE" b="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sup>
                        </m:sSup>
                      </m:num>
                      <m:den>
                        <m:nary>
                          <m:naryPr>
                            <m:chr m:val="∑"/>
                            <m:grow m:val="on"/>
                            <m:supHide m:val="on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/>
                          <m:e>
                            <m:sSup>
                              <m:sSup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sSub>
                                  <m:sSub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sup>
                            </m:sSup>
                          </m:e>
                        </m:nary>
                      </m:den>
                    </m:f>
                  </m:oMath>
                </a14:m>
                <a:endParaRPr lang="ar-AE" b="0" dirty="0"/>
              </a:p>
              <a:p>
                <a:r>
                  <a:rPr lang="en-AU" dirty="0"/>
                  <a:t>Apply numerical stability trick: subtract max (78):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𝐳</m:t>
                        </m:r>
                      </m:e>
                      <m:sup>
                        <m:d>
                          <m:dPr>
                            <m:ctrlPr>
                              <a:rPr lang="ar-AE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func>
                      <m:func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AU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=</m:t>
                        </m:r>
                      </m:e>
                    </m:func>
                    <m:d>
                      <m:dPr>
                        <m:begChr m:val="["/>
                        <m:endChr m:val="]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61</m:t>
                            </m:r>
                          </m:e>
                          <m:e>
                            <m:m>
                              <m:mPr>
                                <m:plcHide m:val="on"/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/>
                              </m:mr>
                              <m:mr>
                                <m:e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</m:m>
                          </m:e>
                        </m:eqArr>
                      </m:e>
                    </m:d>
                  </m:oMath>
                </a14:m>
                <a:endParaRPr lang="ar-AE" b="0" dirty="0"/>
              </a:p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AU" b="0"/>
                      <m:t>softmax</m:t>
                    </m:r>
                    <m:d>
                      <m:dPr>
                        <m:ctrlPr>
                          <a:rPr lang="en-US" b="0" i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["/>
                            <m:endChr m:val="]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61</m:t>
                                </m:r>
                              </m:e>
                              <m:e>
                                <m:m>
                                  <m:mPr>
                                    <m:plcHide m:val="on"/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/>
                                  </m:mr>
                                  <m:mr>
                                    <m:e>
                                      <m:r>
                                        <a:rPr lang="ar-AE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</m:eqArr>
                          </m:e>
                        </m:d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f>
                              <m:f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AU"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p>
                              </m:num>
                              <m:den>
                                <m:sSup>
                                  <m:sSup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AU"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p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p>
                                </m:sSup>
                              </m:den>
                            </m:f>
                          </m:e>
                          <m:e>
                            <m:m>
                              <m:mPr>
                                <m:plcHide m:val="on"/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/>
                              </m:mr>
                              <m:mr>
                                <m:e>
                                  <m:f>
                                    <m:fPr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p>
                                        <m:sSupPr>
                                          <m:ctrlPr>
                                            <a:rPr lang="ar-AE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ar-AE" i="1">
                                              <a:latin typeface="Cambria Math" panose="02040503050406030204" pitchFamily="18" charset="0"/>
                                            </a:rPr>
                                            <m:t>𝑒</m:t>
                                          </m:r>
                                        </m:e>
                                        <m:sup>
                                          <m:r>
                                            <a:rPr lang="ar-AE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p>
                                      </m:sSup>
                                    </m:num>
                                    <m:den>
                                      <m:sSup>
                                        <m:sSupPr>
                                          <m:ctrlPr>
                                            <a:rPr lang="ar-AE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ar-AE" i="1">
                                              <a:latin typeface="Cambria Math" panose="02040503050406030204" pitchFamily="18" charset="0"/>
                                            </a:rPr>
                                            <m:t>𝑒</m:t>
                                          </m:r>
                                        </m:e>
                                        <m:sup>
                                          <m:r>
                                            <a:rPr lang="ar-AE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ar-AE">
                                              <a:latin typeface="Cambria Math" panose="02040503050406030204" pitchFamily="18" charset="0"/>
                                            </a:rPr>
                                            <m:t>71</m:t>
                                          </m:r>
                                        </m:sup>
                                      </m:sSup>
                                      <m:r>
                                        <a:rPr lang="ar-AE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p>
                                        <m:sSupPr>
                                          <m:ctrlPr>
                                            <a:rPr lang="ar-AE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ar-AE" i="1">
                                              <a:latin typeface="Cambria Math" panose="02040503050406030204" pitchFamily="18" charset="0"/>
                                            </a:rPr>
                                            <m:t>𝑒</m:t>
                                          </m:r>
                                        </m:e>
                                        <m:sup>
                                          <m:r>
                                            <a:rPr lang="ar-AE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p>
                                      </m:sSup>
                                    </m:den>
                                  </m:f>
                                </m:e>
                              </m:mr>
                            </m:m>
                          </m:e>
                        </m:eqAr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≈</m:t>
                    </m:r>
                    <m:d>
                      <m:dPr>
                        <m:begChr m:val="["/>
                        <m:endChr m:val="]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eqArr>
                      </m:e>
                    </m:d>
                  </m:oMath>
                </a14:m>
                <a:endParaRPr lang="ar-AE" b="0" dirty="0"/>
              </a:p>
              <a:p>
                <a:r>
                  <a:rPr lang="en-AU" b="1" dirty="0"/>
                  <a:t>Final Output of Network</a:t>
                </a:r>
              </a:p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eqArr>
                      </m:e>
                    </m:d>
                  </m:oMath>
                </a14:m>
                <a:endParaRPr lang="ar-AE" dirty="0"/>
              </a:p>
              <a:p>
                <a:r>
                  <a:rPr lang="en-AU" dirty="0"/>
                  <a:t>The network predicts </a:t>
                </a:r>
                <a:r>
                  <a:rPr lang="en-AU" b="1" dirty="0"/>
                  <a:t>class 2 (index 1)</a:t>
                </a:r>
                <a:r>
                  <a:rPr lang="en-AU" dirty="0"/>
                  <a:t> with full confidence.</a:t>
                </a:r>
              </a:p>
              <a:p>
                <a:endParaRPr lang="en-AU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02E405B-17FA-75A0-3D46-7C513A0D9DB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30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0432578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8CBD33-0E97-BAD2-52FF-92DEF6141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DC4225-2049-8AAF-5EEA-8EB4FAB5A1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/>
              <a:t>https://www.youtube.com/watch?v=sNTtUV9yE_M</a:t>
            </a:r>
          </a:p>
        </p:txBody>
      </p:sp>
    </p:spTree>
    <p:extLst>
      <p:ext uri="{BB962C8B-B14F-4D97-AF65-F5344CB8AC3E}">
        <p14:creationId xmlns:p14="http://schemas.microsoft.com/office/powerpoint/2010/main" val="826795416"/>
      </p:ext>
    </p:extLst>
  </p:cSld>
  <p:clrMapOvr>
    <a:masterClrMapping/>
  </p:clrMapOvr>
</p:sld>
</file>

<file path=ppt/theme/theme1.xml><?xml version="1.0" encoding="utf-8"?>
<a:theme xmlns:a="http://schemas.openxmlformats.org/drawingml/2006/main" name="Basis">
  <a:themeElements>
    <a:clrScheme name="Basis">
      <a:dk1>
        <a:srgbClr val="000000"/>
      </a:dk1>
      <a:lt1>
        <a:srgbClr val="FFFFFF"/>
      </a:lt1>
      <a:dk2>
        <a:srgbClr val="565349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7D447"/>
      </a:accent5>
      <a:accent6>
        <a:srgbClr val="818183"/>
      </a:accent6>
      <a:hlink>
        <a:srgbClr val="F59E00"/>
      </a:hlink>
      <a:folHlink>
        <a:srgbClr val="B2B2B2"/>
      </a:folHlink>
    </a:clrScheme>
    <a:fontScheme name="Tw Cen MT-Rockwell">
      <a:majorFont>
        <a:latin typeface="Tw Cen MT" panose="020B0602020104020603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ACC63D00-1EE0-4159-BF5A-6FF02000B71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Basis</Template>
  <TotalTime>70</TotalTime>
  <Words>876</Words>
  <Application>Microsoft Office PowerPoint</Application>
  <PresentationFormat>Widescreen</PresentationFormat>
  <Paragraphs>134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Cambria Math</vt:lpstr>
      <vt:lpstr>Corbel</vt:lpstr>
      <vt:lpstr>Rockwell</vt:lpstr>
      <vt:lpstr>Tw Cen MT</vt:lpstr>
      <vt:lpstr>Basis</vt:lpstr>
      <vt:lpstr>Neural networks - Examples</vt:lpstr>
      <vt:lpstr>Example 1</vt:lpstr>
      <vt:lpstr>Example 1</vt:lpstr>
      <vt:lpstr>Example 1</vt:lpstr>
      <vt:lpstr>Example 1</vt:lpstr>
      <vt:lpstr>Example 1</vt:lpstr>
      <vt:lpstr>Example 1</vt:lpstr>
      <vt:lpstr>Example 1</vt:lpstr>
      <vt:lpstr>Example 1</vt:lpstr>
      <vt:lpstr>Example 1</vt:lpstr>
      <vt:lpstr>Example 1</vt:lpstr>
      <vt:lpstr>Example 1</vt:lpstr>
      <vt:lpstr>Example 2</vt:lpstr>
      <vt:lpstr>Example 2</vt:lpstr>
      <vt:lpstr>Example 2</vt:lpstr>
      <vt:lpstr>Example 2</vt:lpstr>
      <vt:lpstr>Example 2</vt:lpstr>
      <vt:lpstr>Example 2</vt:lpstr>
      <vt:lpstr>Example 2</vt:lpstr>
      <vt:lpstr>Example 2</vt:lpstr>
      <vt:lpstr>Example 2</vt:lpstr>
      <vt:lpstr>Example 2</vt:lpstr>
      <vt:lpstr>Example 2</vt:lpstr>
      <vt:lpstr>Example 2</vt:lpstr>
      <vt:lpstr>Example 2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Abdus Salam</dc:creator>
  <cp:lastModifiedBy>Abdus Salam</cp:lastModifiedBy>
  <cp:revision>1</cp:revision>
  <dcterms:created xsi:type="dcterms:W3CDTF">2025-09-06T20:00:50Z</dcterms:created>
  <dcterms:modified xsi:type="dcterms:W3CDTF">2025-09-09T04:54:52Z</dcterms:modified>
</cp:coreProperties>
</file>