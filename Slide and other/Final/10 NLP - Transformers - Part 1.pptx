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53" r:id="rId1"/>
  </p:sldMasterIdLst>
  <p:notesMasterIdLst>
    <p:notesMasterId r:id="rId25"/>
  </p:notesMasterIdLst>
  <p:handoutMasterIdLst>
    <p:handoutMasterId r:id="rId26"/>
  </p:handoutMasterIdLst>
  <p:sldIdLst>
    <p:sldId id="1918" r:id="rId2"/>
    <p:sldId id="258" r:id="rId3"/>
    <p:sldId id="1940" r:id="rId4"/>
    <p:sldId id="604" r:id="rId5"/>
    <p:sldId id="605" r:id="rId6"/>
    <p:sldId id="606" r:id="rId7"/>
    <p:sldId id="607" r:id="rId8"/>
    <p:sldId id="601" r:id="rId9"/>
    <p:sldId id="602" r:id="rId10"/>
    <p:sldId id="614" r:id="rId11"/>
    <p:sldId id="603" r:id="rId12"/>
    <p:sldId id="613" r:id="rId13"/>
    <p:sldId id="1935" r:id="rId14"/>
    <p:sldId id="615" r:id="rId15"/>
    <p:sldId id="616" r:id="rId16"/>
    <p:sldId id="1942" r:id="rId17"/>
    <p:sldId id="1943" r:id="rId18"/>
    <p:sldId id="1944" r:id="rId19"/>
    <p:sldId id="1945" r:id="rId20"/>
    <p:sldId id="1946" r:id="rId21"/>
    <p:sldId id="1947" r:id="rId22"/>
    <p:sldId id="1936" r:id="rId23"/>
    <p:sldId id="1948" r:id="rId24"/>
  </p:sldIdLst>
  <p:sldSz cx="12192000" cy="6858000"/>
  <p:notesSz cx="6858000" cy="9144000"/>
  <p:defaultTextStyle>
    <a:defPPr>
      <a:defRPr lang="en-US"/>
    </a:defPPr>
    <a:lvl1pPr algn="l" rtl="0" fontAlgn="base">
      <a:spcBef>
        <a:spcPct val="0"/>
      </a:spcBef>
      <a:spcAft>
        <a:spcPct val="0"/>
      </a:spcAft>
      <a:defRPr sz="1600" kern="1200">
        <a:solidFill>
          <a:schemeClr val="tx1"/>
        </a:solidFill>
        <a:latin typeface="Times New Roman" charset="0"/>
        <a:ea typeface="ＭＳ Ｐゴシック" charset="0"/>
        <a:cs typeface="ＭＳ Ｐゴシック" charset="0"/>
      </a:defRPr>
    </a:lvl1pPr>
    <a:lvl2pPr marL="457178" algn="l" rtl="0" fontAlgn="base">
      <a:spcBef>
        <a:spcPct val="0"/>
      </a:spcBef>
      <a:spcAft>
        <a:spcPct val="0"/>
      </a:spcAft>
      <a:defRPr sz="1600" kern="1200">
        <a:solidFill>
          <a:schemeClr val="tx1"/>
        </a:solidFill>
        <a:latin typeface="Times New Roman" charset="0"/>
        <a:ea typeface="ＭＳ Ｐゴシック" charset="0"/>
        <a:cs typeface="ＭＳ Ｐゴシック" charset="0"/>
      </a:defRPr>
    </a:lvl2pPr>
    <a:lvl3pPr marL="914354" algn="l" rtl="0" fontAlgn="base">
      <a:spcBef>
        <a:spcPct val="0"/>
      </a:spcBef>
      <a:spcAft>
        <a:spcPct val="0"/>
      </a:spcAft>
      <a:defRPr sz="1600" kern="1200">
        <a:solidFill>
          <a:schemeClr val="tx1"/>
        </a:solidFill>
        <a:latin typeface="Times New Roman" charset="0"/>
        <a:ea typeface="ＭＳ Ｐゴシック" charset="0"/>
        <a:cs typeface="ＭＳ Ｐゴシック" charset="0"/>
      </a:defRPr>
    </a:lvl3pPr>
    <a:lvl4pPr marL="1371532" algn="l" rtl="0" fontAlgn="base">
      <a:spcBef>
        <a:spcPct val="0"/>
      </a:spcBef>
      <a:spcAft>
        <a:spcPct val="0"/>
      </a:spcAft>
      <a:defRPr sz="1600" kern="1200">
        <a:solidFill>
          <a:schemeClr val="tx1"/>
        </a:solidFill>
        <a:latin typeface="Times New Roman" charset="0"/>
        <a:ea typeface="ＭＳ Ｐゴシック" charset="0"/>
        <a:cs typeface="ＭＳ Ｐゴシック" charset="0"/>
      </a:defRPr>
    </a:lvl4pPr>
    <a:lvl5pPr marL="1828709" algn="l" rtl="0" fontAlgn="base">
      <a:spcBef>
        <a:spcPct val="0"/>
      </a:spcBef>
      <a:spcAft>
        <a:spcPct val="0"/>
      </a:spcAft>
      <a:defRPr sz="1600" kern="1200">
        <a:solidFill>
          <a:schemeClr val="tx1"/>
        </a:solidFill>
        <a:latin typeface="Times New Roman" charset="0"/>
        <a:ea typeface="ＭＳ Ｐゴシック" charset="0"/>
        <a:cs typeface="ＭＳ Ｐゴシック" charset="0"/>
      </a:defRPr>
    </a:lvl5pPr>
    <a:lvl6pPr marL="2285886" algn="l" defTabSz="457178" rtl="0" eaLnBrk="1" latinLnBrk="0" hangingPunct="1">
      <a:defRPr sz="1600" kern="1200">
        <a:solidFill>
          <a:schemeClr val="tx1"/>
        </a:solidFill>
        <a:latin typeface="Times New Roman" charset="0"/>
        <a:ea typeface="ＭＳ Ｐゴシック" charset="0"/>
        <a:cs typeface="ＭＳ Ｐゴシック" charset="0"/>
      </a:defRPr>
    </a:lvl6pPr>
    <a:lvl7pPr marL="2743062" algn="l" defTabSz="457178" rtl="0" eaLnBrk="1" latinLnBrk="0" hangingPunct="1">
      <a:defRPr sz="1600" kern="1200">
        <a:solidFill>
          <a:schemeClr val="tx1"/>
        </a:solidFill>
        <a:latin typeface="Times New Roman" charset="0"/>
        <a:ea typeface="ＭＳ Ｐゴシック" charset="0"/>
        <a:cs typeface="ＭＳ Ｐゴシック" charset="0"/>
      </a:defRPr>
    </a:lvl7pPr>
    <a:lvl8pPr marL="3200240" algn="l" defTabSz="457178" rtl="0" eaLnBrk="1" latinLnBrk="0" hangingPunct="1">
      <a:defRPr sz="1600" kern="1200">
        <a:solidFill>
          <a:schemeClr val="tx1"/>
        </a:solidFill>
        <a:latin typeface="Times New Roman" charset="0"/>
        <a:ea typeface="ＭＳ Ｐゴシック" charset="0"/>
        <a:cs typeface="ＭＳ Ｐゴシック" charset="0"/>
      </a:defRPr>
    </a:lvl8pPr>
    <a:lvl9pPr marL="3657418" algn="l" defTabSz="457178" rtl="0" eaLnBrk="1" latinLnBrk="0" hangingPunct="1">
      <a:defRPr sz="1600" kern="1200">
        <a:solidFill>
          <a:schemeClr val="tx1"/>
        </a:solidFill>
        <a:latin typeface="Times New Roman" charset="0"/>
        <a:ea typeface="ＭＳ Ｐゴシック" charset="0"/>
        <a:cs typeface="ＭＳ Ｐゴシック" charset="0"/>
      </a:defRPr>
    </a:lvl9pPr>
  </p:defaultTextStyle>
  <p:extLst>
    <p:ext uri="{EFAFB233-063F-42B5-8137-9DF3F51BA10A}">
      <p15:sldGuideLst xmlns:p15="http://schemas.microsoft.com/office/powerpoint/2012/main">
        <p15:guide id="1" orient="horz" pos="2064" userDrawn="1">
          <p15:clr>
            <a:srgbClr val="A4A3A4"/>
          </p15:clr>
        </p15:guide>
        <p15:guide id="2" pos="460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61CFF"/>
    <a:srgbClr val="404040"/>
    <a:srgbClr val="585959"/>
    <a:srgbClr val="A50021"/>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D37B13F-8E8F-42E9-AC82-EF8B8ED65FD0}" v="9" dt="2025-09-14T07:56:47.14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8245" autoAdjust="0"/>
    <p:restoredTop sz="81096"/>
  </p:normalViewPr>
  <p:slideViewPr>
    <p:cSldViewPr>
      <p:cViewPr varScale="1">
        <p:scale>
          <a:sx n="67" d="100"/>
          <a:sy n="67" d="100"/>
        </p:scale>
        <p:origin x="686" y="48"/>
      </p:cViewPr>
      <p:guideLst>
        <p:guide orient="horz" pos="2064"/>
        <p:guide pos="4605"/>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bdus Salam" userId="0e2b1981-3d04-4857-a4cb-b2b53ead0854" providerId="ADAL" clId="{2FD18229-7601-4166-AE6D-EDAE7A66C71F}"/>
    <pc:docChg chg="addSld delSld modSld">
      <pc:chgData name="Abdus Salam" userId="0e2b1981-3d04-4857-a4cb-b2b53ead0854" providerId="ADAL" clId="{2FD18229-7601-4166-AE6D-EDAE7A66C71F}" dt="2025-09-14T07:56:47.149" v="48"/>
      <pc:docMkLst>
        <pc:docMk/>
      </pc:docMkLst>
      <pc:sldChg chg="del">
        <pc:chgData name="Abdus Salam" userId="0e2b1981-3d04-4857-a4cb-b2b53ead0854" providerId="ADAL" clId="{2FD18229-7601-4166-AE6D-EDAE7A66C71F}" dt="2025-09-14T07:34:16" v="1" actId="47"/>
        <pc:sldMkLst>
          <pc:docMk/>
          <pc:sldMk cId="2433012344" sldId="610"/>
        </pc:sldMkLst>
      </pc:sldChg>
      <pc:sldChg chg="del">
        <pc:chgData name="Abdus Salam" userId="0e2b1981-3d04-4857-a4cb-b2b53ead0854" providerId="ADAL" clId="{2FD18229-7601-4166-AE6D-EDAE7A66C71F}" dt="2025-09-14T07:34:19.086" v="6" actId="47"/>
        <pc:sldMkLst>
          <pc:docMk/>
          <pc:sldMk cId="735519927" sldId="611"/>
        </pc:sldMkLst>
      </pc:sldChg>
      <pc:sldChg chg="del">
        <pc:chgData name="Abdus Salam" userId="0e2b1981-3d04-4857-a4cb-b2b53ead0854" providerId="ADAL" clId="{2FD18229-7601-4166-AE6D-EDAE7A66C71F}" dt="2025-09-14T07:34:27.131" v="21" actId="47"/>
        <pc:sldMkLst>
          <pc:docMk/>
          <pc:sldMk cId="169311488" sldId="612"/>
        </pc:sldMkLst>
      </pc:sldChg>
      <pc:sldChg chg="del">
        <pc:chgData name="Abdus Salam" userId="0e2b1981-3d04-4857-a4cb-b2b53ead0854" providerId="ADAL" clId="{2FD18229-7601-4166-AE6D-EDAE7A66C71F}" dt="2025-09-14T07:34:16.623" v="2" actId="47"/>
        <pc:sldMkLst>
          <pc:docMk/>
          <pc:sldMk cId="3478404541" sldId="619"/>
        </pc:sldMkLst>
      </pc:sldChg>
      <pc:sldChg chg="del">
        <pc:chgData name="Abdus Salam" userId="0e2b1981-3d04-4857-a4cb-b2b53ead0854" providerId="ADAL" clId="{2FD18229-7601-4166-AE6D-EDAE7A66C71F}" dt="2025-09-14T07:34:26.512" v="20" actId="47"/>
        <pc:sldMkLst>
          <pc:docMk/>
          <pc:sldMk cId="2629264158" sldId="620"/>
        </pc:sldMkLst>
      </pc:sldChg>
      <pc:sldChg chg="del">
        <pc:chgData name="Abdus Salam" userId="0e2b1981-3d04-4857-a4cb-b2b53ead0854" providerId="ADAL" clId="{2FD18229-7601-4166-AE6D-EDAE7A66C71F}" dt="2025-09-14T07:34:28.924" v="24" actId="47"/>
        <pc:sldMkLst>
          <pc:docMk/>
          <pc:sldMk cId="3729976607" sldId="621"/>
        </pc:sldMkLst>
      </pc:sldChg>
      <pc:sldChg chg="del">
        <pc:chgData name="Abdus Salam" userId="0e2b1981-3d04-4857-a4cb-b2b53ead0854" providerId="ADAL" clId="{2FD18229-7601-4166-AE6D-EDAE7A66C71F}" dt="2025-09-14T07:34:14.701" v="0" actId="47"/>
        <pc:sldMkLst>
          <pc:docMk/>
          <pc:sldMk cId="1314508518" sldId="1939"/>
        </pc:sldMkLst>
      </pc:sldChg>
      <pc:sldChg chg="modSp new mod">
        <pc:chgData name="Abdus Salam" userId="0e2b1981-3d04-4857-a4cb-b2b53ead0854" providerId="ADAL" clId="{2FD18229-7601-4166-AE6D-EDAE7A66C71F}" dt="2025-09-14T07:56:47.149" v="48"/>
        <pc:sldMkLst>
          <pc:docMk/>
          <pc:sldMk cId="1311488676" sldId="1948"/>
        </pc:sldMkLst>
        <pc:spChg chg="mod">
          <ac:chgData name="Abdus Salam" userId="0e2b1981-3d04-4857-a4cb-b2b53ead0854" providerId="ADAL" clId="{2FD18229-7601-4166-AE6D-EDAE7A66C71F}" dt="2025-09-14T07:50:14.763" v="35" actId="20577"/>
          <ac:spMkLst>
            <pc:docMk/>
            <pc:sldMk cId="1311488676" sldId="1948"/>
            <ac:spMk id="2" creationId="{83E3E375-4D80-6159-E273-8167C4C325A3}"/>
          </ac:spMkLst>
        </pc:spChg>
        <pc:spChg chg="mod">
          <ac:chgData name="Abdus Salam" userId="0e2b1981-3d04-4857-a4cb-b2b53ead0854" providerId="ADAL" clId="{2FD18229-7601-4166-AE6D-EDAE7A66C71F}" dt="2025-09-14T07:56:47.149" v="48"/>
          <ac:spMkLst>
            <pc:docMk/>
            <pc:sldMk cId="1311488676" sldId="1948"/>
            <ac:spMk id="3" creationId="{BA5AE23A-01BA-B057-F8A2-3857480437C4}"/>
          </ac:spMkLst>
        </pc:spChg>
      </pc:sldChg>
      <pc:sldChg chg="del">
        <pc:chgData name="Abdus Salam" userId="0e2b1981-3d04-4857-a4cb-b2b53ead0854" providerId="ADAL" clId="{2FD18229-7601-4166-AE6D-EDAE7A66C71F}" dt="2025-09-14T07:34:17.640" v="4" actId="47"/>
        <pc:sldMkLst>
          <pc:docMk/>
          <pc:sldMk cId="847919454" sldId="1949"/>
        </pc:sldMkLst>
      </pc:sldChg>
      <pc:sldChg chg="del">
        <pc:chgData name="Abdus Salam" userId="0e2b1981-3d04-4857-a4cb-b2b53ead0854" providerId="ADAL" clId="{2FD18229-7601-4166-AE6D-EDAE7A66C71F}" dt="2025-09-14T07:34:17.094" v="3" actId="47"/>
        <pc:sldMkLst>
          <pc:docMk/>
          <pc:sldMk cId="3759742755" sldId="1950"/>
        </pc:sldMkLst>
      </pc:sldChg>
      <pc:sldChg chg="del">
        <pc:chgData name="Abdus Salam" userId="0e2b1981-3d04-4857-a4cb-b2b53ead0854" providerId="ADAL" clId="{2FD18229-7601-4166-AE6D-EDAE7A66C71F}" dt="2025-09-14T07:34:18.098" v="5" actId="47"/>
        <pc:sldMkLst>
          <pc:docMk/>
          <pc:sldMk cId="20094676" sldId="1951"/>
        </pc:sldMkLst>
      </pc:sldChg>
      <pc:sldChg chg="del">
        <pc:chgData name="Abdus Salam" userId="0e2b1981-3d04-4857-a4cb-b2b53ead0854" providerId="ADAL" clId="{2FD18229-7601-4166-AE6D-EDAE7A66C71F}" dt="2025-09-14T07:34:19.453" v="7" actId="47"/>
        <pc:sldMkLst>
          <pc:docMk/>
          <pc:sldMk cId="3752469637" sldId="1952"/>
        </pc:sldMkLst>
      </pc:sldChg>
      <pc:sldChg chg="del">
        <pc:chgData name="Abdus Salam" userId="0e2b1981-3d04-4857-a4cb-b2b53ead0854" providerId="ADAL" clId="{2FD18229-7601-4166-AE6D-EDAE7A66C71F}" dt="2025-09-14T07:34:20.187" v="8" actId="47"/>
        <pc:sldMkLst>
          <pc:docMk/>
          <pc:sldMk cId="2051566277" sldId="1953"/>
        </pc:sldMkLst>
      </pc:sldChg>
      <pc:sldChg chg="del">
        <pc:chgData name="Abdus Salam" userId="0e2b1981-3d04-4857-a4cb-b2b53ead0854" providerId="ADAL" clId="{2FD18229-7601-4166-AE6D-EDAE7A66C71F}" dt="2025-09-14T07:34:20.805" v="9" actId="47"/>
        <pc:sldMkLst>
          <pc:docMk/>
          <pc:sldMk cId="3353925199" sldId="1954"/>
        </pc:sldMkLst>
      </pc:sldChg>
      <pc:sldChg chg="del">
        <pc:chgData name="Abdus Salam" userId="0e2b1981-3d04-4857-a4cb-b2b53ead0854" providerId="ADAL" clId="{2FD18229-7601-4166-AE6D-EDAE7A66C71F}" dt="2025-09-14T07:34:21.302" v="10" actId="47"/>
        <pc:sldMkLst>
          <pc:docMk/>
          <pc:sldMk cId="2995582754" sldId="1955"/>
        </pc:sldMkLst>
      </pc:sldChg>
      <pc:sldChg chg="del">
        <pc:chgData name="Abdus Salam" userId="0e2b1981-3d04-4857-a4cb-b2b53ead0854" providerId="ADAL" clId="{2FD18229-7601-4166-AE6D-EDAE7A66C71F}" dt="2025-09-14T07:34:21.922" v="11" actId="47"/>
        <pc:sldMkLst>
          <pc:docMk/>
          <pc:sldMk cId="2992704719" sldId="1956"/>
        </pc:sldMkLst>
      </pc:sldChg>
      <pc:sldChg chg="del">
        <pc:chgData name="Abdus Salam" userId="0e2b1981-3d04-4857-a4cb-b2b53ead0854" providerId="ADAL" clId="{2FD18229-7601-4166-AE6D-EDAE7A66C71F}" dt="2025-09-14T07:34:22.369" v="12" actId="47"/>
        <pc:sldMkLst>
          <pc:docMk/>
          <pc:sldMk cId="4068283168" sldId="1957"/>
        </pc:sldMkLst>
      </pc:sldChg>
      <pc:sldChg chg="del">
        <pc:chgData name="Abdus Salam" userId="0e2b1981-3d04-4857-a4cb-b2b53ead0854" providerId="ADAL" clId="{2FD18229-7601-4166-AE6D-EDAE7A66C71F}" dt="2025-09-14T07:34:22.768" v="13" actId="47"/>
        <pc:sldMkLst>
          <pc:docMk/>
          <pc:sldMk cId="231994467" sldId="1958"/>
        </pc:sldMkLst>
      </pc:sldChg>
      <pc:sldChg chg="del">
        <pc:chgData name="Abdus Salam" userId="0e2b1981-3d04-4857-a4cb-b2b53ead0854" providerId="ADAL" clId="{2FD18229-7601-4166-AE6D-EDAE7A66C71F}" dt="2025-09-14T07:34:23.151" v="14" actId="47"/>
        <pc:sldMkLst>
          <pc:docMk/>
          <pc:sldMk cId="1407272718" sldId="1959"/>
        </pc:sldMkLst>
      </pc:sldChg>
      <pc:sldChg chg="del">
        <pc:chgData name="Abdus Salam" userId="0e2b1981-3d04-4857-a4cb-b2b53ead0854" providerId="ADAL" clId="{2FD18229-7601-4166-AE6D-EDAE7A66C71F}" dt="2025-09-14T07:34:23.901" v="15" actId="47"/>
        <pc:sldMkLst>
          <pc:docMk/>
          <pc:sldMk cId="3307087038" sldId="1960"/>
        </pc:sldMkLst>
      </pc:sldChg>
      <pc:sldChg chg="del">
        <pc:chgData name="Abdus Salam" userId="0e2b1981-3d04-4857-a4cb-b2b53ead0854" providerId="ADAL" clId="{2FD18229-7601-4166-AE6D-EDAE7A66C71F}" dt="2025-09-14T07:34:24.323" v="16" actId="47"/>
        <pc:sldMkLst>
          <pc:docMk/>
          <pc:sldMk cId="2649500174" sldId="1961"/>
        </pc:sldMkLst>
      </pc:sldChg>
      <pc:sldChg chg="del">
        <pc:chgData name="Abdus Salam" userId="0e2b1981-3d04-4857-a4cb-b2b53ead0854" providerId="ADAL" clId="{2FD18229-7601-4166-AE6D-EDAE7A66C71F}" dt="2025-09-14T07:34:24.791" v="17" actId="47"/>
        <pc:sldMkLst>
          <pc:docMk/>
          <pc:sldMk cId="2996910512" sldId="1966"/>
        </pc:sldMkLst>
      </pc:sldChg>
      <pc:sldChg chg="del">
        <pc:chgData name="Abdus Salam" userId="0e2b1981-3d04-4857-a4cb-b2b53ead0854" providerId="ADAL" clId="{2FD18229-7601-4166-AE6D-EDAE7A66C71F}" dt="2025-09-14T07:34:25.364" v="18" actId="47"/>
        <pc:sldMkLst>
          <pc:docMk/>
          <pc:sldMk cId="16516122" sldId="1967"/>
        </pc:sldMkLst>
      </pc:sldChg>
      <pc:sldChg chg="del">
        <pc:chgData name="Abdus Salam" userId="0e2b1981-3d04-4857-a4cb-b2b53ead0854" providerId="ADAL" clId="{2FD18229-7601-4166-AE6D-EDAE7A66C71F}" dt="2025-09-14T07:34:26.066" v="19" actId="47"/>
        <pc:sldMkLst>
          <pc:docMk/>
          <pc:sldMk cId="3983387992" sldId="1968"/>
        </pc:sldMkLst>
      </pc:sldChg>
      <pc:sldChg chg="del">
        <pc:chgData name="Abdus Salam" userId="0e2b1981-3d04-4857-a4cb-b2b53ead0854" providerId="ADAL" clId="{2FD18229-7601-4166-AE6D-EDAE7A66C71F}" dt="2025-09-14T07:34:27.627" v="22" actId="47"/>
        <pc:sldMkLst>
          <pc:docMk/>
          <pc:sldMk cId="1021028004" sldId="1969"/>
        </pc:sldMkLst>
      </pc:sldChg>
      <pc:sldChg chg="del">
        <pc:chgData name="Abdus Salam" userId="0e2b1981-3d04-4857-a4cb-b2b53ead0854" providerId="ADAL" clId="{2FD18229-7601-4166-AE6D-EDAE7A66C71F}" dt="2025-09-14T07:34:28.328" v="23" actId="47"/>
        <pc:sldMkLst>
          <pc:docMk/>
          <pc:sldMk cId="1117274003" sldId="1970"/>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7136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endParaRPr lang="en-US"/>
          </a:p>
        </p:txBody>
      </p:sp>
      <p:sp>
        <p:nvSpPr>
          <p:cNvPr id="271363" name="Rectangle 3"/>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endParaRPr lang="en-US"/>
          </a:p>
        </p:txBody>
      </p:sp>
      <p:sp>
        <p:nvSpPr>
          <p:cNvPr id="271364" name="Rectangle 4"/>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endParaRPr lang="en-US"/>
          </a:p>
        </p:txBody>
      </p:sp>
      <p:sp>
        <p:nvSpPr>
          <p:cNvPr id="271365" name="Rectangle 5"/>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99FC81DA-D82C-D248-96DA-971BAA9C8F3F}" type="slidenum">
              <a:rPr lang="en-US"/>
              <a:pPr/>
              <a:t>‹#›</a:t>
            </a:fld>
            <a:endParaRPr lang="en-US"/>
          </a:p>
        </p:txBody>
      </p:sp>
    </p:spTree>
    <p:extLst>
      <p:ext uri="{BB962C8B-B14F-4D97-AF65-F5344CB8AC3E}">
        <p14:creationId xmlns:p14="http://schemas.microsoft.com/office/powerpoint/2010/main" val="201185264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915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endParaRPr lang="en-US"/>
          </a:p>
        </p:txBody>
      </p:sp>
      <p:sp>
        <p:nvSpPr>
          <p:cNvPr id="49155"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endParaRPr lang="en-US"/>
          </a:p>
        </p:txBody>
      </p:sp>
      <p:sp>
        <p:nvSpPr>
          <p:cNvPr id="15364" name="Rectangle 4"/>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49157"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9158"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endParaRPr lang="en-US"/>
          </a:p>
        </p:txBody>
      </p:sp>
      <p:sp>
        <p:nvSpPr>
          <p:cNvPr id="49159"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DF0D4404-C563-6B43-A824-459A163A6375}" type="slidenum">
              <a:rPr lang="en-US"/>
              <a:pPr/>
              <a:t>‹#›</a:t>
            </a:fld>
            <a:endParaRPr lang="en-US"/>
          </a:p>
        </p:txBody>
      </p:sp>
    </p:spTree>
    <p:extLst>
      <p:ext uri="{BB962C8B-B14F-4D97-AF65-F5344CB8AC3E}">
        <p14:creationId xmlns:p14="http://schemas.microsoft.com/office/powerpoint/2010/main" val="253165592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charset="0"/>
        <a:ea typeface="ＭＳ Ｐゴシック" charset="-128"/>
        <a:cs typeface="ＭＳ Ｐゴシック" charset="-128"/>
      </a:defRPr>
    </a:lvl1pPr>
    <a:lvl2pPr marL="457178" algn="l" rtl="0" eaLnBrk="0" fontAlgn="base" hangingPunct="0">
      <a:spcBef>
        <a:spcPct val="30000"/>
      </a:spcBef>
      <a:spcAft>
        <a:spcPct val="0"/>
      </a:spcAft>
      <a:defRPr sz="1200" kern="1200">
        <a:solidFill>
          <a:schemeClr val="tx1"/>
        </a:solidFill>
        <a:latin typeface="Times New Roman" charset="0"/>
        <a:ea typeface="ＭＳ Ｐゴシック" charset="-128"/>
        <a:cs typeface="+mn-cs"/>
      </a:defRPr>
    </a:lvl2pPr>
    <a:lvl3pPr marL="914354" algn="l" rtl="0" eaLnBrk="0" fontAlgn="base" hangingPunct="0">
      <a:spcBef>
        <a:spcPct val="30000"/>
      </a:spcBef>
      <a:spcAft>
        <a:spcPct val="0"/>
      </a:spcAft>
      <a:defRPr sz="1200" kern="1200">
        <a:solidFill>
          <a:schemeClr val="tx1"/>
        </a:solidFill>
        <a:latin typeface="Times New Roman" charset="0"/>
        <a:ea typeface="ＭＳ Ｐゴシック" charset="-128"/>
        <a:cs typeface="+mn-cs"/>
      </a:defRPr>
    </a:lvl3pPr>
    <a:lvl4pPr marL="1371532" algn="l" rtl="0" eaLnBrk="0" fontAlgn="base" hangingPunct="0">
      <a:spcBef>
        <a:spcPct val="30000"/>
      </a:spcBef>
      <a:spcAft>
        <a:spcPct val="0"/>
      </a:spcAft>
      <a:defRPr sz="1200" kern="1200">
        <a:solidFill>
          <a:schemeClr val="tx1"/>
        </a:solidFill>
        <a:latin typeface="Times New Roman" charset="0"/>
        <a:ea typeface="ＭＳ Ｐゴシック" charset="-128"/>
        <a:cs typeface="+mn-cs"/>
      </a:defRPr>
    </a:lvl4pPr>
    <a:lvl5pPr marL="1828709" algn="l" rtl="0" eaLnBrk="0" fontAlgn="base" hangingPunct="0">
      <a:spcBef>
        <a:spcPct val="30000"/>
      </a:spcBef>
      <a:spcAft>
        <a:spcPct val="0"/>
      </a:spcAft>
      <a:defRPr sz="1200" kern="1200">
        <a:solidFill>
          <a:schemeClr val="tx1"/>
        </a:solidFill>
        <a:latin typeface="Times New Roman" charset="0"/>
        <a:ea typeface="ＭＳ Ｐゴシック" charset="-128"/>
        <a:cs typeface="+mn-cs"/>
      </a:defRPr>
    </a:lvl5pPr>
    <a:lvl6pPr marL="2285886" algn="l" defTabSz="457178" rtl="0" eaLnBrk="1" latinLnBrk="0" hangingPunct="1">
      <a:defRPr sz="1200" kern="1200">
        <a:solidFill>
          <a:schemeClr val="tx1"/>
        </a:solidFill>
        <a:latin typeface="+mn-lt"/>
        <a:ea typeface="+mn-ea"/>
        <a:cs typeface="+mn-cs"/>
      </a:defRPr>
    </a:lvl6pPr>
    <a:lvl7pPr marL="2743062" algn="l" defTabSz="457178" rtl="0" eaLnBrk="1" latinLnBrk="0" hangingPunct="1">
      <a:defRPr sz="1200" kern="1200">
        <a:solidFill>
          <a:schemeClr val="tx1"/>
        </a:solidFill>
        <a:latin typeface="+mn-lt"/>
        <a:ea typeface="+mn-ea"/>
        <a:cs typeface="+mn-cs"/>
      </a:defRPr>
    </a:lvl7pPr>
    <a:lvl8pPr marL="3200240" algn="l" defTabSz="457178" rtl="0" eaLnBrk="1" latinLnBrk="0" hangingPunct="1">
      <a:defRPr sz="1200" kern="1200">
        <a:solidFill>
          <a:schemeClr val="tx1"/>
        </a:solidFill>
        <a:latin typeface="+mn-lt"/>
        <a:ea typeface="+mn-ea"/>
        <a:cs typeface="+mn-cs"/>
      </a:defRPr>
    </a:lvl8pPr>
    <a:lvl9pPr marL="3657418" algn="l" defTabSz="457178"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Lucida Sans" charset="0"/>
                <a:ea typeface="ＭＳ Ｐゴシック" charset="0"/>
                <a:cs typeface="ＭＳ Ｐゴシック" charset="0"/>
              </a:defRPr>
            </a:lvl1pPr>
            <a:lvl2pPr marL="37931725" indent="-37474525" eaLnBrk="0" hangingPunct="0">
              <a:defRPr sz="2400">
                <a:solidFill>
                  <a:schemeClr val="tx1"/>
                </a:solidFill>
                <a:latin typeface="Lucida Sans" charset="0"/>
                <a:ea typeface="ＭＳ Ｐゴシック" charset="0"/>
              </a:defRPr>
            </a:lvl2pPr>
            <a:lvl3pPr eaLnBrk="0" hangingPunct="0">
              <a:defRPr sz="2400">
                <a:solidFill>
                  <a:schemeClr val="tx1"/>
                </a:solidFill>
                <a:latin typeface="Lucida Sans" charset="0"/>
                <a:ea typeface="ＭＳ Ｐゴシック" charset="0"/>
              </a:defRPr>
            </a:lvl3pPr>
            <a:lvl4pPr eaLnBrk="0" hangingPunct="0">
              <a:defRPr sz="2400">
                <a:solidFill>
                  <a:schemeClr val="tx1"/>
                </a:solidFill>
                <a:latin typeface="Lucida Sans" charset="0"/>
                <a:ea typeface="ＭＳ Ｐゴシック" charset="0"/>
              </a:defRPr>
            </a:lvl4pPr>
            <a:lvl5pPr eaLnBrk="0" hangingPunct="0">
              <a:defRPr sz="2400">
                <a:solidFill>
                  <a:schemeClr val="tx1"/>
                </a:solidFill>
                <a:latin typeface="Lucida Sans" charset="0"/>
                <a:ea typeface="ＭＳ Ｐゴシック" charset="0"/>
              </a:defRPr>
            </a:lvl5pPr>
            <a:lvl6pPr marL="457200" eaLnBrk="0" fontAlgn="base" hangingPunct="0">
              <a:spcBef>
                <a:spcPct val="0"/>
              </a:spcBef>
              <a:spcAft>
                <a:spcPct val="0"/>
              </a:spcAft>
              <a:defRPr sz="2400">
                <a:solidFill>
                  <a:schemeClr val="tx1"/>
                </a:solidFill>
                <a:latin typeface="Lucida Sans" charset="0"/>
                <a:ea typeface="ＭＳ Ｐゴシック" charset="0"/>
              </a:defRPr>
            </a:lvl6pPr>
            <a:lvl7pPr marL="914400" eaLnBrk="0" fontAlgn="base" hangingPunct="0">
              <a:spcBef>
                <a:spcPct val="0"/>
              </a:spcBef>
              <a:spcAft>
                <a:spcPct val="0"/>
              </a:spcAft>
              <a:defRPr sz="2400">
                <a:solidFill>
                  <a:schemeClr val="tx1"/>
                </a:solidFill>
                <a:latin typeface="Lucida Sans" charset="0"/>
                <a:ea typeface="ＭＳ Ｐゴシック" charset="0"/>
              </a:defRPr>
            </a:lvl7pPr>
            <a:lvl8pPr marL="1371600" eaLnBrk="0" fontAlgn="base" hangingPunct="0">
              <a:spcBef>
                <a:spcPct val="0"/>
              </a:spcBef>
              <a:spcAft>
                <a:spcPct val="0"/>
              </a:spcAft>
              <a:defRPr sz="2400">
                <a:solidFill>
                  <a:schemeClr val="tx1"/>
                </a:solidFill>
                <a:latin typeface="Lucida Sans" charset="0"/>
                <a:ea typeface="ＭＳ Ｐゴシック" charset="0"/>
              </a:defRPr>
            </a:lvl8pPr>
            <a:lvl9pPr marL="1828800" eaLnBrk="0" fontAlgn="base" hangingPunct="0">
              <a:spcBef>
                <a:spcPct val="0"/>
              </a:spcBef>
              <a:spcAft>
                <a:spcPct val="0"/>
              </a:spcAft>
              <a:defRPr sz="2400">
                <a:solidFill>
                  <a:schemeClr val="tx1"/>
                </a:solidFill>
                <a:latin typeface="Lucida Sans" charset="0"/>
                <a:ea typeface="ＭＳ Ｐゴシック" charset="0"/>
              </a:defRPr>
            </a:lvl9pPr>
          </a:lstStyle>
          <a:p>
            <a:pPr eaLnBrk="1" hangingPunct="1"/>
            <a:fld id="{E69DF897-5E92-F241-9A21-E64EA536231D}" type="slidenum">
              <a:rPr lang="en-US" sz="1200">
                <a:solidFill>
                  <a:srgbClr val="000000"/>
                </a:solidFill>
              </a:rPr>
              <a:pPr eaLnBrk="1" hangingPunct="1"/>
              <a:t>1</a:t>
            </a:fld>
            <a:endParaRPr lang="en-US" sz="1200">
              <a:solidFill>
                <a:srgbClr val="000000"/>
              </a:solidFill>
            </a:endParaRPr>
          </a:p>
        </p:txBody>
      </p:sp>
      <p:sp>
        <p:nvSpPr>
          <p:cNvPr id="17411" name="Rectangle 2"/>
          <p:cNvSpPr>
            <a:spLocks noGrp="1" noRot="1" noChangeAspect="1" noChangeArrowheads="1" noTextEdit="1"/>
          </p:cNvSpPr>
          <p:nvPr>
            <p:ph type="sldImg"/>
          </p:nvPr>
        </p:nvSpPr>
        <p:spPr>
          <a:xfrm>
            <a:off x="290513" y="704850"/>
            <a:ext cx="6264275" cy="3524250"/>
          </a:xfrm>
          <a:ln/>
        </p:spPr>
      </p:sp>
      <p:sp>
        <p:nvSpPr>
          <p:cNvPr id="174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endParaRPr lang="en-US" dirty="0">
              <a:latin typeface="Arial" charset="0"/>
              <a:ea typeface="ＭＳ Ｐゴシック" charset="0"/>
              <a:cs typeface="ＭＳ Ｐゴシック" charset="0"/>
            </a:endParaRPr>
          </a:p>
        </p:txBody>
      </p:sp>
    </p:spTree>
    <p:extLst>
      <p:ext uri="{BB962C8B-B14F-4D97-AF65-F5344CB8AC3E}">
        <p14:creationId xmlns:p14="http://schemas.microsoft.com/office/powerpoint/2010/main" val="23526410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600">
                <a:solidFill>
                  <a:schemeClr val="tx1"/>
                </a:solidFill>
                <a:latin typeface="Times New Roman" charset="0"/>
                <a:ea typeface="ＭＳ Ｐゴシック" charset="0"/>
                <a:cs typeface="ＭＳ Ｐゴシック" charset="0"/>
              </a:defRPr>
            </a:lvl1pPr>
            <a:lvl2pPr marL="37931725" indent="-37474525" eaLnBrk="0" hangingPunct="0">
              <a:defRPr sz="1600">
                <a:solidFill>
                  <a:schemeClr val="tx1"/>
                </a:solidFill>
                <a:latin typeface="Times New Roman" charset="0"/>
                <a:ea typeface="ＭＳ Ｐゴシック" charset="0"/>
              </a:defRPr>
            </a:lvl2pPr>
            <a:lvl3pPr eaLnBrk="0" hangingPunct="0">
              <a:defRPr sz="1600">
                <a:solidFill>
                  <a:schemeClr val="tx1"/>
                </a:solidFill>
                <a:latin typeface="Times New Roman" charset="0"/>
                <a:ea typeface="ＭＳ Ｐゴシック" charset="0"/>
              </a:defRPr>
            </a:lvl3pPr>
            <a:lvl4pPr eaLnBrk="0" hangingPunct="0">
              <a:defRPr sz="1600">
                <a:solidFill>
                  <a:schemeClr val="tx1"/>
                </a:solidFill>
                <a:latin typeface="Times New Roman" charset="0"/>
                <a:ea typeface="ＭＳ Ｐゴシック" charset="0"/>
              </a:defRPr>
            </a:lvl4pPr>
            <a:lvl5pPr eaLnBrk="0" hangingPunct="0">
              <a:defRPr sz="1600">
                <a:solidFill>
                  <a:schemeClr val="tx1"/>
                </a:solidFill>
                <a:latin typeface="Times New Roman" charset="0"/>
                <a:ea typeface="ＭＳ Ｐゴシック" charset="0"/>
              </a:defRPr>
            </a:lvl5pPr>
            <a:lvl6pPr marL="457200" eaLnBrk="0" fontAlgn="base" hangingPunct="0">
              <a:spcBef>
                <a:spcPct val="0"/>
              </a:spcBef>
              <a:spcAft>
                <a:spcPct val="0"/>
              </a:spcAft>
              <a:defRPr sz="1600">
                <a:solidFill>
                  <a:schemeClr val="tx1"/>
                </a:solidFill>
                <a:latin typeface="Times New Roman" charset="0"/>
                <a:ea typeface="ＭＳ Ｐゴシック" charset="0"/>
              </a:defRPr>
            </a:lvl6pPr>
            <a:lvl7pPr marL="914400" eaLnBrk="0" fontAlgn="base" hangingPunct="0">
              <a:spcBef>
                <a:spcPct val="0"/>
              </a:spcBef>
              <a:spcAft>
                <a:spcPct val="0"/>
              </a:spcAft>
              <a:defRPr sz="1600">
                <a:solidFill>
                  <a:schemeClr val="tx1"/>
                </a:solidFill>
                <a:latin typeface="Times New Roman" charset="0"/>
                <a:ea typeface="ＭＳ Ｐゴシック" charset="0"/>
              </a:defRPr>
            </a:lvl7pPr>
            <a:lvl8pPr marL="1371600" eaLnBrk="0" fontAlgn="base" hangingPunct="0">
              <a:spcBef>
                <a:spcPct val="0"/>
              </a:spcBef>
              <a:spcAft>
                <a:spcPct val="0"/>
              </a:spcAft>
              <a:defRPr sz="1600">
                <a:solidFill>
                  <a:schemeClr val="tx1"/>
                </a:solidFill>
                <a:latin typeface="Times New Roman" charset="0"/>
                <a:ea typeface="ＭＳ Ｐゴシック" charset="0"/>
              </a:defRPr>
            </a:lvl8pPr>
            <a:lvl9pPr marL="1828800" eaLnBrk="0" fontAlgn="base" hangingPunct="0">
              <a:spcBef>
                <a:spcPct val="0"/>
              </a:spcBef>
              <a:spcAft>
                <a:spcPct val="0"/>
              </a:spcAft>
              <a:defRPr sz="1600">
                <a:solidFill>
                  <a:schemeClr val="tx1"/>
                </a:solidFill>
                <a:latin typeface="Times New Roman" charset="0"/>
                <a:ea typeface="ＭＳ Ｐゴシック" charset="0"/>
              </a:defRPr>
            </a:lvl9pPr>
          </a:lstStyle>
          <a:p>
            <a:pPr eaLnBrk="1" hangingPunct="1"/>
            <a:fld id="{F794197A-909D-6248-B44E-761B541FFA90}" type="slidenum">
              <a:rPr lang="en-US" sz="1200"/>
              <a:pPr eaLnBrk="1" hangingPunct="1"/>
              <a:t>2</a:t>
            </a:fld>
            <a:endParaRPr lang="en-US" sz="1200"/>
          </a:p>
        </p:txBody>
      </p:sp>
      <p:sp>
        <p:nvSpPr>
          <p:cNvPr id="21507" name="Rectangle 2"/>
          <p:cNvSpPr>
            <a:spLocks noGrp="1" noRot="1" noChangeAspect="1" noChangeArrowheads="1"/>
          </p:cNvSpPr>
          <p:nvPr>
            <p:ph type="sldImg"/>
          </p:nvPr>
        </p:nvSpPr>
        <p:spPr>
          <a:xfrm>
            <a:off x="381000" y="685800"/>
            <a:ext cx="6096000" cy="3429000"/>
          </a:xfrm>
          <a:solidFill>
            <a:srgbClr val="FFFFFF"/>
          </a:solidFill>
          <a:ln/>
        </p:spPr>
      </p:sp>
      <p:sp>
        <p:nvSpPr>
          <p:cNvPr id="21508" name="Rectangle 3"/>
          <p:cNvSpPr>
            <a:spLocks noGrp="1" noChangeArrowheads="1"/>
          </p:cNvSpPr>
          <p:nvPr>
            <p:ph type="body" idx="1"/>
          </p:nvPr>
        </p:nvSpPr>
        <p:spPr>
          <a:solidFill>
            <a:srgbClr val="FFFFFF"/>
          </a:solidFill>
          <a:ln>
            <a:solidFill>
              <a:srgbClr val="000000"/>
            </a:solidFill>
          </a:ln>
          <a:extLst>
            <a:ext uri="{FAA26D3D-D897-4be2-8F04-BA451C77F1D7}">
              <ma14:placeholderFlag xmlns="" xmlns:ma14="http://schemas.microsoft.com/office/mac/drawingml/2011/main" val="1"/>
            </a:ext>
          </a:extLst>
        </p:spPr>
        <p:txBody>
          <a:bodyPr/>
          <a:lstStyle/>
          <a:p>
            <a:pPr eaLnBrk="1" hangingPunct="1"/>
            <a:r>
              <a:rPr lang="en-US" dirty="0">
                <a:ea typeface="ＭＳ Ｐゴシック" charset="0"/>
                <a:cs typeface="ＭＳ Ｐゴシック" charset="0"/>
              </a:rPr>
              <a:t>D</a:t>
            </a:r>
          </a:p>
        </p:txBody>
      </p:sp>
    </p:spTree>
    <p:extLst>
      <p:ext uri="{BB962C8B-B14F-4D97-AF65-F5344CB8AC3E}">
        <p14:creationId xmlns:p14="http://schemas.microsoft.com/office/powerpoint/2010/main" val="9249385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600">
                <a:solidFill>
                  <a:schemeClr val="tx1"/>
                </a:solidFill>
                <a:latin typeface="Times New Roman" charset="0"/>
                <a:ea typeface="ＭＳ Ｐゴシック" charset="0"/>
                <a:cs typeface="ＭＳ Ｐゴシック" charset="0"/>
              </a:defRPr>
            </a:lvl1pPr>
            <a:lvl2pPr marL="37931725" indent="-37474525" eaLnBrk="0" hangingPunct="0">
              <a:defRPr sz="1600">
                <a:solidFill>
                  <a:schemeClr val="tx1"/>
                </a:solidFill>
                <a:latin typeface="Times New Roman" charset="0"/>
                <a:ea typeface="ＭＳ Ｐゴシック" charset="0"/>
              </a:defRPr>
            </a:lvl2pPr>
            <a:lvl3pPr eaLnBrk="0" hangingPunct="0">
              <a:defRPr sz="1600">
                <a:solidFill>
                  <a:schemeClr val="tx1"/>
                </a:solidFill>
                <a:latin typeface="Times New Roman" charset="0"/>
                <a:ea typeface="ＭＳ Ｐゴシック" charset="0"/>
              </a:defRPr>
            </a:lvl3pPr>
            <a:lvl4pPr eaLnBrk="0" hangingPunct="0">
              <a:defRPr sz="1600">
                <a:solidFill>
                  <a:schemeClr val="tx1"/>
                </a:solidFill>
                <a:latin typeface="Times New Roman" charset="0"/>
                <a:ea typeface="ＭＳ Ｐゴシック" charset="0"/>
              </a:defRPr>
            </a:lvl4pPr>
            <a:lvl5pPr eaLnBrk="0" hangingPunct="0">
              <a:defRPr sz="1600">
                <a:solidFill>
                  <a:schemeClr val="tx1"/>
                </a:solidFill>
                <a:latin typeface="Times New Roman" charset="0"/>
                <a:ea typeface="ＭＳ Ｐゴシック" charset="0"/>
              </a:defRPr>
            </a:lvl5pPr>
            <a:lvl6pPr marL="457200" eaLnBrk="0" fontAlgn="base" hangingPunct="0">
              <a:spcBef>
                <a:spcPct val="0"/>
              </a:spcBef>
              <a:spcAft>
                <a:spcPct val="0"/>
              </a:spcAft>
              <a:defRPr sz="1600">
                <a:solidFill>
                  <a:schemeClr val="tx1"/>
                </a:solidFill>
                <a:latin typeface="Times New Roman" charset="0"/>
                <a:ea typeface="ＭＳ Ｐゴシック" charset="0"/>
              </a:defRPr>
            </a:lvl6pPr>
            <a:lvl7pPr marL="914400" eaLnBrk="0" fontAlgn="base" hangingPunct="0">
              <a:spcBef>
                <a:spcPct val="0"/>
              </a:spcBef>
              <a:spcAft>
                <a:spcPct val="0"/>
              </a:spcAft>
              <a:defRPr sz="1600">
                <a:solidFill>
                  <a:schemeClr val="tx1"/>
                </a:solidFill>
                <a:latin typeface="Times New Roman" charset="0"/>
                <a:ea typeface="ＭＳ Ｐゴシック" charset="0"/>
              </a:defRPr>
            </a:lvl7pPr>
            <a:lvl8pPr marL="1371600" eaLnBrk="0" fontAlgn="base" hangingPunct="0">
              <a:spcBef>
                <a:spcPct val="0"/>
              </a:spcBef>
              <a:spcAft>
                <a:spcPct val="0"/>
              </a:spcAft>
              <a:defRPr sz="1600">
                <a:solidFill>
                  <a:schemeClr val="tx1"/>
                </a:solidFill>
                <a:latin typeface="Times New Roman" charset="0"/>
                <a:ea typeface="ＭＳ Ｐゴシック" charset="0"/>
              </a:defRPr>
            </a:lvl8pPr>
            <a:lvl9pPr marL="1828800" eaLnBrk="0" fontAlgn="base" hangingPunct="0">
              <a:spcBef>
                <a:spcPct val="0"/>
              </a:spcBef>
              <a:spcAft>
                <a:spcPct val="0"/>
              </a:spcAft>
              <a:defRPr sz="1600">
                <a:solidFill>
                  <a:schemeClr val="tx1"/>
                </a:solidFill>
                <a:latin typeface="Times New Roman" charset="0"/>
                <a:ea typeface="ＭＳ Ｐゴシック" charset="0"/>
              </a:defRPr>
            </a:lvl9pPr>
          </a:lstStyle>
          <a:p>
            <a:pPr eaLnBrk="1" hangingPunct="1"/>
            <a:fld id="{F794197A-909D-6248-B44E-761B541FFA90}" type="slidenum">
              <a:rPr lang="en-US" sz="1200"/>
              <a:pPr eaLnBrk="1" hangingPunct="1"/>
              <a:t>4</a:t>
            </a:fld>
            <a:endParaRPr lang="en-US" sz="1200"/>
          </a:p>
        </p:txBody>
      </p:sp>
      <p:sp>
        <p:nvSpPr>
          <p:cNvPr id="21507" name="Rectangle 2"/>
          <p:cNvSpPr>
            <a:spLocks noGrp="1" noRot="1" noChangeAspect="1" noChangeArrowheads="1"/>
          </p:cNvSpPr>
          <p:nvPr>
            <p:ph type="sldImg"/>
          </p:nvPr>
        </p:nvSpPr>
        <p:spPr>
          <a:xfrm>
            <a:off x="381000" y="685800"/>
            <a:ext cx="6096000" cy="3429000"/>
          </a:xfrm>
          <a:solidFill>
            <a:srgbClr val="FFFFFF"/>
          </a:solidFill>
          <a:ln/>
        </p:spPr>
      </p:sp>
      <p:sp>
        <p:nvSpPr>
          <p:cNvPr id="21508" name="Rectangle 3"/>
          <p:cNvSpPr>
            <a:spLocks noGrp="1" noChangeArrowheads="1"/>
          </p:cNvSpPr>
          <p:nvPr>
            <p:ph type="body" idx="1"/>
          </p:nvPr>
        </p:nvSpPr>
        <p:spPr>
          <a:solidFill>
            <a:srgbClr val="FFFFFF"/>
          </a:solidFill>
          <a:ln>
            <a:solidFill>
              <a:srgbClr val="000000"/>
            </a:solidFill>
          </a:ln>
          <a:extLst>
            <a:ext uri="{FAA26D3D-D897-4be2-8F04-BA451C77F1D7}">
              <ma14:placeholderFlag xmlns="" xmlns:ma14="http://schemas.microsoft.com/office/mac/drawingml/2011/main" val="1"/>
            </a:ext>
          </a:extLst>
        </p:spPr>
        <p:txBody>
          <a:bodyPr/>
          <a:lstStyle/>
          <a:p>
            <a:pPr eaLnBrk="1" hangingPunct="1"/>
            <a:r>
              <a:rPr lang="en-US" dirty="0">
                <a:ea typeface="ＭＳ Ｐゴシック" charset="0"/>
                <a:cs typeface="ＭＳ Ｐゴシック" charset="0"/>
              </a:rPr>
              <a:t>D</a:t>
            </a:r>
          </a:p>
        </p:txBody>
      </p:sp>
    </p:spTree>
    <p:extLst>
      <p:ext uri="{BB962C8B-B14F-4D97-AF65-F5344CB8AC3E}">
        <p14:creationId xmlns:p14="http://schemas.microsoft.com/office/powerpoint/2010/main" val="17735211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600">
                <a:solidFill>
                  <a:schemeClr val="tx1"/>
                </a:solidFill>
                <a:latin typeface="Times New Roman" charset="0"/>
                <a:ea typeface="ＭＳ Ｐゴシック" charset="0"/>
                <a:cs typeface="ＭＳ Ｐゴシック" charset="0"/>
              </a:defRPr>
            </a:lvl1pPr>
            <a:lvl2pPr marL="37931725" indent="-37474525" eaLnBrk="0" hangingPunct="0">
              <a:defRPr sz="1600">
                <a:solidFill>
                  <a:schemeClr val="tx1"/>
                </a:solidFill>
                <a:latin typeface="Times New Roman" charset="0"/>
                <a:ea typeface="ＭＳ Ｐゴシック" charset="0"/>
              </a:defRPr>
            </a:lvl2pPr>
            <a:lvl3pPr eaLnBrk="0" hangingPunct="0">
              <a:defRPr sz="1600">
                <a:solidFill>
                  <a:schemeClr val="tx1"/>
                </a:solidFill>
                <a:latin typeface="Times New Roman" charset="0"/>
                <a:ea typeface="ＭＳ Ｐゴシック" charset="0"/>
              </a:defRPr>
            </a:lvl3pPr>
            <a:lvl4pPr eaLnBrk="0" hangingPunct="0">
              <a:defRPr sz="1600">
                <a:solidFill>
                  <a:schemeClr val="tx1"/>
                </a:solidFill>
                <a:latin typeface="Times New Roman" charset="0"/>
                <a:ea typeface="ＭＳ Ｐゴシック" charset="0"/>
              </a:defRPr>
            </a:lvl4pPr>
            <a:lvl5pPr eaLnBrk="0" hangingPunct="0">
              <a:defRPr sz="1600">
                <a:solidFill>
                  <a:schemeClr val="tx1"/>
                </a:solidFill>
                <a:latin typeface="Times New Roman" charset="0"/>
                <a:ea typeface="ＭＳ Ｐゴシック" charset="0"/>
              </a:defRPr>
            </a:lvl5pPr>
            <a:lvl6pPr marL="457200" eaLnBrk="0" fontAlgn="base" hangingPunct="0">
              <a:spcBef>
                <a:spcPct val="0"/>
              </a:spcBef>
              <a:spcAft>
                <a:spcPct val="0"/>
              </a:spcAft>
              <a:defRPr sz="1600">
                <a:solidFill>
                  <a:schemeClr val="tx1"/>
                </a:solidFill>
                <a:latin typeface="Times New Roman" charset="0"/>
                <a:ea typeface="ＭＳ Ｐゴシック" charset="0"/>
              </a:defRPr>
            </a:lvl6pPr>
            <a:lvl7pPr marL="914400" eaLnBrk="0" fontAlgn="base" hangingPunct="0">
              <a:spcBef>
                <a:spcPct val="0"/>
              </a:spcBef>
              <a:spcAft>
                <a:spcPct val="0"/>
              </a:spcAft>
              <a:defRPr sz="1600">
                <a:solidFill>
                  <a:schemeClr val="tx1"/>
                </a:solidFill>
                <a:latin typeface="Times New Roman" charset="0"/>
                <a:ea typeface="ＭＳ Ｐゴシック" charset="0"/>
              </a:defRPr>
            </a:lvl7pPr>
            <a:lvl8pPr marL="1371600" eaLnBrk="0" fontAlgn="base" hangingPunct="0">
              <a:spcBef>
                <a:spcPct val="0"/>
              </a:spcBef>
              <a:spcAft>
                <a:spcPct val="0"/>
              </a:spcAft>
              <a:defRPr sz="1600">
                <a:solidFill>
                  <a:schemeClr val="tx1"/>
                </a:solidFill>
                <a:latin typeface="Times New Roman" charset="0"/>
                <a:ea typeface="ＭＳ Ｐゴシック" charset="0"/>
              </a:defRPr>
            </a:lvl8pPr>
            <a:lvl9pPr marL="1828800" eaLnBrk="0" fontAlgn="base" hangingPunct="0">
              <a:spcBef>
                <a:spcPct val="0"/>
              </a:spcBef>
              <a:spcAft>
                <a:spcPct val="0"/>
              </a:spcAft>
              <a:defRPr sz="1600">
                <a:solidFill>
                  <a:schemeClr val="tx1"/>
                </a:solidFill>
                <a:latin typeface="Times New Roman" charset="0"/>
                <a:ea typeface="ＭＳ Ｐゴシック" charset="0"/>
              </a:defRPr>
            </a:lvl9pPr>
          </a:lstStyle>
          <a:p>
            <a:pPr eaLnBrk="1" hangingPunct="1"/>
            <a:fld id="{F794197A-909D-6248-B44E-761B541FFA90}" type="slidenum">
              <a:rPr lang="en-US" sz="1200"/>
              <a:pPr eaLnBrk="1" hangingPunct="1"/>
              <a:t>6</a:t>
            </a:fld>
            <a:endParaRPr lang="en-US" sz="1200"/>
          </a:p>
        </p:txBody>
      </p:sp>
      <p:sp>
        <p:nvSpPr>
          <p:cNvPr id="21507" name="Rectangle 2"/>
          <p:cNvSpPr>
            <a:spLocks noGrp="1" noRot="1" noChangeAspect="1" noChangeArrowheads="1"/>
          </p:cNvSpPr>
          <p:nvPr>
            <p:ph type="sldImg"/>
          </p:nvPr>
        </p:nvSpPr>
        <p:spPr>
          <a:xfrm>
            <a:off x="381000" y="685800"/>
            <a:ext cx="6096000" cy="3429000"/>
          </a:xfrm>
          <a:solidFill>
            <a:srgbClr val="FFFFFF"/>
          </a:solidFill>
          <a:ln/>
        </p:spPr>
      </p:sp>
      <p:sp>
        <p:nvSpPr>
          <p:cNvPr id="21508" name="Rectangle 3"/>
          <p:cNvSpPr>
            <a:spLocks noGrp="1" noChangeArrowheads="1"/>
          </p:cNvSpPr>
          <p:nvPr>
            <p:ph type="body" idx="1"/>
          </p:nvPr>
        </p:nvSpPr>
        <p:spPr>
          <a:solidFill>
            <a:srgbClr val="FFFFFF"/>
          </a:solidFill>
          <a:ln>
            <a:solidFill>
              <a:srgbClr val="000000"/>
            </a:solidFill>
          </a:ln>
          <a:extLst>
            <a:ext uri="{FAA26D3D-D897-4be2-8F04-BA451C77F1D7}">
              <ma14:placeholderFlag xmlns="" xmlns:ma14="http://schemas.microsoft.com/office/mac/drawingml/2011/main" val="1"/>
            </a:ext>
          </a:extLst>
        </p:spPr>
        <p:txBody>
          <a:bodyPr/>
          <a:lstStyle/>
          <a:p>
            <a:pPr eaLnBrk="1" hangingPunct="1"/>
            <a:r>
              <a:rPr lang="en-US" dirty="0">
                <a:ea typeface="ＭＳ Ｐゴシック" charset="0"/>
                <a:cs typeface="ＭＳ Ｐゴシック" charset="0"/>
              </a:rPr>
              <a:t>But the static meaning of "it" can't represent that, it just means "I am a non-human pronoun". </a:t>
            </a:r>
          </a:p>
        </p:txBody>
      </p:sp>
    </p:spTree>
    <p:extLst>
      <p:ext uri="{BB962C8B-B14F-4D97-AF65-F5344CB8AC3E}">
        <p14:creationId xmlns:p14="http://schemas.microsoft.com/office/powerpoint/2010/main" val="13835855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600">
                <a:solidFill>
                  <a:schemeClr val="tx1"/>
                </a:solidFill>
                <a:latin typeface="Times New Roman" charset="0"/>
                <a:ea typeface="ＭＳ Ｐゴシック" charset="0"/>
                <a:cs typeface="ＭＳ Ｐゴシック" charset="0"/>
              </a:defRPr>
            </a:lvl1pPr>
            <a:lvl2pPr marL="37931725" indent="-37474525" eaLnBrk="0" hangingPunct="0">
              <a:defRPr sz="1600">
                <a:solidFill>
                  <a:schemeClr val="tx1"/>
                </a:solidFill>
                <a:latin typeface="Times New Roman" charset="0"/>
                <a:ea typeface="ＭＳ Ｐゴシック" charset="0"/>
              </a:defRPr>
            </a:lvl2pPr>
            <a:lvl3pPr eaLnBrk="0" hangingPunct="0">
              <a:defRPr sz="1600">
                <a:solidFill>
                  <a:schemeClr val="tx1"/>
                </a:solidFill>
                <a:latin typeface="Times New Roman" charset="0"/>
                <a:ea typeface="ＭＳ Ｐゴシック" charset="0"/>
              </a:defRPr>
            </a:lvl3pPr>
            <a:lvl4pPr eaLnBrk="0" hangingPunct="0">
              <a:defRPr sz="1600">
                <a:solidFill>
                  <a:schemeClr val="tx1"/>
                </a:solidFill>
                <a:latin typeface="Times New Roman" charset="0"/>
                <a:ea typeface="ＭＳ Ｐゴシック" charset="0"/>
              </a:defRPr>
            </a:lvl4pPr>
            <a:lvl5pPr eaLnBrk="0" hangingPunct="0">
              <a:defRPr sz="1600">
                <a:solidFill>
                  <a:schemeClr val="tx1"/>
                </a:solidFill>
                <a:latin typeface="Times New Roman" charset="0"/>
                <a:ea typeface="ＭＳ Ｐゴシック" charset="0"/>
              </a:defRPr>
            </a:lvl5pPr>
            <a:lvl6pPr marL="457200" eaLnBrk="0" fontAlgn="base" hangingPunct="0">
              <a:spcBef>
                <a:spcPct val="0"/>
              </a:spcBef>
              <a:spcAft>
                <a:spcPct val="0"/>
              </a:spcAft>
              <a:defRPr sz="1600">
                <a:solidFill>
                  <a:schemeClr val="tx1"/>
                </a:solidFill>
                <a:latin typeface="Times New Roman" charset="0"/>
                <a:ea typeface="ＭＳ Ｐゴシック" charset="0"/>
              </a:defRPr>
            </a:lvl6pPr>
            <a:lvl7pPr marL="914400" eaLnBrk="0" fontAlgn="base" hangingPunct="0">
              <a:spcBef>
                <a:spcPct val="0"/>
              </a:spcBef>
              <a:spcAft>
                <a:spcPct val="0"/>
              </a:spcAft>
              <a:defRPr sz="1600">
                <a:solidFill>
                  <a:schemeClr val="tx1"/>
                </a:solidFill>
                <a:latin typeface="Times New Roman" charset="0"/>
                <a:ea typeface="ＭＳ Ｐゴシック" charset="0"/>
              </a:defRPr>
            </a:lvl7pPr>
            <a:lvl8pPr marL="1371600" eaLnBrk="0" fontAlgn="base" hangingPunct="0">
              <a:spcBef>
                <a:spcPct val="0"/>
              </a:spcBef>
              <a:spcAft>
                <a:spcPct val="0"/>
              </a:spcAft>
              <a:defRPr sz="1600">
                <a:solidFill>
                  <a:schemeClr val="tx1"/>
                </a:solidFill>
                <a:latin typeface="Times New Roman" charset="0"/>
                <a:ea typeface="ＭＳ Ｐゴシック" charset="0"/>
              </a:defRPr>
            </a:lvl8pPr>
            <a:lvl9pPr marL="1828800" eaLnBrk="0" fontAlgn="base" hangingPunct="0">
              <a:spcBef>
                <a:spcPct val="0"/>
              </a:spcBef>
              <a:spcAft>
                <a:spcPct val="0"/>
              </a:spcAft>
              <a:defRPr sz="1600">
                <a:solidFill>
                  <a:schemeClr val="tx1"/>
                </a:solidFill>
                <a:latin typeface="Times New Roman" charset="0"/>
                <a:ea typeface="ＭＳ Ｐゴシック" charset="0"/>
              </a:defRPr>
            </a:lvl9pPr>
          </a:lstStyle>
          <a:p>
            <a:pPr eaLnBrk="1" hangingPunct="1"/>
            <a:fld id="{F794197A-909D-6248-B44E-761B541FFA90}" type="slidenum">
              <a:rPr lang="en-US" sz="1200"/>
              <a:pPr eaLnBrk="1" hangingPunct="1"/>
              <a:t>8</a:t>
            </a:fld>
            <a:endParaRPr lang="en-US" sz="1200"/>
          </a:p>
        </p:txBody>
      </p:sp>
      <p:sp>
        <p:nvSpPr>
          <p:cNvPr id="21507" name="Rectangle 2"/>
          <p:cNvSpPr>
            <a:spLocks noGrp="1" noRot="1" noChangeAspect="1" noChangeArrowheads="1"/>
          </p:cNvSpPr>
          <p:nvPr>
            <p:ph type="sldImg"/>
          </p:nvPr>
        </p:nvSpPr>
        <p:spPr>
          <a:xfrm>
            <a:off x="381000" y="685800"/>
            <a:ext cx="6096000" cy="3429000"/>
          </a:xfrm>
          <a:solidFill>
            <a:srgbClr val="FFFFFF"/>
          </a:solidFill>
          <a:ln/>
        </p:spPr>
      </p:sp>
      <p:sp>
        <p:nvSpPr>
          <p:cNvPr id="21508" name="Rectangle 3"/>
          <p:cNvSpPr>
            <a:spLocks noGrp="1" noChangeArrowheads="1"/>
          </p:cNvSpPr>
          <p:nvPr>
            <p:ph type="body" idx="1"/>
          </p:nvPr>
        </p:nvSpPr>
        <p:spPr>
          <a:solidFill>
            <a:srgbClr val="FFFFFF"/>
          </a:solidFill>
          <a:ln>
            <a:solidFill>
              <a:srgbClr val="000000"/>
            </a:solidFill>
          </a:ln>
          <a:extLst>
            <a:ext uri="{FAA26D3D-D897-4be2-8F04-BA451C77F1D7}">
              <ma14:placeholderFlag xmlns="" xmlns:ma14="http://schemas.microsoft.com/office/mac/drawingml/2011/main" val="1"/>
            </a:ext>
          </a:extLst>
        </p:spPr>
        <p:txBody>
          <a:bodyPr/>
          <a:lstStyle/>
          <a:p>
            <a:pPr eaLnBrk="1" hangingPunct="1"/>
            <a:r>
              <a:rPr lang="en-US" dirty="0">
                <a:ea typeface="ＭＳ Ｐゴシック" charset="0"/>
                <a:cs typeface="ＭＳ Ｐゴシック" charset="0"/>
              </a:rPr>
              <a:t>D</a:t>
            </a:r>
          </a:p>
        </p:txBody>
      </p:sp>
    </p:spTree>
    <p:extLst>
      <p:ext uri="{BB962C8B-B14F-4D97-AF65-F5344CB8AC3E}">
        <p14:creationId xmlns:p14="http://schemas.microsoft.com/office/powerpoint/2010/main" val="1463555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600">
                <a:solidFill>
                  <a:schemeClr val="tx1"/>
                </a:solidFill>
                <a:latin typeface="Times New Roman" charset="0"/>
                <a:ea typeface="ＭＳ Ｐゴシック" charset="0"/>
                <a:cs typeface="ＭＳ Ｐゴシック" charset="0"/>
              </a:defRPr>
            </a:lvl1pPr>
            <a:lvl2pPr marL="37931725" indent="-37474525" eaLnBrk="0" hangingPunct="0">
              <a:defRPr sz="1600">
                <a:solidFill>
                  <a:schemeClr val="tx1"/>
                </a:solidFill>
                <a:latin typeface="Times New Roman" charset="0"/>
                <a:ea typeface="ＭＳ Ｐゴシック" charset="0"/>
              </a:defRPr>
            </a:lvl2pPr>
            <a:lvl3pPr eaLnBrk="0" hangingPunct="0">
              <a:defRPr sz="1600">
                <a:solidFill>
                  <a:schemeClr val="tx1"/>
                </a:solidFill>
                <a:latin typeface="Times New Roman" charset="0"/>
                <a:ea typeface="ＭＳ Ｐゴシック" charset="0"/>
              </a:defRPr>
            </a:lvl3pPr>
            <a:lvl4pPr eaLnBrk="0" hangingPunct="0">
              <a:defRPr sz="1600">
                <a:solidFill>
                  <a:schemeClr val="tx1"/>
                </a:solidFill>
                <a:latin typeface="Times New Roman" charset="0"/>
                <a:ea typeface="ＭＳ Ｐゴシック" charset="0"/>
              </a:defRPr>
            </a:lvl4pPr>
            <a:lvl5pPr eaLnBrk="0" hangingPunct="0">
              <a:defRPr sz="1600">
                <a:solidFill>
                  <a:schemeClr val="tx1"/>
                </a:solidFill>
                <a:latin typeface="Times New Roman" charset="0"/>
                <a:ea typeface="ＭＳ Ｐゴシック" charset="0"/>
              </a:defRPr>
            </a:lvl5pPr>
            <a:lvl6pPr marL="457200" eaLnBrk="0" fontAlgn="base" hangingPunct="0">
              <a:spcBef>
                <a:spcPct val="0"/>
              </a:spcBef>
              <a:spcAft>
                <a:spcPct val="0"/>
              </a:spcAft>
              <a:defRPr sz="1600">
                <a:solidFill>
                  <a:schemeClr val="tx1"/>
                </a:solidFill>
                <a:latin typeface="Times New Roman" charset="0"/>
                <a:ea typeface="ＭＳ Ｐゴシック" charset="0"/>
              </a:defRPr>
            </a:lvl6pPr>
            <a:lvl7pPr marL="914400" eaLnBrk="0" fontAlgn="base" hangingPunct="0">
              <a:spcBef>
                <a:spcPct val="0"/>
              </a:spcBef>
              <a:spcAft>
                <a:spcPct val="0"/>
              </a:spcAft>
              <a:defRPr sz="1600">
                <a:solidFill>
                  <a:schemeClr val="tx1"/>
                </a:solidFill>
                <a:latin typeface="Times New Roman" charset="0"/>
                <a:ea typeface="ＭＳ Ｐゴシック" charset="0"/>
              </a:defRPr>
            </a:lvl7pPr>
            <a:lvl8pPr marL="1371600" eaLnBrk="0" fontAlgn="base" hangingPunct="0">
              <a:spcBef>
                <a:spcPct val="0"/>
              </a:spcBef>
              <a:spcAft>
                <a:spcPct val="0"/>
              </a:spcAft>
              <a:defRPr sz="1600">
                <a:solidFill>
                  <a:schemeClr val="tx1"/>
                </a:solidFill>
                <a:latin typeface="Times New Roman" charset="0"/>
                <a:ea typeface="ＭＳ Ｐゴシック" charset="0"/>
              </a:defRPr>
            </a:lvl8pPr>
            <a:lvl9pPr marL="1828800" eaLnBrk="0" fontAlgn="base" hangingPunct="0">
              <a:spcBef>
                <a:spcPct val="0"/>
              </a:spcBef>
              <a:spcAft>
                <a:spcPct val="0"/>
              </a:spcAft>
              <a:defRPr sz="1600">
                <a:solidFill>
                  <a:schemeClr val="tx1"/>
                </a:solidFill>
                <a:latin typeface="Times New Roman" charset="0"/>
                <a:ea typeface="ＭＳ Ｐゴシック" charset="0"/>
              </a:defRPr>
            </a:lvl9pPr>
          </a:lstStyle>
          <a:p>
            <a:pPr eaLnBrk="1" hangingPunct="1"/>
            <a:fld id="{F794197A-909D-6248-B44E-761B541FFA90}" type="slidenum">
              <a:rPr lang="en-US" sz="1200"/>
              <a:pPr eaLnBrk="1" hangingPunct="1"/>
              <a:t>9</a:t>
            </a:fld>
            <a:endParaRPr lang="en-US" sz="1200"/>
          </a:p>
        </p:txBody>
      </p:sp>
      <p:sp>
        <p:nvSpPr>
          <p:cNvPr id="21507" name="Rectangle 2"/>
          <p:cNvSpPr>
            <a:spLocks noGrp="1" noRot="1" noChangeAspect="1" noChangeArrowheads="1"/>
          </p:cNvSpPr>
          <p:nvPr>
            <p:ph type="sldImg"/>
          </p:nvPr>
        </p:nvSpPr>
        <p:spPr>
          <a:xfrm>
            <a:off x="381000" y="685800"/>
            <a:ext cx="6096000" cy="3429000"/>
          </a:xfrm>
          <a:solidFill>
            <a:srgbClr val="FFFFFF"/>
          </a:solidFill>
          <a:ln/>
        </p:spPr>
      </p:sp>
      <p:sp>
        <p:nvSpPr>
          <p:cNvPr id="21508" name="Rectangle 3"/>
          <p:cNvSpPr>
            <a:spLocks noGrp="1" noChangeArrowheads="1"/>
          </p:cNvSpPr>
          <p:nvPr>
            <p:ph type="body" idx="1"/>
          </p:nvPr>
        </p:nvSpPr>
        <p:spPr>
          <a:solidFill>
            <a:srgbClr val="FFFFFF"/>
          </a:solidFill>
          <a:ln>
            <a:solidFill>
              <a:srgbClr val="000000"/>
            </a:solidFill>
          </a:ln>
          <a:extLst>
            <a:ext uri="{FAA26D3D-D897-4be2-8F04-BA451C77F1D7}">
              <ma14:placeholderFlag xmlns="" xmlns:ma14="http://schemas.microsoft.com/office/mac/drawingml/2011/main" val="1"/>
            </a:ext>
          </a:extLst>
        </p:spPr>
        <p:txBody>
          <a:bodyPr/>
          <a:lstStyle/>
          <a:p>
            <a:pPr eaLnBrk="1" hangingPunct="1"/>
            <a:r>
              <a:rPr lang="en-US" dirty="0">
                <a:ea typeface="ＭＳ Ｐゴシック" charset="0"/>
                <a:cs typeface="ＭＳ Ｐゴシック" charset="0"/>
              </a:rPr>
              <a:t>D</a:t>
            </a:r>
          </a:p>
        </p:txBody>
      </p:sp>
    </p:spTree>
    <p:extLst>
      <p:ext uri="{BB962C8B-B14F-4D97-AF65-F5344CB8AC3E}">
        <p14:creationId xmlns:p14="http://schemas.microsoft.com/office/powerpoint/2010/main" val="412580065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600">
                <a:solidFill>
                  <a:schemeClr val="tx1"/>
                </a:solidFill>
                <a:latin typeface="Times New Roman" charset="0"/>
                <a:ea typeface="ＭＳ Ｐゴシック" charset="0"/>
                <a:cs typeface="ＭＳ Ｐゴシック" charset="0"/>
              </a:defRPr>
            </a:lvl1pPr>
            <a:lvl2pPr marL="37931725" indent="-37474525" eaLnBrk="0" hangingPunct="0">
              <a:defRPr sz="1600">
                <a:solidFill>
                  <a:schemeClr val="tx1"/>
                </a:solidFill>
                <a:latin typeface="Times New Roman" charset="0"/>
                <a:ea typeface="ＭＳ Ｐゴシック" charset="0"/>
              </a:defRPr>
            </a:lvl2pPr>
            <a:lvl3pPr eaLnBrk="0" hangingPunct="0">
              <a:defRPr sz="1600">
                <a:solidFill>
                  <a:schemeClr val="tx1"/>
                </a:solidFill>
                <a:latin typeface="Times New Roman" charset="0"/>
                <a:ea typeface="ＭＳ Ｐゴシック" charset="0"/>
              </a:defRPr>
            </a:lvl3pPr>
            <a:lvl4pPr eaLnBrk="0" hangingPunct="0">
              <a:defRPr sz="1600">
                <a:solidFill>
                  <a:schemeClr val="tx1"/>
                </a:solidFill>
                <a:latin typeface="Times New Roman" charset="0"/>
                <a:ea typeface="ＭＳ Ｐゴシック" charset="0"/>
              </a:defRPr>
            </a:lvl4pPr>
            <a:lvl5pPr eaLnBrk="0" hangingPunct="0">
              <a:defRPr sz="1600">
                <a:solidFill>
                  <a:schemeClr val="tx1"/>
                </a:solidFill>
                <a:latin typeface="Times New Roman" charset="0"/>
                <a:ea typeface="ＭＳ Ｐゴシック" charset="0"/>
              </a:defRPr>
            </a:lvl5pPr>
            <a:lvl6pPr marL="457200" eaLnBrk="0" fontAlgn="base" hangingPunct="0">
              <a:spcBef>
                <a:spcPct val="0"/>
              </a:spcBef>
              <a:spcAft>
                <a:spcPct val="0"/>
              </a:spcAft>
              <a:defRPr sz="1600">
                <a:solidFill>
                  <a:schemeClr val="tx1"/>
                </a:solidFill>
                <a:latin typeface="Times New Roman" charset="0"/>
                <a:ea typeface="ＭＳ Ｐゴシック" charset="0"/>
              </a:defRPr>
            </a:lvl6pPr>
            <a:lvl7pPr marL="914400" eaLnBrk="0" fontAlgn="base" hangingPunct="0">
              <a:spcBef>
                <a:spcPct val="0"/>
              </a:spcBef>
              <a:spcAft>
                <a:spcPct val="0"/>
              </a:spcAft>
              <a:defRPr sz="1600">
                <a:solidFill>
                  <a:schemeClr val="tx1"/>
                </a:solidFill>
                <a:latin typeface="Times New Roman" charset="0"/>
                <a:ea typeface="ＭＳ Ｐゴシック" charset="0"/>
              </a:defRPr>
            </a:lvl7pPr>
            <a:lvl8pPr marL="1371600" eaLnBrk="0" fontAlgn="base" hangingPunct="0">
              <a:spcBef>
                <a:spcPct val="0"/>
              </a:spcBef>
              <a:spcAft>
                <a:spcPct val="0"/>
              </a:spcAft>
              <a:defRPr sz="1600">
                <a:solidFill>
                  <a:schemeClr val="tx1"/>
                </a:solidFill>
                <a:latin typeface="Times New Roman" charset="0"/>
                <a:ea typeface="ＭＳ Ｐゴシック" charset="0"/>
              </a:defRPr>
            </a:lvl8pPr>
            <a:lvl9pPr marL="1828800" eaLnBrk="0" fontAlgn="base" hangingPunct="0">
              <a:spcBef>
                <a:spcPct val="0"/>
              </a:spcBef>
              <a:spcAft>
                <a:spcPct val="0"/>
              </a:spcAft>
              <a:defRPr sz="1600">
                <a:solidFill>
                  <a:schemeClr val="tx1"/>
                </a:solidFill>
                <a:latin typeface="Times New Roman" charset="0"/>
                <a:ea typeface="ＭＳ Ｐゴシック" charset="0"/>
              </a:defRPr>
            </a:lvl9pPr>
          </a:lstStyle>
          <a:p>
            <a:pPr eaLnBrk="1" hangingPunct="1"/>
            <a:fld id="{F794197A-909D-6248-B44E-761B541FFA90}" type="slidenum">
              <a:rPr lang="en-US" sz="1200"/>
              <a:pPr eaLnBrk="1" hangingPunct="1"/>
              <a:t>11</a:t>
            </a:fld>
            <a:endParaRPr lang="en-US" sz="1200"/>
          </a:p>
        </p:txBody>
      </p:sp>
      <p:sp>
        <p:nvSpPr>
          <p:cNvPr id="21507" name="Rectangle 2"/>
          <p:cNvSpPr>
            <a:spLocks noGrp="1" noRot="1" noChangeAspect="1" noChangeArrowheads="1"/>
          </p:cNvSpPr>
          <p:nvPr>
            <p:ph type="sldImg"/>
          </p:nvPr>
        </p:nvSpPr>
        <p:spPr>
          <a:xfrm>
            <a:off x="381000" y="685800"/>
            <a:ext cx="6096000" cy="3429000"/>
          </a:xfrm>
          <a:solidFill>
            <a:srgbClr val="FFFFFF"/>
          </a:solidFill>
          <a:ln/>
        </p:spPr>
      </p:sp>
      <p:sp>
        <p:nvSpPr>
          <p:cNvPr id="21508" name="Rectangle 3"/>
          <p:cNvSpPr>
            <a:spLocks noGrp="1" noChangeArrowheads="1"/>
          </p:cNvSpPr>
          <p:nvPr>
            <p:ph type="body" idx="1"/>
          </p:nvPr>
        </p:nvSpPr>
        <p:spPr>
          <a:solidFill>
            <a:srgbClr val="FFFFFF"/>
          </a:solidFill>
          <a:ln>
            <a:solidFill>
              <a:srgbClr val="000000"/>
            </a:solidFill>
          </a:ln>
          <a:extLst>
            <a:ext uri="{FAA26D3D-D897-4be2-8F04-BA451C77F1D7}">
              <ma14:placeholderFlag xmlns="" xmlns:ma14="http://schemas.microsoft.com/office/mac/drawingml/2011/main" val="1"/>
            </a:ext>
          </a:extLst>
        </p:spPr>
        <p:txBody>
          <a:bodyPr/>
          <a:lstStyle/>
          <a:p>
            <a:pPr eaLnBrk="1" hangingPunct="1"/>
            <a:r>
              <a:rPr lang="en-US" dirty="0">
                <a:ea typeface="ＭＳ Ｐゴシック" charset="0"/>
                <a:cs typeface="ＭＳ Ｐゴシック" charset="0"/>
              </a:rPr>
              <a:t>D</a:t>
            </a:r>
          </a:p>
        </p:txBody>
      </p:sp>
    </p:spTree>
    <p:extLst>
      <p:ext uri="{BB962C8B-B14F-4D97-AF65-F5344CB8AC3E}">
        <p14:creationId xmlns:p14="http://schemas.microsoft.com/office/powerpoint/2010/main" val="38344191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600">
                <a:solidFill>
                  <a:schemeClr val="tx1"/>
                </a:solidFill>
                <a:latin typeface="Times New Roman" charset="0"/>
                <a:ea typeface="ＭＳ Ｐゴシック" charset="0"/>
                <a:cs typeface="ＭＳ Ｐゴシック" charset="0"/>
              </a:defRPr>
            </a:lvl1pPr>
            <a:lvl2pPr marL="37931725" indent="-37474525" eaLnBrk="0" hangingPunct="0">
              <a:defRPr sz="1600">
                <a:solidFill>
                  <a:schemeClr val="tx1"/>
                </a:solidFill>
                <a:latin typeface="Times New Roman" charset="0"/>
                <a:ea typeface="ＭＳ Ｐゴシック" charset="0"/>
              </a:defRPr>
            </a:lvl2pPr>
            <a:lvl3pPr eaLnBrk="0" hangingPunct="0">
              <a:defRPr sz="1600">
                <a:solidFill>
                  <a:schemeClr val="tx1"/>
                </a:solidFill>
                <a:latin typeface="Times New Roman" charset="0"/>
                <a:ea typeface="ＭＳ Ｐゴシック" charset="0"/>
              </a:defRPr>
            </a:lvl3pPr>
            <a:lvl4pPr eaLnBrk="0" hangingPunct="0">
              <a:defRPr sz="1600">
                <a:solidFill>
                  <a:schemeClr val="tx1"/>
                </a:solidFill>
                <a:latin typeface="Times New Roman" charset="0"/>
                <a:ea typeface="ＭＳ Ｐゴシック" charset="0"/>
              </a:defRPr>
            </a:lvl4pPr>
            <a:lvl5pPr eaLnBrk="0" hangingPunct="0">
              <a:defRPr sz="1600">
                <a:solidFill>
                  <a:schemeClr val="tx1"/>
                </a:solidFill>
                <a:latin typeface="Times New Roman" charset="0"/>
                <a:ea typeface="ＭＳ Ｐゴシック" charset="0"/>
              </a:defRPr>
            </a:lvl5pPr>
            <a:lvl6pPr marL="457200" eaLnBrk="0" fontAlgn="base" hangingPunct="0">
              <a:spcBef>
                <a:spcPct val="0"/>
              </a:spcBef>
              <a:spcAft>
                <a:spcPct val="0"/>
              </a:spcAft>
              <a:defRPr sz="1600">
                <a:solidFill>
                  <a:schemeClr val="tx1"/>
                </a:solidFill>
                <a:latin typeface="Times New Roman" charset="0"/>
                <a:ea typeface="ＭＳ Ｐゴシック" charset="0"/>
              </a:defRPr>
            </a:lvl6pPr>
            <a:lvl7pPr marL="914400" eaLnBrk="0" fontAlgn="base" hangingPunct="0">
              <a:spcBef>
                <a:spcPct val="0"/>
              </a:spcBef>
              <a:spcAft>
                <a:spcPct val="0"/>
              </a:spcAft>
              <a:defRPr sz="1600">
                <a:solidFill>
                  <a:schemeClr val="tx1"/>
                </a:solidFill>
                <a:latin typeface="Times New Roman" charset="0"/>
                <a:ea typeface="ＭＳ Ｐゴシック" charset="0"/>
              </a:defRPr>
            </a:lvl7pPr>
            <a:lvl8pPr marL="1371600" eaLnBrk="0" fontAlgn="base" hangingPunct="0">
              <a:spcBef>
                <a:spcPct val="0"/>
              </a:spcBef>
              <a:spcAft>
                <a:spcPct val="0"/>
              </a:spcAft>
              <a:defRPr sz="1600">
                <a:solidFill>
                  <a:schemeClr val="tx1"/>
                </a:solidFill>
                <a:latin typeface="Times New Roman" charset="0"/>
                <a:ea typeface="ＭＳ Ｐゴシック" charset="0"/>
              </a:defRPr>
            </a:lvl8pPr>
            <a:lvl9pPr marL="1828800" eaLnBrk="0" fontAlgn="base" hangingPunct="0">
              <a:spcBef>
                <a:spcPct val="0"/>
              </a:spcBef>
              <a:spcAft>
                <a:spcPct val="0"/>
              </a:spcAft>
              <a:defRPr sz="1600">
                <a:solidFill>
                  <a:schemeClr val="tx1"/>
                </a:solidFill>
                <a:latin typeface="Times New Roman" charset="0"/>
                <a:ea typeface="ＭＳ Ｐゴシック" charset="0"/>
              </a:defRPr>
            </a:lvl9pPr>
          </a:lstStyle>
          <a:p>
            <a:pPr eaLnBrk="1" hangingPunct="1"/>
            <a:fld id="{F794197A-909D-6248-B44E-761B541FFA90}" type="slidenum">
              <a:rPr lang="en-US" sz="1200"/>
              <a:pPr eaLnBrk="1" hangingPunct="1"/>
              <a:t>12</a:t>
            </a:fld>
            <a:endParaRPr lang="en-US" sz="1200"/>
          </a:p>
        </p:txBody>
      </p:sp>
      <p:sp>
        <p:nvSpPr>
          <p:cNvPr id="21507" name="Rectangle 2"/>
          <p:cNvSpPr>
            <a:spLocks noGrp="1" noRot="1" noChangeAspect="1" noChangeArrowheads="1"/>
          </p:cNvSpPr>
          <p:nvPr>
            <p:ph type="sldImg"/>
          </p:nvPr>
        </p:nvSpPr>
        <p:spPr>
          <a:xfrm>
            <a:off x="381000" y="685800"/>
            <a:ext cx="6096000" cy="3429000"/>
          </a:xfrm>
          <a:solidFill>
            <a:srgbClr val="FFFFFF"/>
          </a:solidFill>
          <a:ln/>
        </p:spPr>
      </p:sp>
      <p:sp>
        <p:nvSpPr>
          <p:cNvPr id="21508" name="Rectangle 3"/>
          <p:cNvSpPr>
            <a:spLocks noGrp="1" noChangeArrowheads="1"/>
          </p:cNvSpPr>
          <p:nvPr>
            <p:ph type="body" idx="1"/>
          </p:nvPr>
        </p:nvSpPr>
        <p:spPr>
          <a:solidFill>
            <a:srgbClr val="FFFFFF"/>
          </a:solidFill>
          <a:ln>
            <a:solidFill>
              <a:srgbClr val="000000"/>
            </a:solidFill>
          </a:ln>
          <a:extLst>
            <a:ext uri="{FAA26D3D-D897-4be2-8F04-BA451C77F1D7}">
              <ma14:placeholderFlag xmlns="" xmlns:ma14="http://schemas.microsoft.com/office/mac/drawingml/2011/main" val="1"/>
            </a:ext>
          </a:extLst>
        </p:spPr>
        <p:txBody>
          <a:bodyPr/>
          <a:lstStyle/>
          <a:p>
            <a:pPr eaLnBrk="1" hangingPunct="1"/>
            <a:r>
              <a:rPr lang="en-US" dirty="0">
                <a:ea typeface="ＭＳ Ｐゴシック" charset="0"/>
                <a:cs typeface="ＭＳ Ｐゴシック" charset="0"/>
              </a:rPr>
              <a:t>D</a:t>
            </a:r>
          </a:p>
        </p:txBody>
      </p:sp>
    </p:spTree>
    <p:extLst>
      <p:ext uri="{BB962C8B-B14F-4D97-AF65-F5344CB8AC3E}">
        <p14:creationId xmlns:p14="http://schemas.microsoft.com/office/powerpoint/2010/main" val="276888791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dirty="0">
                <a:effectLst/>
                <a:latin typeface="NimbusRomNo9L"/>
              </a:rPr>
              <a:t>The word </a:t>
            </a:r>
            <a:r>
              <a:rPr lang="en-US" sz="1800" b="0" dirty="0">
                <a:effectLst/>
                <a:latin typeface="NimbusRomNo9L"/>
              </a:rPr>
              <a:t>head </a:t>
            </a:r>
            <a:r>
              <a:rPr lang="en-US" sz="1800" dirty="0">
                <a:effectLst/>
                <a:latin typeface="NimbusRomNo9L"/>
              </a:rPr>
              <a:t>is used in </a:t>
            </a:r>
            <a:r>
              <a:rPr lang="en-US" sz="1200" dirty="0">
                <a:effectLst/>
                <a:latin typeface="Times New Roman" charset="0"/>
              </a:rPr>
              <a:t> </a:t>
            </a:r>
            <a:r>
              <a:rPr lang="en-US" sz="1800" dirty="0">
                <a:effectLst/>
                <a:latin typeface="NimbusRomNo9L"/>
              </a:rPr>
              <a:t>transformers to refer to specific structured layers </a:t>
            </a:r>
            <a:endParaRPr lang="en-US" dirty="0"/>
          </a:p>
        </p:txBody>
      </p:sp>
      <p:sp>
        <p:nvSpPr>
          <p:cNvPr id="4" name="Slide Number Placeholder 3"/>
          <p:cNvSpPr>
            <a:spLocks noGrp="1"/>
          </p:cNvSpPr>
          <p:nvPr>
            <p:ph type="sldNum" sz="quarter" idx="5"/>
          </p:nvPr>
        </p:nvSpPr>
        <p:spPr/>
        <p:txBody>
          <a:bodyPr/>
          <a:lstStyle/>
          <a:p>
            <a:fld id="{DF0D4404-C563-6B43-A824-459A163A6375}" type="slidenum">
              <a:rPr lang="en-US" smtClean="0"/>
              <a:pPr/>
              <a:t>13</a:t>
            </a:fld>
            <a:endParaRPr lang="en-US"/>
          </a:p>
        </p:txBody>
      </p:sp>
    </p:spTree>
    <p:extLst>
      <p:ext uri="{BB962C8B-B14F-4D97-AF65-F5344CB8AC3E}">
        <p14:creationId xmlns:p14="http://schemas.microsoft.com/office/powerpoint/2010/main" val="19058263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600">
                <a:solidFill>
                  <a:schemeClr val="tx1"/>
                </a:solidFill>
                <a:latin typeface="Times New Roman" charset="0"/>
                <a:ea typeface="ＭＳ Ｐゴシック" charset="0"/>
                <a:cs typeface="ＭＳ Ｐゴシック" charset="0"/>
              </a:defRPr>
            </a:lvl1pPr>
            <a:lvl2pPr marL="37931725" indent="-37474525" eaLnBrk="0" hangingPunct="0">
              <a:defRPr sz="1600">
                <a:solidFill>
                  <a:schemeClr val="tx1"/>
                </a:solidFill>
                <a:latin typeface="Times New Roman" charset="0"/>
                <a:ea typeface="ＭＳ Ｐゴシック" charset="0"/>
              </a:defRPr>
            </a:lvl2pPr>
            <a:lvl3pPr eaLnBrk="0" hangingPunct="0">
              <a:defRPr sz="1600">
                <a:solidFill>
                  <a:schemeClr val="tx1"/>
                </a:solidFill>
                <a:latin typeface="Times New Roman" charset="0"/>
                <a:ea typeface="ＭＳ Ｐゴシック" charset="0"/>
              </a:defRPr>
            </a:lvl3pPr>
            <a:lvl4pPr eaLnBrk="0" hangingPunct="0">
              <a:defRPr sz="1600">
                <a:solidFill>
                  <a:schemeClr val="tx1"/>
                </a:solidFill>
                <a:latin typeface="Times New Roman" charset="0"/>
                <a:ea typeface="ＭＳ Ｐゴシック" charset="0"/>
              </a:defRPr>
            </a:lvl4pPr>
            <a:lvl5pPr eaLnBrk="0" hangingPunct="0">
              <a:defRPr sz="1600">
                <a:solidFill>
                  <a:schemeClr val="tx1"/>
                </a:solidFill>
                <a:latin typeface="Times New Roman" charset="0"/>
                <a:ea typeface="ＭＳ Ｐゴシック" charset="0"/>
              </a:defRPr>
            </a:lvl5pPr>
            <a:lvl6pPr marL="457200" eaLnBrk="0" fontAlgn="base" hangingPunct="0">
              <a:spcBef>
                <a:spcPct val="0"/>
              </a:spcBef>
              <a:spcAft>
                <a:spcPct val="0"/>
              </a:spcAft>
              <a:defRPr sz="1600">
                <a:solidFill>
                  <a:schemeClr val="tx1"/>
                </a:solidFill>
                <a:latin typeface="Times New Roman" charset="0"/>
                <a:ea typeface="ＭＳ Ｐゴシック" charset="0"/>
              </a:defRPr>
            </a:lvl6pPr>
            <a:lvl7pPr marL="914400" eaLnBrk="0" fontAlgn="base" hangingPunct="0">
              <a:spcBef>
                <a:spcPct val="0"/>
              </a:spcBef>
              <a:spcAft>
                <a:spcPct val="0"/>
              </a:spcAft>
              <a:defRPr sz="1600">
                <a:solidFill>
                  <a:schemeClr val="tx1"/>
                </a:solidFill>
                <a:latin typeface="Times New Roman" charset="0"/>
                <a:ea typeface="ＭＳ Ｐゴシック" charset="0"/>
              </a:defRPr>
            </a:lvl7pPr>
            <a:lvl8pPr marL="1371600" eaLnBrk="0" fontAlgn="base" hangingPunct="0">
              <a:spcBef>
                <a:spcPct val="0"/>
              </a:spcBef>
              <a:spcAft>
                <a:spcPct val="0"/>
              </a:spcAft>
              <a:defRPr sz="1600">
                <a:solidFill>
                  <a:schemeClr val="tx1"/>
                </a:solidFill>
                <a:latin typeface="Times New Roman" charset="0"/>
                <a:ea typeface="ＭＳ Ｐゴシック" charset="0"/>
              </a:defRPr>
            </a:lvl8pPr>
            <a:lvl9pPr marL="1828800" eaLnBrk="0" fontAlgn="base" hangingPunct="0">
              <a:spcBef>
                <a:spcPct val="0"/>
              </a:spcBef>
              <a:spcAft>
                <a:spcPct val="0"/>
              </a:spcAft>
              <a:defRPr sz="1600">
                <a:solidFill>
                  <a:schemeClr val="tx1"/>
                </a:solidFill>
                <a:latin typeface="Times New Roman" charset="0"/>
                <a:ea typeface="ＭＳ Ｐゴシック" charset="0"/>
              </a:defRPr>
            </a:lvl9pPr>
          </a:lstStyle>
          <a:p>
            <a:pPr eaLnBrk="1" hangingPunct="1"/>
            <a:fld id="{F794197A-909D-6248-B44E-761B541FFA90}" type="slidenum">
              <a:rPr lang="en-US" sz="1200"/>
              <a:pPr eaLnBrk="1" hangingPunct="1"/>
              <a:t>14</a:t>
            </a:fld>
            <a:endParaRPr lang="en-US" sz="1200"/>
          </a:p>
        </p:txBody>
      </p:sp>
      <p:sp>
        <p:nvSpPr>
          <p:cNvPr id="21507" name="Rectangle 2"/>
          <p:cNvSpPr>
            <a:spLocks noGrp="1" noRot="1" noChangeAspect="1" noChangeArrowheads="1"/>
          </p:cNvSpPr>
          <p:nvPr>
            <p:ph type="sldImg"/>
          </p:nvPr>
        </p:nvSpPr>
        <p:spPr>
          <a:xfrm>
            <a:off x="381000" y="685800"/>
            <a:ext cx="6096000" cy="3429000"/>
          </a:xfrm>
          <a:solidFill>
            <a:srgbClr val="FFFFFF"/>
          </a:solidFill>
          <a:ln/>
        </p:spPr>
      </p:sp>
      <p:sp>
        <p:nvSpPr>
          <p:cNvPr id="21508" name="Rectangle 3"/>
          <p:cNvSpPr>
            <a:spLocks noGrp="1" noChangeArrowheads="1"/>
          </p:cNvSpPr>
          <p:nvPr>
            <p:ph type="body" idx="1"/>
          </p:nvPr>
        </p:nvSpPr>
        <p:spPr>
          <a:solidFill>
            <a:srgbClr val="FFFFFF"/>
          </a:solidFill>
          <a:ln>
            <a:solidFill>
              <a:srgbClr val="000000"/>
            </a:solidFill>
          </a:ln>
          <a:extLst>
            <a:ext uri="{FAA26D3D-D897-4be2-8F04-BA451C77F1D7}">
              <ma14:placeholderFlag xmlns:ma14="http://schemas.microsoft.com/office/mac/drawingml/2011/main" xmlns="" val="1"/>
            </a:ext>
          </a:extLst>
        </p:spPr>
        <p:txBody>
          <a:bodyPr/>
          <a:lstStyle/>
          <a:p>
            <a:pPr eaLnBrk="1" hangingPunct="1"/>
            <a:r>
              <a:rPr lang="en-US" dirty="0">
                <a:ea typeface="ＭＳ Ｐゴシック" charset="0"/>
                <a:cs typeface="ＭＳ Ｐゴシック" charset="0"/>
              </a:rPr>
              <a:t>D</a:t>
            </a:r>
          </a:p>
        </p:txBody>
      </p:sp>
    </p:spTree>
    <p:extLst>
      <p:ext uri="{BB962C8B-B14F-4D97-AF65-F5344CB8AC3E}">
        <p14:creationId xmlns:p14="http://schemas.microsoft.com/office/powerpoint/2010/main" val="272887101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600">
                <a:solidFill>
                  <a:schemeClr val="tx1"/>
                </a:solidFill>
                <a:latin typeface="Times New Roman" charset="0"/>
                <a:ea typeface="ＭＳ Ｐゴシック" charset="0"/>
                <a:cs typeface="ＭＳ Ｐゴシック" charset="0"/>
              </a:defRPr>
            </a:lvl1pPr>
            <a:lvl2pPr marL="37931725" indent="-37474525" eaLnBrk="0" hangingPunct="0">
              <a:defRPr sz="1600">
                <a:solidFill>
                  <a:schemeClr val="tx1"/>
                </a:solidFill>
                <a:latin typeface="Times New Roman" charset="0"/>
                <a:ea typeface="ＭＳ Ｐゴシック" charset="0"/>
              </a:defRPr>
            </a:lvl2pPr>
            <a:lvl3pPr eaLnBrk="0" hangingPunct="0">
              <a:defRPr sz="1600">
                <a:solidFill>
                  <a:schemeClr val="tx1"/>
                </a:solidFill>
                <a:latin typeface="Times New Roman" charset="0"/>
                <a:ea typeface="ＭＳ Ｐゴシック" charset="0"/>
              </a:defRPr>
            </a:lvl3pPr>
            <a:lvl4pPr eaLnBrk="0" hangingPunct="0">
              <a:defRPr sz="1600">
                <a:solidFill>
                  <a:schemeClr val="tx1"/>
                </a:solidFill>
                <a:latin typeface="Times New Roman" charset="0"/>
                <a:ea typeface="ＭＳ Ｐゴシック" charset="0"/>
              </a:defRPr>
            </a:lvl4pPr>
            <a:lvl5pPr eaLnBrk="0" hangingPunct="0">
              <a:defRPr sz="1600">
                <a:solidFill>
                  <a:schemeClr val="tx1"/>
                </a:solidFill>
                <a:latin typeface="Times New Roman" charset="0"/>
                <a:ea typeface="ＭＳ Ｐゴシック" charset="0"/>
              </a:defRPr>
            </a:lvl5pPr>
            <a:lvl6pPr marL="457200" eaLnBrk="0" fontAlgn="base" hangingPunct="0">
              <a:spcBef>
                <a:spcPct val="0"/>
              </a:spcBef>
              <a:spcAft>
                <a:spcPct val="0"/>
              </a:spcAft>
              <a:defRPr sz="1600">
                <a:solidFill>
                  <a:schemeClr val="tx1"/>
                </a:solidFill>
                <a:latin typeface="Times New Roman" charset="0"/>
                <a:ea typeface="ＭＳ Ｐゴシック" charset="0"/>
              </a:defRPr>
            </a:lvl6pPr>
            <a:lvl7pPr marL="914400" eaLnBrk="0" fontAlgn="base" hangingPunct="0">
              <a:spcBef>
                <a:spcPct val="0"/>
              </a:spcBef>
              <a:spcAft>
                <a:spcPct val="0"/>
              </a:spcAft>
              <a:defRPr sz="1600">
                <a:solidFill>
                  <a:schemeClr val="tx1"/>
                </a:solidFill>
                <a:latin typeface="Times New Roman" charset="0"/>
                <a:ea typeface="ＭＳ Ｐゴシック" charset="0"/>
              </a:defRPr>
            </a:lvl7pPr>
            <a:lvl8pPr marL="1371600" eaLnBrk="0" fontAlgn="base" hangingPunct="0">
              <a:spcBef>
                <a:spcPct val="0"/>
              </a:spcBef>
              <a:spcAft>
                <a:spcPct val="0"/>
              </a:spcAft>
              <a:defRPr sz="1600">
                <a:solidFill>
                  <a:schemeClr val="tx1"/>
                </a:solidFill>
                <a:latin typeface="Times New Roman" charset="0"/>
                <a:ea typeface="ＭＳ Ｐゴシック" charset="0"/>
              </a:defRPr>
            </a:lvl8pPr>
            <a:lvl9pPr marL="1828800" eaLnBrk="0" fontAlgn="base" hangingPunct="0">
              <a:spcBef>
                <a:spcPct val="0"/>
              </a:spcBef>
              <a:spcAft>
                <a:spcPct val="0"/>
              </a:spcAft>
              <a:defRPr sz="1600">
                <a:solidFill>
                  <a:schemeClr val="tx1"/>
                </a:solidFill>
                <a:latin typeface="Times New Roman" charset="0"/>
                <a:ea typeface="ＭＳ Ｐゴシック" charset="0"/>
              </a:defRPr>
            </a:lvl9pPr>
          </a:lstStyle>
          <a:p>
            <a:pPr eaLnBrk="1" hangingPunct="1"/>
            <a:fld id="{F794197A-909D-6248-B44E-761B541FFA90}" type="slidenum">
              <a:rPr lang="en-US" sz="1200"/>
              <a:pPr eaLnBrk="1" hangingPunct="1"/>
              <a:t>15</a:t>
            </a:fld>
            <a:endParaRPr lang="en-US" sz="1200"/>
          </a:p>
        </p:txBody>
      </p:sp>
      <p:sp>
        <p:nvSpPr>
          <p:cNvPr id="21507" name="Rectangle 2"/>
          <p:cNvSpPr>
            <a:spLocks noGrp="1" noRot="1" noChangeAspect="1" noChangeArrowheads="1"/>
          </p:cNvSpPr>
          <p:nvPr>
            <p:ph type="sldImg"/>
          </p:nvPr>
        </p:nvSpPr>
        <p:spPr>
          <a:xfrm>
            <a:off x="381000" y="685800"/>
            <a:ext cx="6096000" cy="3429000"/>
          </a:xfrm>
          <a:solidFill>
            <a:srgbClr val="FFFFFF"/>
          </a:solidFill>
          <a:ln/>
        </p:spPr>
      </p:sp>
      <p:sp>
        <p:nvSpPr>
          <p:cNvPr id="21508" name="Rectangle 3"/>
          <p:cNvSpPr>
            <a:spLocks noGrp="1" noChangeArrowheads="1"/>
          </p:cNvSpPr>
          <p:nvPr>
            <p:ph type="body" idx="1"/>
          </p:nvPr>
        </p:nvSpPr>
        <p:spPr>
          <a:solidFill>
            <a:srgbClr val="FFFFFF"/>
          </a:solidFill>
          <a:ln>
            <a:solidFill>
              <a:srgbClr val="000000"/>
            </a:solidFill>
          </a:ln>
          <a:extLst>
            <a:ext uri="{FAA26D3D-D897-4be2-8F04-BA451C77F1D7}">
              <ma14:placeholderFlag xmlns="" xmlns:ma14="http://schemas.microsoft.com/office/mac/drawingml/2011/main" val="1"/>
            </a:ext>
          </a:extLst>
        </p:spPr>
        <p:txBody>
          <a:bodyPr/>
          <a:lstStyle/>
          <a:p>
            <a:pPr eaLnBrk="1" hangingPunct="1"/>
            <a:r>
              <a:rPr lang="en-US" dirty="0">
                <a:ea typeface="ＭＳ Ｐゴシック" charset="0"/>
                <a:cs typeface="ＭＳ Ｐゴシック" charset="0"/>
              </a:rPr>
              <a:t>D</a:t>
            </a:r>
          </a:p>
        </p:txBody>
      </p:sp>
    </p:spTree>
    <p:extLst>
      <p:ext uri="{BB962C8B-B14F-4D97-AF65-F5344CB8AC3E}">
        <p14:creationId xmlns:p14="http://schemas.microsoft.com/office/powerpoint/2010/main" val="13597660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dirty="0">
                <a:effectLst/>
                <a:latin typeface="NimbusRomNo9L"/>
              </a:rPr>
              <a:t>the result of a dot product can be an arbitrarily large (positive or negative) value, and exponentiating large values can lead to numerical issues and loss of gradients during training. To avoid this, we scale the dot product by a factor related to the size of the embeddings, via diving by the square root of the dimensionality of the query and key vectors (</a:t>
            </a:r>
            <a:r>
              <a:rPr lang="en-US" sz="1800" i="1" dirty="0">
                <a:effectLst/>
                <a:latin typeface="NimbusRomNo9L"/>
              </a:rPr>
              <a:t>dk</a:t>
            </a:r>
            <a:r>
              <a:rPr lang="en-US" sz="1800" dirty="0">
                <a:effectLst/>
                <a:latin typeface="NimbusRomNo9L"/>
              </a:rPr>
              <a:t>). </a:t>
            </a:r>
            <a:endParaRPr lang="en-US" dirty="0"/>
          </a:p>
        </p:txBody>
      </p:sp>
      <p:sp>
        <p:nvSpPr>
          <p:cNvPr id="4" name="Slide Number Placeholder 3"/>
          <p:cNvSpPr>
            <a:spLocks noGrp="1"/>
          </p:cNvSpPr>
          <p:nvPr>
            <p:ph type="sldNum" sz="quarter" idx="5"/>
          </p:nvPr>
        </p:nvSpPr>
        <p:spPr/>
        <p:txBody>
          <a:bodyPr/>
          <a:lstStyle/>
          <a:p>
            <a:fld id="{DF0D4404-C563-6B43-A824-459A163A6375}" type="slidenum">
              <a:rPr lang="en-US" smtClean="0"/>
              <a:pPr/>
              <a:t>18</a:t>
            </a:fld>
            <a:endParaRPr lang="en-US"/>
          </a:p>
        </p:txBody>
      </p:sp>
    </p:spTree>
    <p:extLst>
      <p:ext uri="{BB962C8B-B14F-4D97-AF65-F5344CB8AC3E}">
        <p14:creationId xmlns:p14="http://schemas.microsoft.com/office/powerpoint/2010/main" val="378917518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0D4404-C563-6B43-A824-459A163A6375}" type="slidenum">
              <a:rPr lang="en-US" smtClean="0"/>
              <a:pPr/>
              <a:t>19</a:t>
            </a:fld>
            <a:endParaRPr lang="en-US"/>
          </a:p>
        </p:txBody>
      </p:sp>
    </p:spTree>
    <p:extLst>
      <p:ext uri="{BB962C8B-B14F-4D97-AF65-F5344CB8AC3E}">
        <p14:creationId xmlns:p14="http://schemas.microsoft.com/office/powerpoint/2010/main" val="22503202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dirty="0">
                <a:effectLst/>
                <a:latin typeface="NimbusRomNo9L"/>
              </a:rPr>
              <a:t>Up to 128 in Lllama3 405B</a:t>
            </a:r>
            <a:endParaRPr lang="en-US" dirty="0"/>
          </a:p>
        </p:txBody>
      </p:sp>
      <p:sp>
        <p:nvSpPr>
          <p:cNvPr id="4" name="Slide Number Placeholder 3"/>
          <p:cNvSpPr>
            <a:spLocks noGrp="1"/>
          </p:cNvSpPr>
          <p:nvPr>
            <p:ph type="sldNum" sz="quarter" idx="5"/>
          </p:nvPr>
        </p:nvSpPr>
        <p:spPr/>
        <p:txBody>
          <a:bodyPr/>
          <a:lstStyle/>
          <a:p>
            <a:fld id="{DF0D4404-C563-6B43-A824-459A163A6375}" type="slidenum">
              <a:rPr lang="en-US" smtClean="0"/>
              <a:pPr/>
              <a:t>20</a:t>
            </a:fld>
            <a:endParaRPr lang="en-US"/>
          </a:p>
        </p:txBody>
      </p:sp>
    </p:spTree>
    <p:extLst>
      <p:ext uri="{BB962C8B-B14F-4D97-AF65-F5344CB8AC3E}">
        <p14:creationId xmlns:p14="http://schemas.microsoft.com/office/powerpoint/2010/main" val="21553618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097280" y="159603"/>
            <a:ext cx="10058400" cy="907196"/>
          </a:xfrm>
        </p:spPr>
        <p:txBody>
          <a:bodyPr/>
          <a:lstStyle>
            <a:lvl1pPr>
              <a:defRPr sz="4200" baseline="0">
                <a:solidFill>
                  <a:schemeClr val="tx1">
                    <a:lumMod val="65000"/>
                    <a:lumOff val="35000"/>
                  </a:schemeClr>
                </a:solidFill>
              </a:defRPr>
            </a:lvl1pPr>
          </a:lstStyle>
          <a:p>
            <a:r>
              <a:rPr lang="en-US" dirty="0"/>
              <a:t>Click to edit Master title style</a:t>
            </a:r>
          </a:p>
        </p:txBody>
      </p:sp>
      <p:sp>
        <p:nvSpPr>
          <p:cNvPr id="3" name="Content Placeholder 2"/>
          <p:cNvSpPr>
            <a:spLocks noGrp="1"/>
          </p:cNvSpPr>
          <p:nvPr>
            <p:ph idx="1"/>
          </p:nvPr>
        </p:nvSpPr>
        <p:spPr>
          <a:xfrm>
            <a:off x="1097285" y="1600200"/>
            <a:ext cx="10058401" cy="4572000"/>
          </a:xfrm>
        </p:spPr>
        <p:txBody>
          <a:bodyPr/>
          <a:lstStyle>
            <a:lvl1pPr marL="7938" indent="-7938">
              <a:buNone/>
              <a:tabLst/>
              <a:defRPr sz="2800" baseline="0">
                <a:solidFill>
                  <a:schemeClr val="tx1">
                    <a:lumMod val="65000"/>
                    <a:lumOff val="35000"/>
                  </a:schemeClr>
                </a:solidFill>
              </a:defRPr>
            </a:lvl1pPr>
            <a:lvl2pPr marL="404783" indent="-253982">
              <a:tabLst/>
              <a:defRPr sz="2400" baseline="0">
                <a:solidFill>
                  <a:schemeClr val="tx1">
                    <a:lumMod val="65000"/>
                    <a:lumOff val="35000"/>
                  </a:schemeClr>
                </a:solidFill>
              </a:defRPr>
            </a:lvl2pPr>
            <a:lvl3pPr marL="515899" indent="-228584">
              <a:tabLst/>
              <a:defRPr sz="2000" baseline="0">
                <a:solidFill>
                  <a:schemeClr val="tx1">
                    <a:lumMod val="65000"/>
                    <a:lumOff val="35000"/>
                  </a:schemeClr>
                </a:solidFill>
              </a:defRPr>
            </a:lvl3pPr>
            <a:lvl4pPr marL="690512" indent="-265093">
              <a:tabLst/>
              <a:defRPr sz="1600" baseline="0">
                <a:solidFill>
                  <a:schemeClr val="tx1">
                    <a:lumMod val="65000"/>
                    <a:lumOff val="35000"/>
                  </a:schemeClr>
                </a:solidFill>
              </a:defRPr>
            </a:lvl4pPr>
            <a:lvl5pPr marL="801628" indent="-239695">
              <a:tabLst/>
              <a:defRPr sz="1400" baseline="0">
                <a:solidFill>
                  <a:schemeClr val="tx1">
                    <a:lumMod val="65000"/>
                    <a:lumOff val="35000"/>
                  </a:schemeClr>
                </a:solidFill>
                <a:latin typeface="+mj-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240CDC23-E565-C848-9AF6-12BD09C53D91}" type="datetimeFigureOut">
              <a:rPr lang="en-US" smtClean="0"/>
              <a:t>9/14/2025</a:t>
            </a:fld>
            <a:endParaRPr lang="en-US"/>
          </a:p>
        </p:txBody>
      </p:sp>
      <p:sp>
        <p:nvSpPr>
          <p:cNvPr id="5" name="Footer Placeholder 4"/>
          <p:cNvSpPr>
            <a:spLocks noGrp="1"/>
          </p:cNvSpPr>
          <p:nvPr>
            <p:ph type="ftr" sz="quarter" idx="11"/>
          </p:nvPr>
        </p:nvSpPr>
        <p:spPr>
          <a:xfrm>
            <a:off x="3686187" y="6705607"/>
            <a:ext cx="4822804" cy="119311"/>
          </a:xfrm>
        </p:spPr>
        <p:txBody>
          <a:bodyPr/>
          <a:lstStyle>
            <a:lvl1pPr>
              <a:defRPr sz="600">
                <a:solidFill>
                  <a:schemeClr val="tx1"/>
                </a:solidFill>
              </a:defRPr>
            </a:lvl1pPr>
          </a:lstStyle>
          <a:p>
            <a:r>
              <a:rPr lang="en-US" dirty="0"/>
              <a:t>Slides adapted from Jure </a:t>
            </a:r>
            <a:r>
              <a:rPr lang="en-US" dirty="0" err="1"/>
              <a:t>Leskovec</a:t>
            </a:r>
            <a:endParaRPr lang="en-US" sz="525" dirty="0"/>
          </a:p>
          <a:p>
            <a:endParaRPr lang="en-US" dirty="0"/>
          </a:p>
        </p:txBody>
      </p:sp>
      <p:sp>
        <p:nvSpPr>
          <p:cNvPr id="6" name="Slide Number Placeholder 5"/>
          <p:cNvSpPr>
            <a:spLocks noGrp="1"/>
          </p:cNvSpPr>
          <p:nvPr>
            <p:ph type="sldNum" sz="quarter" idx="12"/>
          </p:nvPr>
        </p:nvSpPr>
        <p:spPr/>
        <p:txBody>
          <a:bodyPr/>
          <a:lstStyle/>
          <a:p>
            <a:fld id="{D07771B2-D7F7-364E-B6F3-F7FE93606BCE}" type="slidenum">
              <a:rPr lang="en-US" smtClean="0"/>
              <a:t>‹#›</a:t>
            </a:fld>
            <a:endParaRPr lang="en-US"/>
          </a:p>
        </p:txBody>
      </p:sp>
    </p:spTree>
    <p:extLst>
      <p:ext uri="{BB962C8B-B14F-4D97-AF65-F5344CB8AC3E}">
        <p14:creationId xmlns:p14="http://schemas.microsoft.com/office/powerpoint/2010/main" val="138015552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097280" y="159603"/>
            <a:ext cx="10058400" cy="907196"/>
          </a:xfrm>
        </p:spPr>
        <p:txBody>
          <a:bodyPr/>
          <a:lstStyle>
            <a:lvl1pPr>
              <a:defRPr sz="4200" baseline="0"/>
            </a:lvl1pPr>
          </a:lstStyle>
          <a:p>
            <a:r>
              <a:rPr lang="en-US" dirty="0"/>
              <a:t>Click to edit Master title style</a:t>
            </a:r>
          </a:p>
        </p:txBody>
      </p:sp>
      <p:sp>
        <p:nvSpPr>
          <p:cNvPr id="3" name="Content Placeholder 2"/>
          <p:cNvSpPr>
            <a:spLocks noGrp="1"/>
          </p:cNvSpPr>
          <p:nvPr>
            <p:ph idx="1"/>
          </p:nvPr>
        </p:nvSpPr>
        <p:spPr>
          <a:xfrm>
            <a:off x="1097285" y="1600200"/>
            <a:ext cx="10058401" cy="4572000"/>
          </a:xfrm>
        </p:spPr>
        <p:txBody>
          <a:bodyPr/>
          <a:lstStyle>
            <a:lvl1pPr marL="7938" indent="-7938">
              <a:buNone/>
              <a:tabLst/>
              <a:defRPr sz="2800" baseline="0">
                <a:solidFill>
                  <a:schemeClr val="tx1">
                    <a:lumMod val="75000"/>
                    <a:lumOff val="25000"/>
                  </a:schemeClr>
                </a:solidFill>
              </a:defRPr>
            </a:lvl1pPr>
            <a:lvl2pPr marL="404783" indent="-253982">
              <a:tabLst/>
              <a:defRPr sz="2400" baseline="0">
                <a:solidFill>
                  <a:schemeClr val="tx1">
                    <a:lumMod val="75000"/>
                    <a:lumOff val="25000"/>
                  </a:schemeClr>
                </a:solidFill>
              </a:defRPr>
            </a:lvl2pPr>
            <a:lvl3pPr marL="515899" indent="-228584">
              <a:tabLst/>
              <a:defRPr sz="2000" baseline="0">
                <a:solidFill>
                  <a:schemeClr val="tx1">
                    <a:lumMod val="75000"/>
                    <a:lumOff val="25000"/>
                  </a:schemeClr>
                </a:solidFill>
              </a:defRPr>
            </a:lvl3pPr>
            <a:lvl4pPr marL="690512" indent="-265093">
              <a:tabLst/>
              <a:defRPr sz="1600" baseline="0">
                <a:solidFill>
                  <a:schemeClr val="tx1">
                    <a:lumMod val="75000"/>
                    <a:lumOff val="25000"/>
                  </a:schemeClr>
                </a:solidFill>
              </a:defRPr>
            </a:lvl4pPr>
            <a:lvl5pPr marL="801628" indent="-239695">
              <a:tabLst/>
              <a:defRPr sz="1400" baseline="0">
                <a:solidFill>
                  <a:schemeClr val="tx1">
                    <a:lumMod val="75000"/>
                    <a:lumOff val="25000"/>
                  </a:schemeClr>
                </a:solidFill>
                <a:latin typeface="+mj-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240CDC23-E565-C848-9AF6-12BD09C53D91}" type="datetimeFigureOut">
              <a:rPr lang="en-US" smtClean="0"/>
              <a:t>9/14/2025</a:t>
            </a:fld>
            <a:endParaRPr lang="en-US"/>
          </a:p>
        </p:txBody>
      </p:sp>
      <p:sp>
        <p:nvSpPr>
          <p:cNvPr id="5" name="Footer Placeholder 4"/>
          <p:cNvSpPr>
            <a:spLocks noGrp="1"/>
          </p:cNvSpPr>
          <p:nvPr>
            <p:ph type="ftr" sz="quarter" idx="11"/>
          </p:nvPr>
        </p:nvSpPr>
        <p:spPr>
          <a:xfrm>
            <a:off x="3686187" y="6705607"/>
            <a:ext cx="4822804" cy="119311"/>
          </a:xfrm>
        </p:spPr>
        <p:txBody>
          <a:bodyPr/>
          <a:lstStyle>
            <a:lvl1pPr>
              <a:defRPr sz="600">
                <a:solidFill>
                  <a:schemeClr val="tx1"/>
                </a:solidFill>
              </a:defRPr>
            </a:lvl1pPr>
          </a:lstStyle>
          <a:p>
            <a:r>
              <a:rPr lang="en-US" dirty="0"/>
              <a:t>Slides adapted from Jure </a:t>
            </a:r>
            <a:r>
              <a:rPr lang="en-US" dirty="0" err="1"/>
              <a:t>Leskovec</a:t>
            </a:r>
            <a:endParaRPr lang="en-US" sz="525" dirty="0"/>
          </a:p>
          <a:p>
            <a:endParaRPr lang="en-US" dirty="0"/>
          </a:p>
        </p:txBody>
      </p:sp>
      <p:sp>
        <p:nvSpPr>
          <p:cNvPr id="6" name="Slide Number Placeholder 5"/>
          <p:cNvSpPr>
            <a:spLocks noGrp="1"/>
          </p:cNvSpPr>
          <p:nvPr>
            <p:ph type="sldNum" sz="quarter" idx="12"/>
          </p:nvPr>
        </p:nvSpPr>
        <p:spPr/>
        <p:txBody>
          <a:bodyPr/>
          <a:lstStyle/>
          <a:p>
            <a:fld id="{D07771B2-D7F7-364E-B6F3-F7FE93606BCE}" type="slidenum">
              <a:rPr lang="en-US" smtClean="0"/>
              <a:t>‹#›</a:t>
            </a:fld>
            <a:endParaRPr lang="en-US"/>
          </a:p>
        </p:txBody>
      </p:sp>
    </p:spTree>
    <p:extLst>
      <p:ext uri="{BB962C8B-B14F-4D97-AF65-F5344CB8AC3E}">
        <p14:creationId xmlns:p14="http://schemas.microsoft.com/office/powerpoint/2010/main" val="179825534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7"/>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43"/>
            <a:ext cx="4937760" cy="40233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40CDC23-E565-C848-9AF6-12BD09C53D91}" type="datetimeFigureOut">
              <a:rPr lang="en-US" smtClean="0"/>
              <a:t>9/14/2025</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07771B2-D7F7-364E-B6F3-F7FE93606BCE}" type="slidenum">
              <a:rPr lang="en-US" smtClean="0"/>
              <a:t>‹#›</a:t>
            </a:fld>
            <a:endParaRPr lang="en-US"/>
          </a:p>
        </p:txBody>
      </p:sp>
    </p:spTree>
    <p:extLst>
      <p:ext uri="{BB962C8B-B14F-4D97-AF65-F5344CB8AC3E}">
        <p14:creationId xmlns:p14="http://schemas.microsoft.com/office/powerpoint/2010/main" val="33139323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7"/>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6"/>
            <a:ext cx="4937760" cy="736283"/>
          </a:xfrm>
        </p:spPr>
        <p:txBody>
          <a:bodyPr lIns="91440" rIns="91440" anchor="ctr">
            <a:normAutofit/>
          </a:bodyPr>
          <a:lstStyle>
            <a:lvl1pPr marL="0" indent="0">
              <a:buNone/>
              <a:defRPr sz="1500" b="0" cap="all" baseline="0">
                <a:solidFill>
                  <a:schemeClr val="tx2"/>
                </a:solidFill>
              </a:defRPr>
            </a:lvl1pPr>
            <a:lvl2pPr marL="342874" indent="0">
              <a:buNone/>
              <a:defRPr sz="1500" b="1"/>
            </a:lvl2pPr>
            <a:lvl3pPr marL="685750" indent="0">
              <a:buNone/>
              <a:defRPr sz="1351" b="1"/>
            </a:lvl3pPr>
            <a:lvl4pPr marL="1028624" indent="0">
              <a:buNone/>
              <a:defRPr sz="1200" b="1"/>
            </a:lvl4pPr>
            <a:lvl5pPr marL="1371498" indent="0">
              <a:buNone/>
              <a:defRPr sz="1200" b="1"/>
            </a:lvl5pPr>
            <a:lvl6pPr marL="1714372" indent="0">
              <a:buNone/>
              <a:defRPr sz="1200" b="1"/>
            </a:lvl6pPr>
            <a:lvl7pPr marL="2057246" indent="0">
              <a:buNone/>
              <a:defRPr sz="1200" b="1"/>
            </a:lvl7pPr>
            <a:lvl8pPr marL="2400120" indent="0">
              <a:buNone/>
              <a:defRPr sz="1200" b="1"/>
            </a:lvl8pPr>
            <a:lvl9pPr marL="2742994" indent="0">
              <a:buNone/>
              <a:defRPr sz="1200" b="1"/>
            </a:lvl9pPr>
          </a:lstStyle>
          <a:p>
            <a:pPr lvl="0"/>
            <a:r>
              <a:rPr lang="en-US"/>
              <a:t>Click to edit Master text styles</a:t>
            </a:r>
          </a:p>
        </p:txBody>
      </p:sp>
      <p:sp>
        <p:nvSpPr>
          <p:cNvPr id="4" name="Content Placeholder 3"/>
          <p:cNvSpPr>
            <a:spLocks noGrp="1"/>
          </p:cNvSpPr>
          <p:nvPr>
            <p:ph sz="half" idx="2"/>
          </p:nvPr>
        </p:nvSpPr>
        <p:spPr>
          <a:xfrm>
            <a:off x="1097280" y="2582335"/>
            <a:ext cx="493776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6"/>
            <a:ext cx="4937760" cy="736283"/>
          </a:xfrm>
        </p:spPr>
        <p:txBody>
          <a:bodyPr lIns="91440" rIns="91440" anchor="ctr">
            <a:normAutofit/>
          </a:bodyPr>
          <a:lstStyle>
            <a:lvl1pPr marL="0" indent="0">
              <a:buNone/>
              <a:defRPr sz="1500" b="0" cap="all" baseline="0">
                <a:solidFill>
                  <a:schemeClr val="tx2"/>
                </a:solidFill>
              </a:defRPr>
            </a:lvl1pPr>
            <a:lvl2pPr marL="342874" indent="0">
              <a:buNone/>
              <a:defRPr sz="1500" b="1"/>
            </a:lvl2pPr>
            <a:lvl3pPr marL="685750" indent="0">
              <a:buNone/>
              <a:defRPr sz="1351" b="1"/>
            </a:lvl3pPr>
            <a:lvl4pPr marL="1028624" indent="0">
              <a:buNone/>
              <a:defRPr sz="1200" b="1"/>
            </a:lvl4pPr>
            <a:lvl5pPr marL="1371498" indent="0">
              <a:buNone/>
              <a:defRPr sz="1200" b="1"/>
            </a:lvl5pPr>
            <a:lvl6pPr marL="1714372" indent="0">
              <a:buNone/>
              <a:defRPr sz="1200" b="1"/>
            </a:lvl6pPr>
            <a:lvl7pPr marL="2057246" indent="0">
              <a:buNone/>
              <a:defRPr sz="1200" b="1"/>
            </a:lvl7pPr>
            <a:lvl8pPr marL="2400120" indent="0">
              <a:buNone/>
              <a:defRPr sz="1200" b="1"/>
            </a:lvl8pPr>
            <a:lvl9pPr marL="2742994" indent="0">
              <a:buNone/>
              <a:defRPr sz="1200" b="1"/>
            </a:lvl9pPr>
          </a:lstStyle>
          <a:p>
            <a:pPr lvl="0"/>
            <a:r>
              <a:rPr lang="en-US"/>
              <a:t>Click to edit Master text styles</a:t>
            </a:r>
          </a:p>
        </p:txBody>
      </p:sp>
      <p:sp>
        <p:nvSpPr>
          <p:cNvPr id="6" name="Content Placeholder 5"/>
          <p:cNvSpPr>
            <a:spLocks noGrp="1"/>
          </p:cNvSpPr>
          <p:nvPr>
            <p:ph sz="quarter" idx="4"/>
          </p:nvPr>
        </p:nvSpPr>
        <p:spPr>
          <a:xfrm>
            <a:off x="6217920" y="2582335"/>
            <a:ext cx="493776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40CDC23-E565-C848-9AF6-12BD09C53D91}" type="datetimeFigureOut">
              <a:rPr lang="en-US" smtClean="0"/>
              <a:t>9/14/2025</a:t>
            </a:fld>
            <a:endParaRPr lang="en-US"/>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07771B2-D7F7-364E-B6F3-F7FE93606BCE}" type="slidenum">
              <a:rPr lang="en-US" smtClean="0"/>
              <a:t>‹#›</a:t>
            </a:fld>
            <a:endParaRPr lang="en-US"/>
          </a:p>
        </p:txBody>
      </p:sp>
    </p:spTree>
    <p:extLst>
      <p:ext uri="{BB962C8B-B14F-4D97-AF65-F5344CB8AC3E}">
        <p14:creationId xmlns:p14="http://schemas.microsoft.com/office/powerpoint/2010/main" val="11842236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06400" y="1671641"/>
            <a:ext cx="5386917" cy="639763"/>
          </a:xfrm>
        </p:spPr>
        <p:txBody>
          <a:bodyPr anchor="b"/>
          <a:lstStyle>
            <a:lvl1pPr marL="0" indent="0">
              <a:buNone/>
              <a:defRPr sz="2400" b="1"/>
            </a:lvl1pPr>
            <a:lvl2pPr marL="457167" indent="0">
              <a:buNone/>
              <a:defRPr sz="2000" b="1"/>
            </a:lvl2pPr>
            <a:lvl3pPr marL="914333" indent="0">
              <a:buNone/>
              <a:defRPr sz="1800" b="1"/>
            </a:lvl3pPr>
            <a:lvl4pPr marL="1371498" indent="0">
              <a:buNone/>
              <a:defRPr sz="1600" b="1"/>
            </a:lvl4pPr>
            <a:lvl5pPr marL="1828664" indent="0">
              <a:buNone/>
              <a:defRPr sz="1600" b="1"/>
            </a:lvl5pPr>
            <a:lvl6pPr marL="2285830" indent="0">
              <a:buNone/>
              <a:defRPr sz="1600" b="1"/>
            </a:lvl6pPr>
            <a:lvl7pPr marL="2742994" indent="0">
              <a:buNone/>
              <a:defRPr sz="1600" b="1"/>
            </a:lvl7pPr>
            <a:lvl8pPr marL="3200160" indent="0">
              <a:buNone/>
              <a:defRPr sz="1600" b="1"/>
            </a:lvl8pPr>
            <a:lvl9pPr marL="3657327" indent="0">
              <a:buNone/>
              <a:defRPr sz="1600" b="1"/>
            </a:lvl9pPr>
          </a:lstStyle>
          <a:p>
            <a:pPr lvl="0"/>
            <a:r>
              <a:rPr lang="en-US"/>
              <a:t>Click to edit Master text styles</a:t>
            </a:r>
          </a:p>
        </p:txBody>
      </p:sp>
      <p:sp>
        <p:nvSpPr>
          <p:cNvPr id="4" name="Content Placeholder 3"/>
          <p:cNvSpPr>
            <a:spLocks noGrp="1"/>
          </p:cNvSpPr>
          <p:nvPr>
            <p:ph sz="half" idx="2"/>
          </p:nvPr>
        </p:nvSpPr>
        <p:spPr>
          <a:xfrm>
            <a:off x="406400" y="2311400"/>
            <a:ext cx="5386917" cy="3962400"/>
          </a:xfrm>
        </p:spPr>
        <p:txBody>
          <a:bodyPr/>
          <a:lstStyle>
            <a:lvl1pPr>
              <a:defRPr sz="2400"/>
            </a:lvl1pPr>
            <a:lvl2pPr>
              <a:defRPr sz="2000"/>
            </a:lvl2pPr>
            <a:lvl3pPr>
              <a:defRPr sz="20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990173" y="1671641"/>
            <a:ext cx="5389033" cy="639763"/>
          </a:xfrm>
        </p:spPr>
        <p:txBody>
          <a:bodyPr anchor="b"/>
          <a:lstStyle>
            <a:lvl1pPr marL="0" indent="0">
              <a:buNone/>
              <a:defRPr sz="2400" b="1"/>
            </a:lvl1pPr>
            <a:lvl2pPr marL="457167" indent="0">
              <a:buNone/>
              <a:defRPr sz="2000" b="1"/>
            </a:lvl2pPr>
            <a:lvl3pPr marL="914333" indent="0">
              <a:buNone/>
              <a:defRPr sz="1800" b="1"/>
            </a:lvl3pPr>
            <a:lvl4pPr marL="1371498" indent="0">
              <a:buNone/>
              <a:defRPr sz="1600" b="1"/>
            </a:lvl4pPr>
            <a:lvl5pPr marL="1828664" indent="0">
              <a:buNone/>
              <a:defRPr sz="1600" b="1"/>
            </a:lvl5pPr>
            <a:lvl6pPr marL="2285830" indent="0">
              <a:buNone/>
              <a:defRPr sz="1600" b="1"/>
            </a:lvl6pPr>
            <a:lvl7pPr marL="2742994" indent="0">
              <a:buNone/>
              <a:defRPr sz="1600" b="1"/>
            </a:lvl7pPr>
            <a:lvl8pPr marL="3200160" indent="0">
              <a:buNone/>
              <a:defRPr sz="1600" b="1"/>
            </a:lvl8pPr>
            <a:lvl9pPr marL="3657327"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990173" y="2311400"/>
            <a:ext cx="5389033" cy="3962400"/>
          </a:xfrm>
        </p:spPr>
        <p:txBody>
          <a:bodyPr/>
          <a:lstStyle>
            <a:lvl1pPr>
              <a:defRPr sz="2400"/>
            </a:lvl1pPr>
            <a:lvl2pPr>
              <a:defRPr sz="2000"/>
            </a:lvl2pPr>
            <a:lvl3pPr>
              <a:defRPr sz="20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5"/>
          <p:cNvSpPr>
            <a:spLocks noGrp="1" noChangeArrowheads="1"/>
          </p:cNvSpPr>
          <p:nvPr>
            <p:ph type="dt" sz="half" idx="10"/>
          </p:nvPr>
        </p:nvSpPr>
        <p:spPr>
          <a:xfrm>
            <a:off x="8331200" y="6273800"/>
            <a:ext cx="2641600" cy="457200"/>
          </a:xfrm>
          <a:ln/>
        </p:spPr>
        <p:txBody>
          <a:bodyPr/>
          <a:lstStyle>
            <a:lvl1pPr>
              <a:defRPr/>
            </a:lvl1pPr>
          </a:lstStyle>
          <a:p>
            <a:pPr>
              <a:defRPr/>
            </a:pPr>
            <a:endParaRPr lang="en-US"/>
          </a:p>
        </p:txBody>
      </p:sp>
      <p:sp>
        <p:nvSpPr>
          <p:cNvPr id="8" name="Rectangle 6"/>
          <p:cNvSpPr>
            <a:spLocks noGrp="1" noChangeArrowheads="1"/>
          </p:cNvSpPr>
          <p:nvPr>
            <p:ph type="ftr" sz="quarter" idx="11"/>
          </p:nvPr>
        </p:nvSpPr>
        <p:spPr>
          <a:xfrm>
            <a:off x="3759200" y="6273800"/>
            <a:ext cx="3860800" cy="457200"/>
          </a:xfrm>
          <a:ln/>
        </p:spPr>
        <p:txBody>
          <a:bodyPr/>
          <a:lstStyle>
            <a:lvl1pPr>
              <a:defRPr/>
            </a:lvl1pPr>
          </a:lstStyle>
          <a:p>
            <a:pPr>
              <a:defRPr/>
            </a:pPr>
            <a:endParaRPr lang="en-US"/>
          </a:p>
        </p:txBody>
      </p:sp>
      <p:sp>
        <p:nvSpPr>
          <p:cNvPr id="9" name="Rectangle 7"/>
          <p:cNvSpPr>
            <a:spLocks noGrp="1" noChangeArrowheads="1"/>
          </p:cNvSpPr>
          <p:nvPr>
            <p:ph type="sldNum" sz="quarter" idx="12"/>
          </p:nvPr>
        </p:nvSpPr>
        <p:spPr>
          <a:ln/>
        </p:spPr>
        <p:txBody>
          <a:bodyPr/>
          <a:lstStyle>
            <a:lvl1pPr>
              <a:defRPr/>
            </a:lvl1pPr>
          </a:lstStyle>
          <a:p>
            <a:fld id="{231C68C3-6089-F349-9232-42643877B0CF}" type="slidenum">
              <a:rPr lang="en-US"/>
              <a:pPr/>
              <a:t>‹#›</a:t>
            </a:fld>
            <a:endParaRPr lang="en-US"/>
          </a:p>
        </p:txBody>
      </p:sp>
      <p:sp>
        <p:nvSpPr>
          <p:cNvPr id="10" name="Rectangle 2"/>
          <p:cNvSpPr>
            <a:spLocks noChangeArrowheads="1"/>
          </p:cNvSpPr>
          <p:nvPr userDrawn="1"/>
        </p:nvSpPr>
        <p:spPr bwMode="auto">
          <a:xfrm rot="5400000">
            <a:off x="-3398521" y="3398527"/>
            <a:ext cx="6858001" cy="60959"/>
          </a:xfrm>
          <a:prstGeom prst="rect">
            <a:avLst/>
          </a:prstGeom>
          <a:solidFill>
            <a:srgbClr val="A40508"/>
          </a:solidFill>
          <a:ln w="9525">
            <a:solidFill>
              <a:srgbClr val="A4001D"/>
            </a:solidFill>
            <a:miter lim="800000"/>
            <a:headEnd/>
            <a:tailEnd/>
          </a:ln>
          <a:effectLst/>
        </p:spPr>
        <p:txBody>
          <a:bodyPr wrap="none" anchor="ctr"/>
          <a:lstStyle/>
          <a:p>
            <a:pPr algn="ctr">
              <a:defRPr/>
            </a:pPr>
            <a:endParaRPr lang="en-US" sz="1800">
              <a:solidFill>
                <a:srgbClr val="A50021"/>
              </a:solidFill>
              <a:ea typeface="+mn-ea"/>
              <a:cs typeface="+mn-cs"/>
            </a:endParaRPr>
          </a:p>
        </p:txBody>
      </p:sp>
      <p:sp>
        <p:nvSpPr>
          <p:cNvPr id="11" name="Title 1"/>
          <p:cNvSpPr>
            <a:spLocks noGrp="1"/>
          </p:cNvSpPr>
          <p:nvPr>
            <p:ph type="title"/>
          </p:nvPr>
        </p:nvSpPr>
        <p:spPr>
          <a:xfrm>
            <a:off x="1828800" y="508000"/>
            <a:ext cx="9956800" cy="990600"/>
          </a:xfrm>
        </p:spPr>
        <p:txBody>
          <a:bodyPr/>
          <a:lstStyle/>
          <a:p>
            <a:r>
              <a:rPr lang="en-US"/>
              <a:t>Click to edit Master title style</a:t>
            </a:r>
            <a:endParaRPr lang="en-US" dirty="0"/>
          </a:p>
        </p:txBody>
      </p:sp>
    </p:spTree>
    <p:extLst>
      <p:ext uri="{BB962C8B-B14F-4D97-AF65-F5344CB8AC3E}">
        <p14:creationId xmlns:p14="http://schemas.microsoft.com/office/powerpoint/2010/main" val="13612628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23"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27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613655" y="731520"/>
            <a:ext cx="6679191" cy="5257800"/>
          </a:xfrm>
        </p:spPr>
        <p:txBody>
          <a:bodyPr/>
          <a:lstStyle>
            <a:lvl1pPr>
              <a:defRPr sz="3200" baseline="0">
                <a:solidFill>
                  <a:schemeClr val="accent2"/>
                </a:solidFill>
              </a:defRPr>
            </a:lvl1pPr>
            <a:lvl2pPr>
              <a:defRPr sz="2800" baseline="0">
                <a:solidFill>
                  <a:schemeClr val="accent2"/>
                </a:solidFill>
              </a:defRPr>
            </a:lvl2pPr>
            <a:lvl3pPr>
              <a:defRPr sz="2400" baseline="0">
                <a:solidFill>
                  <a:schemeClr val="accent2"/>
                </a:solidFill>
              </a:defRPr>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457200" y="2926083"/>
            <a:ext cx="3200400" cy="3379124"/>
          </a:xfrm>
        </p:spPr>
        <p:txBody>
          <a:bodyPr lIns="91440" rIns="91440">
            <a:normAutofit/>
          </a:bodyPr>
          <a:lstStyle>
            <a:lvl1pPr marL="0" indent="0">
              <a:buNone/>
              <a:defRPr sz="1125">
                <a:solidFill>
                  <a:srgbClr val="FFFFFF"/>
                </a:solidFill>
              </a:defRPr>
            </a:lvl1pPr>
            <a:lvl2pPr marL="342874" indent="0">
              <a:buNone/>
              <a:defRPr sz="900"/>
            </a:lvl2pPr>
            <a:lvl3pPr marL="685750" indent="0">
              <a:buNone/>
              <a:defRPr sz="751"/>
            </a:lvl3pPr>
            <a:lvl4pPr marL="1028624" indent="0">
              <a:buNone/>
              <a:defRPr sz="675"/>
            </a:lvl4pPr>
            <a:lvl5pPr marL="1371498" indent="0">
              <a:buNone/>
              <a:defRPr sz="675"/>
            </a:lvl5pPr>
            <a:lvl6pPr marL="1714372" indent="0">
              <a:buNone/>
              <a:defRPr sz="675"/>
            </a:lvl6pPr>
            <a:lvl7pPr marL="2057246" indent="0">
              <a:buNone/>
              <a:defRPr sz="675"/>
            </a:lvl7pPr>
            <a:lvl8pPr marL="2400120" indent="0">
              <a:buNone/>
              <a:defRPr sz="675"/>
            </a:lvl8pPr>
            <a:lvl9pPr marL="2742994" indent="0">
              <a:buNone/>
              <a:defRPr sz="675"/>
            </a:lvl9pPr>
          </a:lstStyle>
          <a:p>
            <a:pPr lvl="0"/>
            <a:r>
              <a:rPr lang="en-US"/>
              <a:t>Click to edit Master text styles</a:t>
            </a:r>
          </a:p>
        </p:txBody>
      </p:sp>
      <p:sp>
        <p:nvSpPr>
          <p:cNvPr id="5" name="Date Placeholder 4"/>
          <p:cNvSpPr>
            <a:spLocks noGrp="1"/>
          </p:cNvSpPr>
          <p:nvPr>
            <p:ph type="dt" sz="half" idx="10"/>
          </p:nvPr>
        </p:nvSpPr>
        <p:spPr>
          <a:xfrm>
            <a:off x="465518" y="6459791"/>
            <a:ext cx="2618511" cy="365125"/>
          </a:xfrm>
        </p:spPr>
        <p:txBody>
          <a:bodyPr/>
          <a:lstStyle>
            <a:lvl1pPr algn="l">
              <a:defRPr/>
            </a:lvl1pPr>
          </a:lstStyle>
          <a:p>
            <a:fld id="{240CDC23-E565-C848-9AF6-12BD09C53D91}" type="datetimeFigureOut">
              <a:rPr lang="en-US" smtClean="0"/>
              <a:t>9/14/2025</a:t>
            </a:fld>
            <a:endParaRPr lang="en-US"/>
          </a:p>
        </p:txBody>
      </p:sp>
      <p:sp>
        <p:nvSpPr>
          <p:cNvPr id="6" name="Footer Placeholder 5"/>
          <p:cNvSpPr>
            <a:spLocks noGrp="1"/>
          </p:cNvSpPr>
          <p:nvPr>
            <p:ph type="ftr" sz="quarter" idx="11"/>
          </p:nvPr>
        </p:nvSpPr>
        <p:spPr>
          <a:xfrm>
            <a:off x="4800600" y="6459791"/>
            <a:ext cx="4648200"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D07771B2-D7F7-364E-B6F3-F7FE93606BCE}" type="slidenum">
              <a:rPr lang="en-US" smtClean="0"/>
              <a:t>‹#›</a:t>
            </a:fld>
            <a:endParaRPr lang="en-US"/>
          </a:p>
        </p:txBody>
      </p:sp>
    </p:spTree>
    <p:extLst>
      <p:ext uri="{BB962C8B-B14F-4D97-AF65-F5344CB8AC3E}">
        <p14:creationId xmlns:p14="http://schemas.microsoft.com/office/powerpoint/2010/main" val="140126906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p:cNvSpPr/>
          <p:nvPr/>
        </p:nvSpPr>
        <p:spPr>
          <a:xfrm rot="16200000">
            <a:off x="-3358142" y="3298184"/>
            <a:ext cx="6858003" cy="26163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rot="16200000" flipV="1">
            <a:off x="-3256806" y="3413513"/>
            <a:ext cx="6858003"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7"/>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79" y="1845735"/>
            <a:ext cx="10058401"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7" y="6459791"/>
            <a:ext cx="2472271" cy="365125"/>
          </a:xfrm>
          <a:prstGeom prst="rect">
            <a:avLst/>
          </a:prstGeom>
        </p:spPr>
        <p:txBody>
          <a:bodyPr vert="horz" lIns="91440" tIns="45720" rIns="91440" bIns="45720" rtlCol="0" anchor="ctr"/>
          <a:lstStyle>
            <a:lvl1pPr algn="l">
              <a:defRPr sz="675">
                <a:solidFill>
                  <a:srgbClr val="FFFFFF"/>
                </a:solidFill>
              </a:defRPr>
            </a:lvl1pPr>
          </a:lstStyle>
          <a:p>
            <a:fld id="{240CDC23-E565-C848-9AF6-12BD09C53D91}" type="datetimeFigureOut">
              <a:rPr lang="en-US" smtClean="0"/>
              <a:t>9/14/2025</a:t>
            </a:fld>
            <a:endParaRPr lang="en-US"/>
          </a:p>
        </p:txBody>
      </p:sp>
      <p:sp>
        <p:nvSpPr>
          <p:cNvPr id="5" name="Footer Placeholder 4"/>
          <p:cNvSpPr>
            <a:spLocks noGrp="1"/>
          </p:cNvSpPr>
          <p:nvPr>
            <p:ph type="ftr" sz="quarter" idx="3"/>
          </p:nvPr>
        </p:nvSpPr>
        <p:spPr>
          <a:xfrm>
            <a:off x="3686187" y="6459791"/>
            <a:ext cx="4822804" cy="365125"/>
          </a:xfrm>
          <a:prstGeom prst="rect">
            <a:avLst/>
          </a:prstGeom>
        </p:spPr>
        <p:txBody>
          <a:bodyPr vert="horz" lIns="91440" tIns="45720" rIns="91440" bIns="45720" rtlCol="0" anchor="ctr"/>
          <a:lstStyle>
            <a:lvl1pPr algn="ctr">
              <a:defRPr sz="675"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65" y="6459791"/>
            <a:ext cx="1312025" cy="365125"/>
          </a:xfrm>
          <a:prstGeom prst="rect">
            <a:avLst/>
          </a:prstGeom>
        </p:spPr>
        <p:txBody>
          <a:bodyPr vert="horz" lIns="91440" tIns="45720" rIns="91440" bIns="45720" rtlCol="0" anchor="ctr"/>
          <a:lstStyle>
            <a:lvl1pPr algn="r">
              <a:defRPr sz="788">
                <a:solidFill>
                  <a:srgbClr val="FFFFFF"/>
                </a:solidFill>
              </a:defRPr>
            </a:lvl1pPr>
          </a:lstStyle>
          <a:p>
            <a:fld id="{D07771B2-D7F7-364E-B6F3-F7FE93606BCE}" type="slidenum">
              <a:rPr lang="en-US" smtClean="0"/>
              <a:t>‹#›</a:t>
            </a:fld>
            <a:endParaRPr lang="en-US"/>
          </a:p>
        </p:txBody>
      </p:sp>
    </p:spTree>
    <p:extLst>
      <p:ext uri="{BB962C8B-B14F-4D97-AF65-F5344CB8AC3E}">
        <p14:creationId xmlns:p14="http://schemas.microsoft.com/office/powerpoint/2010/main" val="3869977968"/>
      </p:ext>
    </p:extLst>
  </p:cSld>
  <p:clrMap bg1="lt1" tx1="dk1" bg2="lt2" tx2="dk2" accent1="accent1" accent2="accent2" accent3="accent3" accent4="accent4" accent5="accent5" accent6="accent6" hlink="hlink" folHlink="folHlink"/>
  <p:sldLayoutIdLst>
    <p:sldLayoutId id="2147483754" r:id="rId1"/>
    <p:sldLayoutId id="2147483755" r:id="rId2"/>
    <p:sldLayoutId id="2147483756" r:id="rId3"/>
    <p:sldLayoutId id="2147483757" r:id="rId4"/>
    <p:sldLayoutId id="2147483758" r:id="rId5"/>
    <p:sldLayoutId id="2147483759" r:id="rId6"/>
  </p:sldLayoutIdLst>
  <p:txStyles>
    <p:titleStyle>
      <a:lvl1pPr algn="l" defTabSz="685750" rtl="0" eaLnBrk="1" latinLnBrk="0" hangingPunct="1">
        <a:lnSpc>
          <a:spcPct val="85000"/>
        </a:lnSpc>
        <a:spcBef>
          <a:spcPct val="0"/>
        </a:spcBef>
        <a:buNone/>
        <a:defRPr sz="3600" kern="1200" spc="-37" baseline="0">
          <a:solidFill>
            <a:schemeClr val="tx1">
              <a:lumMod val="75000"/>
              <a:lumOff val="25000"/>
            </a:schemeClr>
          </a:solidFill>
          <a:latin typeface="+mj-lt"/>
          <a:ea typeface="+mj-ea"/>
          <a:cs typeface="+mj-cs"/>
        </a:defRPr>
      </a:lvl1pPr>
    </p:titleStyle>
    <p:bodyStyle>
      <a:lvl1pPr marL="68576" indent="-68576" algn="l" defTabSz="685750" rtl="0" eaLnBrk="1" latinLnBrk="0" hangingPunct="1">
        <a:lnSpc>
          <a:spcPct val="90000"/>
        </a:lnSpc>
        <a:spcBef>
          <a:spcPts val="900"/>
        </a:spcBef>
        <a:spcAft>
          <a:spcPts val="151"/>
        </a:spcAft>
        <a:buClr>
          <a:schemeClr val="accent1"/>
        </a:buClr>
        <a:buSzPct val="100000"/>
        <a:buFont typeface="Calibri" panose="020F0502020204030204" pitchFamily="34" charset="0"/>
        <a:buChar char=" "/>
        <a:defRPr sz="1500" kern="1200">
          <a:solidFill>
            <a:schemeClr val="tx1">
              <a:lumMod val="75000"/>
              <a:lumOff val="25000"/>
            </a:schemeClr>
          </a:solidFill>
          <a:latin typeface="+mn-lt"/>
          <a:ea typeface="+mn-ea"/>
          <a:cs typeface="+mn-cs"/>
        </a:defRPr>
      </a:lvl1pPr>
      <a:lvl2pPr marL="288015" indent="-137150" algn="l" defTabSz="685750" rtl="0" eaLnBrk="1" latinLnBrk="0" hangingPunct="1">
        <a:lnSpc>
          <a:spcPct val="90000"/>
        </a:lnSpc>
        <a:spcBef>
          <a:spcPts val="151"/>
        </a:spcBef>
        <a:spcAft>
          <a:spcPts val="300"/>
        </a:spcAft>
        <a:buClr>
          <a:schemeClr val="accent1"/>
        </a:buClr>
        <a:buFont typeface="Calibri" pitchFamily="34" charset="0"/>
        <a:buChar char="◦"/>
        <a:defRPr sz="1351" kern="1200">
          <a:solidFill>
            <a:schemeClr val="tx1">
              <a:lumMod val="75000"/>
              <a:lumOff val="25000"/>
            </a:schemeClr>
          </a:solidFill>
          <a:latin typeface="+mn-lt"/>
          <a:ea typeface="+mn-ea"/>
          <a:cs typeface="+mn-cs"/>
        </a:defRPr>
      </a:lvl2pPr>
      <a:lvl3pPr marL="425165" indent="-137150" algn="l" defTabSz="685750" rtl="0" eaLnBrk="1" latinLnBrk="0" hangingPunct="1">
        <a:lnSpc>
          <a:spcPct val="90000"/>
        </a:lnSpc>
        <a:spcBef>
          <a:spcPts val="151"/>
        </a:spcBef>
        <a:spcAft>
          <a:spcPts val="300"/>
        </a:spcAft>
        <a:buClr>
          <a:schemeClr val="accent1"/>
        </a:buClr>
        <a:buFont typeface="Calibri" pitchFamily="34" charset="0"/>
        <a:buChar char="◦"/>
        <a:defRPr sz="1051" kern="1200">
          <a:solidFill>
            <a:schemeClr val="tx1">
              <a:lumMod val="75000"/>
              <a:lumOff val="25000"/>
            </a:schemeClr>
          </a:solidFill>
          <a:latin typeface="+mn-lt"/>
          <a:ea typeface="+mn-ea"/>
          <a:cs typeface="+mn-cs"/>
        </a:defRPr>
      </a:lvl3pPr>
      <a:lvl4pPr marL="562315" indent="-137150" algn="l" defTabSz="685750" rtl="0" eaLnBrk="1" latinLnBrk="0" hangingPunct="1">
        <a:lnSpc>
          <a:spcPct val="90000"/>
        </a:lnSpc>
        <a:spcBef>
          <a:spcPts val="151"/>
        </a:spcBef>
        <a:spcAft>
          <a:spcPts val="300"/>
        </a:spcAft>
        <a:buClr>
          <a:schemeClr val="accent1"/>
        </a:buClr>
        <a:buFont typeface="Calibri" pitchFamily="34" charset="0"/>
        <a:buChar char="◦"/>
        <a:defRPr sz="1051" kern="1200">
          <a:solidFill>
            <a:schemeClr val="tx1">
              <a:lumMod val="75000"/>
              <a:lumOff val="25000"/>
            </a:schemeClr>
          </a:solidFill>
          <a:latin typeface="+mn-lt"/>
          <a:ea typeface="+mn-ea"/>
          <a:cs typeface="+mn-cs"/>
        </a:defRPr>
      </a:lvl4pPr>
      <a:lvl5pPr marL="699464" indent="-137150" algn="l" defTabSz="685750" rtl="0" eaLnBrk="1" latinLnBrk="0" hangingPunct="1">
        <a:lnSpc>
          <a:spcPct val="90000"/>
        </a:lnSpc>
        <a:spcBef>
          <a:spcPts val="151"/>
        </a:spcBef>
        <a:spcAft>
          <a:spcPts val="300"/>
        </a:spcAft>
        <a:buClr>
          <a:schemeClr val="accent1"/>
        </a:buClr>
        <a:buFont typeface="Calibri" pitchFamily="34" charset="0"/>
        <a:buChar char="◦"/>
        <a:defRPr sz="1051" kern="1200">
          <a:solidFill>
            <a:schemeClr val="tx1">
              <a:lumMod val="75000"/>
              <a:lumOff val="25000"/>
            </a:schemeClr>
          </a:solidFill>
          <a:latin typeface="+mn-lt"/>
          <a:ea typeface="+mn-ea"/>
          <a:cs typeface="+mn-cs"/>
        </a:defRPr>
      </a:lvl5pPr>
      <a:lvl6pPr marL="824938" indent="-171438" algn="l" defTabSz="685750" rtl="0" eaLnBrk="1" latinLnBrk="0" hangingPunct="1">
        <a:lnSpc>
          <a:spcPct val="90000"/>
        </a:lnSpc>
        <a:spcBef>
          <a:spcPts val="151"/>
        </a:spcBef>
        <a:spcAft>
          <a:spcPts val="300"/>
        </a:spcAft>
        <a:buClr>
          <a:schemeClr val="accent1"/>
        </a:buClr>
        <a:buFont typeface="Calibri" pitchFamily="34" charset="0"/>
        <a:buChar char="◦"/>
        <a:defRPr sz="1051" kern="1200">
          <a:solidFill>
            <a:schemeClr val="tx1">
              <a:lumMod val="75000"/>
              <a:lumOff val="25000"/>
            </a:schemeClr>
          </a:solidFill>
          <a:latin typeface="+mn-lt"/>
          <a:ea typeface="+mn-ea"/>
          <a:cs typeface="+mn-cs"/>
        </a:defRPr>
      </a:lvl6pPr>
      <a:lvl7pPr marL="974928" indent="-171438" algn="l" defTabSz="685750" rtl="0" eaLnBrk="1" latinLnBrk="0" hangingPunct="1">
        <a:lnSpc>
          <a:spcPct val="90000"/>
        </a:lnSpc>
        <a:spcBef>
          <a:spcPts val="151"/>
        </a:spcBef>
        <a:spcAft>
          <a:spcPts val="300"/>
        </a:spcAft>
        <a:buClr>
          <a:schemeClr val="accent1"/>
        </a:buClr>
        <a:buFont typeface="Calibri" pitchFamily="34" charset="0"/>
        <a:buChar char="◦"/>
        <a:defRPr sz="1051" kern="1200">
          <a:solidFill>
            <a:schemeClr val="tx1">
              <a:lumMod val="75000"/>
              <a:lumOff val="25000"/>
            </a:schemeClr>
          </a:solidFill>
          <a:latin typeface="+mn-lt"/>
          <a:ea typeface="+mn-ea"/>
          <a:cs typeface="+mn-cs"/>
        </a:defRPr>
      </a:lvl7pPr>
      <a:lvl8pPr marL="1124916" indent="-171438" algn="l" defTabSz="685750" rtl="0" eaLnBrk="1" latinLnBrk="0" hangingPunct="1">
        <a:lnSpc>
          <a:spcPct val="90000"/>
        </a:lnSpc>
        <a:spcBef>
          <a:spcPts val="151"/>
        </a:spcBef>
        <a:spcAft>
          <a:spcPts val="300"/>
        </a:spcAft>
        <a:buClr>
          <a:schemeClr val="accent1"/>
        </a:buClr>
        <a:buFont typeface="Calibri" pitchFamily="34" charset="0"/>
        <a:buChar char="◦"/>
        <a:defRPr sz="1051" kern="1200">
          <a:solidFill>
            <a:schemeClr val="tx1">
              <a:lumMod val="75000"/>
              <a:lumOff val="25000"/>
            </a:schemeClr>
          </a:solidFill>
          <a:latin typeface="+mn-lt"/>
          <a:ea typeface="+mn-ea"/>
          <a:cs typeface="+mn-cs"/>
        </a:defRPr>
      </a:lvl8pPr>
      <a:lvl9pPr marL="1274905" indent="-171438" algn="l" defTabSz="685750" rtl="0" eaLnBrk="1" latinLnBrk="0" hangingPunct="1">
        <a:lnSpc>
          <a:spcPct val="90000"/>
        </a:lnSpc>
        <a:spcBef>
          <a:spcPts val="151"/>
        </a:spcBef>
        <a:spcAft>
          <a:spcPts val="300"/>
        </a:spcAft>
        <a:buClr>
          <a:schemeClr val="accent1"/>
        </a:buClr>
        <a:buFont typeface="Calibri" pitchFamily="34" charset="0"/>
        <a:buChar char="◦"/>
        <a:defRPr sz="1051" kern="1200">
          <a:solidFill>
            <a:schemeClr val="tx1">
              <a:lumMod val="75000"/>
              <a:lumOff val="25000"/>
            </a:schemeClr>
          </a:solidFill>
          <a:latin typeface="+mn-lt"/>
          <a:ea typeface="+mn-ea"/>
          <a:cs typeface="+mn-cs"/>
        </a:defRPr>
      </a:lvl9pPr>
    </p:bodyStyle>
    <p:otherStyle>
      <a:defPPr>
        <a:defRPr lang="en-US"/>
      </a:defPPr>
      <a:lvl1pPr marL="0" algn="l" defTabSz="685750" rtl="0" eaLnBrk="1" latinLnBrk="0" hangingPunct="1">
        <a:defRPr sz="1351" kern="1200">
          <a:solidFill>
            <a:schemeClr val="tx1"/>
          </a:solidFill>
          <a:latin typeface="+mn-lt"/>
          <a:ea typeface="+mn-ea"/>
          <a:cs typeface="+mn-cs"/>
        </a:defRPr>
      </a:lvl1pPr>
      <a:lvl2pPr marL="342874" algn="l" defTabSz="685750" rtl="0" eaLnBrk="1" latinLnBrk="0" hangingPunct="1">
        <a:defRPr sz="1351" kern="1200">
          <a:solidFill>
            <a:schemeClr val="tx1"/>
          </a:solidFill>
          <a:latin typeface="+mn-lt"/>
          <a:ea typeface="+mn-ea"/>
          <a:cs typeface="+mn-cs"/>
        </a:defRPr>
      </a:lvl2pPr>
      <a:lvl3pPr marL="685750" algn="l" defTabSz="685750" rtl="0" eaLnBrk="1" latinLnBrk="0" hangingPunct="1">
        <a:defRPr sz="1351" kern="1200">
          <a:solidFill>
            <a:schemeClr val="tx1"/>
          </a:solidFill>
          <a:latin typeface="+mn-lt"/>
          <a:ea typeface="+mn-ea"/>
          <a:cs typeface="+mn-cs"/>
        </a:defRPr>
      </a:lvl3pPr>
      <a:lvl4pPr marL="1028624" algn="l" defTabSz="685750" rtl="0" eaLnBrk="1" latinLnBrk="0" hangingPunct="1">
        <a:defRPr sz="1351" kern="1200">
          <a:solidFill>
            <a:schemeClr val="tx1"/>
          </a:solidFill>
          <a:latin typeface="+mn-lt"/>
          <a:ea typeface="+mn-ea"/>
          <a:cs typeface="+mn-cs"/>
        </a:defRPr>
      </a:lvl4pPr>
      <a:lvl5pPr marL="1371498" algn="l" defTabSz="685750" rtl="0" eaLnBrk="1" latinLnBrk="0" hangingPunct="1">
        <a:defRPr sz="1351" kern="1200">
          <a:solidFill>
            <a:schemeClr val="tx1"/>
          </a:solidFill>
          <a:latin typeface="+mn-lt"/>
          <a:ea typeface="+mn-ea"/>
          <a:cs typeface="+mn-cs"/>
        </a:defRPr>
      </a:lvl5pPr>
      <a:lvl6pPr marL="1714372" algn="l" defTabSz="685750" rtl="0" eaLnBrk="1" latinLnBrk="0" hangingPunct="1">
        <a:defRPr sz="1351" kern="1200">
          <a:solidFill>
            <a:schemeClr val="tx1"/>
          </a:solidFill>
          <a:latin typeface="+mn-lt"/>
          <a:ea typeface="+mn-ea"/>
          <a:cs typeface="+mn-cs"/>
        </a:defRPr>
      </a:lvl6pPr>
      <a:lvl7pPr marL="2057246" algn="l" defTabSz="685750" rtl="0" eaLnBrk="1" latinLnBrk="0" hangingPunct="1">
        <a:defRPr sz="1351" kern="1200">
          <a:solidFill>
            <a:schemeClr val="tx1"/>
          </a:solidFill>
          <a:latin typeface="+mn-lt"/>
          <a:ea typeface="+mn-ea"/>
          <a:cs typeface="+mn-cs"/>
        </a:defRPr>
      </a:lvl7pPr>
      <a:lvl8pPr marL="2400120" algn="l" defTabSz="685750" rtl="0" eaLnBrk="1" latinLnBrk="0" hangingPunct="1">
        <a:defRPr sz="1351" kern="1200">
          <a:solidFill>
            <a:schemeClr val="tx1"/>
          </a:solidFill>
          <a:latin typeface="+mn-lt"/>
          <a:ea typeface="+mn-ea"/>
          <a:cs typeface="+mn-cs"/>
        </a:defRPr>
      </a:lvl8pPr>
      <a:lvl9pPr marL="2742994" algn="l" defTabSz="685750" rtl="0" eaLnBrk="1" latinLnBrk="0" hangingPunct="1">
        <a:defRPr sz="1351"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emf"/><Relationship Id="rId1" Type="http://schemas.openxmlformats.org/officeDocument/2006/relationships/slideLayout" Target="../slideLayouts/slideLayout2.xml"/><Relationship Id="rId4" Type="http://schemas.openxmlformats.org/officeDocument/2006/relationships/image" Target="../media/image4.emf"/></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hyperlink" Target="https://www.youtube.com/watch?v=bCz4OMemCcA&amp;t=1243s" TargetMode="External"/><Relationship Id="rId2" Type="http://schemas.openxmlformats.org/officeDocument/2006/relationships/hyperlink" Target="https://www.youtube.com/watch?v=KMHkbXzHn7s" TargetMode="External"/><Relationship Id="rId1" Type="http://schemas.openxmlformats.org/officeDocument/2006/relationships/slideLayout" Target="../slideLayouts/slideLayout2.xml"/><Relationship Id="rId4" Type="http://schemas.openxmlformats.org/officeDocument/2006/relationships/hyperlink" Target="https://www.youtube.com/watch?v=ZhAz268Hdpw&amp;t=1439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5"/>
          <p:cNvSpPr>
            <a:spLocks noGrp="1" noChangeArrowheads="1"/>
          </p:cNvSpPr>
          <p:nvPr>
            <p:ph type="title"/>
          </p:nvPr>
        </p:nvSpPr>
        <p:spPr/>
        <p:txBody>
          <a:bodyPr>
            <a:normAutofit/>
          </a:bodyPr>
          <a:lstStyle/>
          <a:p>
            <a:r>
              <a:rPr lang="en-US" sz="4000" dirty="0">
                <a:solidFill>
                  <a:schemeClr val="bg1"/>
                </a:solidFill>
                <a:ea typeface="Franklin Gothic Book" charset="0"/>
                <a:cs typeface="Franklin Gothic Book" charset="0"/>
              </a:rPr>
              <a:t>Transformers</a:t>
            </a:r>
          </a:p>
        </p:txBody>
      </p:sp>
      <p:sp>
        <p:nvSpPr>
          <p:cNvPr id="16387" name="Rectangle 6"/>
          <p:cNvSpPr>
            <a:spLocks noGrp="1" noChangeArrowheads="1"/>
          </p:cNvSpPr>
          <p:nvPr>
            <p:ph idx="1"/>
          </p:nvPr>
        </p:nvSpPr>
        <p:spPr/>
        <p:txBody>
          <a:bodyPr>
            <a:normAutofit/>
          </a:bodyPr>
          <a:lstStyle/>
          <a:p>
            <a:pPr eaLnBrk="1" hangingPunct="1">
              <a:buFont typeface="Times" charset="0"/>
              <a:buNone/>
            </a:pPr>
            <a:r>
              <a:rPr lang="en-US" sz="4000" dirty="0">
                <a:solidFill>
                  <a:srgbClr val="A4001D"/>
                </a:solidFill>
                <a:latin typeface="Calibri"/>
                <a:ea typeface="ＭＳ Ｐゴシック" charset="0"/>
                <a:cs typeface="Calibri"/>
              </a:rPr>
              <a:t>Introduction to Transformers</a:t>
            </a:r>
          </a:p>
        </p:txBody>
      </p:sp>
      <p:sp>
        <p:nvSpPr>
          <p:cNvPr id="3" name="Text Placeholder 2">
            <a:extLst>
              <a:ext uri="{FF2B5EF4-FFF2-40B4-BE49-F238E27FC236}">
                <a16:creationId xmlns:a16="http://schemas.microsoft.com/office/drawing/2014/main" id="{51FD0C09-EFC7-684F-8EDB-3D513508F962}"/>
              </a:ext>
            </a:extLst>
          </p:cNvPr>
          <p:cNvSpPr>
            <a:spLocks noGrp="1"/>
          </p:cNvSpPr>
          <p:nvPr>
            <p:ph type="body" sz="half" idx="2"/>
          </p:nvPr>
        </p:nvSpPr>
        <p:spPr/>
        <p:txBody>
          <a:bodyPr/>
          <a:lstStyle/>
          <a:p>
            <a:endParaRPr lang="en-US"/>
          </a:p>
        </p:txBody>
      </p:sp>
    </p:spTree>
    <p:extLst>
      <p:ext uri="{BB962C8B-B14F-4D97-AF65-F5344CB8AC3E}">
        <p14:creationId xmlns:p14="http://schemas.microsoft.com/office/powerpoint/2010/main" val="1196244900"/>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1066800" y="384603"/>
            <a:ext cx="10058400" cy="907196"/>
          </a:xfrm>
        </p:spPr>
        <p:txBody>
          <a:bodyPr>
            <a:normAutofit/>
          </a:bodyPr>
          <a:lstStyle/>
          <a:p>
            <a:r>
              <a:rPr lang="en-US" dirty="0"/>
              <a:t>LLMs are built out of transformers</a:t>
            </a:r>
          </a:p>
        </p:txBody>
      </p:sp>
      <p:sp>
        <p:nvSpPr>
          <p:cNvPr id="20483" name="Rectangle 3"/>
          <p:cNvSpPr>
            <a:spLocks noGrp="1" noChangeArrowheads="1"/>
          </p:cNvSpPr>
          <p:nvPr>
            <p:ph idx="1"/>
          </p:nvPr>
        </p:nvSpPr>
        <p:spPr>
          <a:xfrm>
            <a:off x="1676400" y="1447800"/>
            <a:ext cx="10058400" cy="4800600"/>
          </a:xfrm>
        </p:spPr>
        <p:txBody>
          <a:bodyPr>
            <a:normAutofit/>
          </a:bodyPr>
          <a:lstStyle/>
          <a:p>
            <a:pPr marL="0" indent="0"/>
            <a:r>
              <a:rPr lang="en-US" sz="3200" dirty="0"/>
              <a:t>Transformer: a specific kind of network architecture, like a fancier feedforward network, but based on attention</a:t>
            </a:r>
          </a:p>
        </p:txBody>
      </p:sp>
      <p:pic>
        <p:nvPicPr>
          <p:cNvPr id="2" name="Picture 1">
            <a:extLst>
              <a:ext uri="{FF2B5EF4-FFF2-40B4-BE49-F238E27FC236}">
                <a16:creationId xmlns:a16="http://schemas.microsoft.com/office/drawing/2014/main" id="{CCA119C2-582F-4D99-92AF-E6E7C5196B0D}"/>
              </a:ext>
            </a:extLst>
          </p:cNvPr>
          <p:cNvPicPr>
            <a:picLocks noChangeAspect="1"/>
          </p:cNvPicPr>
          <p:nvPr/>
        </p:nvPicPr>
        <p:blipFill>
          <a:blip r:embed="rId3"/>
          <a:stretch>
            <a:fillRect/>
          </a:stretch>
        </p:blipFill>
        <p:spPr>
          <a:xfrm>
            <a:off x="2727325" y="2565303"/>
            <a:ext cx="6737350" cy="3914720"/>
          </a:xfrm>
          <a:prstGeom prst="rect">
            <a:avLst/>
          </a:prstGeom>
        </p:spPr>
      </p:pic>
    </p:spTree>
    <p:extLst>
      <p:ext uri="{BB962C8B-B14F-4D97-AF65-F5344CB8AC3E}">
        <p14:creationId xmlns:p14="http://schemas.microsoft.com/office/powerpoint/2010/main" val="5143058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7204CA-17D2-267C-ECD8-A2059966ACF7}"/>
              </a:ext>
            </a:extLst>
          </p:cNvPr>
          <p:cNvSpPr>
            <a:spLocks noGrp="1"/>
          </p:cNvSpPr>
          <p:nvPr>
            <p:ph type="title"/>
          </p:nvPr>
        </p:nvSpPr>
        <p:spPr/>
        <p:txBody>
          <a:bodyPr/>
          <a:lstStyle/>
          <a:p>
            <a:r>
              <a:rPr lang="en-US" dirty="0"/>
              <a:t>Instead of starting with the big picture</a:t>
            </a:r>
          </a:p>
        </p:txBody>
      </p:sp>
      <p:pic>
        <p:nvPicPr>
          <p:cNvPr id="5" name="Content Placeholder 4">
            <a:extLst>
              <a:ext uri="{FF2B5EF4-FFF2-40B4-BE49-F238E27FC236}">
                <a16:creationId xmlns:a16="http://schemas.microsoft.com/office/drawing/2014/main" id="{8ECE246B-A586-10DE-DD5F-21C165623B2C}"/>
              </a:ext>
            </a:extLst>
          </p:cNvPr>
          <p:cNvPicPr>
            <a:picLocks noGrp="1" noChangeAspect="1"/>
          </p:cNvPicPr>
          <p:nvPr>
            <p:ph idx="1"/>
          </p:nvPr>
        </p:nvPicPr>
        <p:blipFill>
          <a:blip r:embed="rId2"/>
          <a:srcRect/>
          <a:stretch/>
        </p:blipFill>
        <p:spPr>
          <a:xfrm>
            <a:off x="1899183" y="1600200"/>
            <a:ext cx="8393633" cy="4953000"/>
          </a:xfrm>
        </p:spPr>
      </p:pic>
      <p:pic>
        <p:nvPicPr>
          <p:cNvPr id="7" name="Picture 6">
            <a:extLst>
              <a:ext uri="{FF2B5EF4-FFF2-40B4-BE49-F238E27FC236}">
                <a16:creationId xmlns:a16="http://schemas.microsoft.com/office/drawing/2014/main" id="{9FB10180-61B6-B00B-6CAE-FAF480C45658}"/>
              </a:ext>
            </a:extLst>
          </p:cNvPr>
          <p:cNvPicPr>
            <a:picLocks noChangeAspect="1"/>
          </p:cNvPicPr>
          <p:nvPr/>
        </p:nvPicPr>
        <p:blipFill>
          <a:blip r:embed="rId3"/>
          <a:stretch>
            <a:fillRect/>
          </a:stretch>
        </p:blipFill>
        <p:spPr>
          <a:xfrm>
            <a:off x="3562349" y="3661202"/>
            <a:ext cx="495300" cy="203200"/>
          </a:xfrm>
          <a:prstGeom prst="rect">
            <a:avLst/>
          </a:prstGeom>
        </p:spPr>
      </p:pic>
      <p:pic>
        <p:nvPicPr>
          <p:cNvPr id="9" name="Content Placeholder 4">
            <a:extLst>
              <a:ext uri="{FF2B5EF4-FFF2-40B4-BE49-F238E27FC236}">
                <a16:creationId xmlns:a16="http://schemas.microsoft.com/office/drawing/2014/main" id="{A094309D-6D07-CFF2-87C4-69AF7EF817A5}"/>
              </a:ext>
            </a:extLst>
          </p:cNvPr>
          <p:cNvPicPr>
            <a:picLocks noChangeAspect="1"/>
          </p:cNvPicPr>
          <p:nvPr/>
        </p:nvPicPr>
        <p:blipFill>
          <a:blip r:embed="rId4"/>
          <a:srcRect t="2586" b="2586"/>
          <a:stretch/>
        </p:blipFill>
        <p:spPr>
          <a:xfrm>
            <a:off x="3427939" y="3885670"/>
            <a:ext cx="764119" cy="382059"/>
          </a:xfrm>
          <a:prstGeom prst="rect">
            <a:avLst/>
          </a:prstGeom>
        </p:spPr>
      </p:pic>
      <p:sp>
        <p:nvSpPr>
          <p:cNvPr id="10" name="Title 1">
            <a:extLst>
              <a:ext uri="{FF2B5EF4-FFF2-40B4-BE49-F238E27FC236}">
                <a16:creationId xmlns:a16="http://schemas.microsoft.com/office/drawing/2014/main" id="{B5F75325-5C84-C984-0A8B-FE2AF9B0EE12}"/>
              </a:ext>
            </a:extLst>
          </p:cNvPr>
          <p:cNvSpPr txBox="1">
            <a:spLocks/>
          </p:cNvSpPr>
          <p:nvPr/>
        </p:nvSpPr>
        <p:spPr>
          <a:xfrm>
            <a:off x="1600200" y="613201"/>
            <a:ext cx="11376550" cy="907196"/>
          </a:xfrm>
          <a:prstGeom prst="rect">
            <a:avLst/>
          </a:prstGeom>
        </p:spPr>
        <p:txBody>
          <a:bodyPr vert="horz" lIns="91440" tIns="45720" rIns="91440" bIns="45720" rtlCol="0" anchor="b">
            <a:normAutofit/>
          </a:bodyPr>
          <a:lstStyle>
            <a:lvl1pPr algn="l" defTabSz="685750" rtl="0" eaLnBrk="1" latinLnBrk="0" hangingPunct="1">
              <a:lnSpc>
                <a:spcPct val="85000"/>
              </a:lnSpc>
              <a:spcBef>
                <a:spcPct val="0"/>
              </a:spcBef>
              <a:buNone/>
              <a:defRPr sz="4200" kern="1200" spc="-37" baseline="0">
                <a:solidFill>
                  <a:schemeClr val="tx1">
                    <a:lumMod val="75000"/>
                    <a:lumOff val="25000"/>
                  </a:schemeClr>
                </a:solidFill>
                <a:latin typeface="+mj-lt"/>
                <a:ea typeface="+mj-ea"/>
                <a:cs typeface="+mj-cs"/>
              </a:defRPr>
            </a:lvl1pPr>
          </a:lstStyle>
          <a:p>
            <a:pPr fontAlgn="auto">
              <a:spcAft>
                <a:spcPts val="0"/>
              </a:spcAft>
            </a:pPr>
            <a:r>
              <a:rPr lang="en-US" sz="2800" dirty="0"/>
              <a:t>Let's consider the embeddings for an individual word from a particular layer</a:t>
            </a:r>
          </a:p>
        </p:txBody>
      </p:sp>
    </p:spTree>
    <p:extLst>
      <p:ext uri="{BB962C8B-B14F-4D97-AF65-F5344CB8AC3E}">
        <p14:creationId xmlns:p14="http://schemas.microsoft.com/office/powerpoint/2010/main" val="3245911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9" presetClass="exit" presetSubtype="0" fill="hold" nodeType="clickEffect">
                                  <p:stCondLst>
                                    <p:cond delay="0"/>
                                  </p:stCondLst>
                                  <p:childTnLst>
                                    <p:animEffect transition="out" filter="dissolve">
                                      <p:cBhvr>
                                        <p:cTn id="10" dur="500"/>
                                        <p:tgtEl>
                                          <p:spTgt spid="5"/>
                                        </p:tgtEl>
                                      </p:cBhvr>
                                    </p:animEffect>
                                    <p:set>
                                      <p:cBhvr>
                                        <p:cTn id="11" dur="1" fill="hold">
                                          <p:stCondLst>
                                            <p:cond delay="499"/>
                                          </p:stCondLst>
                                        </p:cTn>
                                        <p:tgtEl>
                                          <p:spTgt spid="5"/>
                                        </p:tgtEl>
                                        <p:attrNameLst>
                                          <p:attrName>style.visibility</p:attrName>
                                        </p:attrNameLst>
                                      </p:cBhvr>
                                      <p:to>
                                        <p:strVal val="hidden"/>
                                      </p:to>
                                    </p:se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dissolve">
                                      <p:cBhvr>
                                        <p:cTn id="16" dur="1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1066800" y="384603"/>
            <a:ext cx="10058400" cy="907196"/>
          </a:xfrm>
        </p:spPr>
        <p:txBody>
          <a:bodyPr>
            <a:normAutofit/>
          </a:bodyPr>
          <a:lstStyle/>
          <a:p>
            <a:r>
              <a:rPr lang="en-US" dirty="0"/>
              <a:t>Problem with static embeddings (word2vec)</a:t>
            </a:r>
          </a:p>
        </p:txBody>
      </p:sp>
      <p:sp>
        <p:nvSpPr>
          <p:cNvPr id="20483" name="Rectangle 3"/>
          <p:cNvSpPr>
            <a:spLocks noGrp="1" noChangeArrowheads="1"/>
          </p:cNvSpPr>
          <p:nvPr>
            <p:ph idx="1"/>
          </p:nvPr>
        </p:nvSpPr>
        <p:spPr>
          <a:xfrm>
            <a:off x="1066800" y="2057400"/>
            <a:ext cx="11125200" cy="4572000"/>
          </a:xfrm>
        </p:spPr>
        <p:txBody>
          <a:bodyPr>
            <a:normAutofit/>
          </a:bodyPr>
          <a:lstStyle/>
          <a:p>
            <a:pPr marL="0" indent="0"/>
            <a:r>
              <a:rPr lang="en-US" sz="3200" dirty="0"/>
              <a:t>They are static!  The embedding for a word doesn't reflect how its meaning changes in context.</a:t>
            </a:r>
          </a:p>
          <a:p>
            <a:pPr marL="0" indent="0"/>
            <a:endParaRPr lang="en-US" sz="3200" dirty="0"/>
          </a:p>
          <a:p>
            <a:pPr marL="0" indent="0"/>
            <a:r>
              <a:rPr lang="en-US" sz="2400" dirty="0">
                <a:latin typeface="Courier" pitchFamily="2" charset="0"/>
              </a:rPr>
              <a:t> The chicken didn't cross the road because it was too tired</a:t>
            </a:r>
          </a:p>
          <a:p>
            <a:pPr marL="0" indent="0"/>
            <a:endParaRPr lang="en-US" sz="3200" dirty="0"/>
          </a:p>
          <a:p>
            <a:pPr marL="0" indent="0"/>
            <a:r>
              <a:rPr lang="en-US" sz="3200" dirty="0"/>
              <a:t>What is the meaning represented in the static embedding for "it"?</a:t>
            </a:r>
          </a:p>
          <a:p>
            <a:pPr marL="0" indent="0"/>
            <a:r>
              <a:rPr lang="en-US" sz="3200" dirty="0"/>
              <a:t>	</a:t>
            </a:r>
          </a:p>
          <a:p>
            <a:pPr marL="0" indent="0"/>
            <a:endParaRPr lang="en-US" sz="3200" dirty="0"/>
          </a:p>
        </p:txBody>
      </p:sp>
    </p:spTree>
    <p:extLst>
      <p:ext uri="{BB962C8B-B14F-4D97-AF65-F5344CB8AC3E}">
        <p14:creationId xmlns:p14="http://schemas.microsoft.com/office/powerpoint/2010/main" val="25000745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048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9F4781-D84A-BC73-A841-F7BE685A860E}"/>
              </a:ext>
            </a:extLst>
          </p:cNvPr>
          <p:cNvSpPr>
            <a:spLocks noGrp="1"/>
          </p:cNvSpPr>
          <p:nvPr>
            <p:ph type="title"/>
          </p:nvPr>
        </p:nvSpPr>
        <p:spPr/>
        <p:txBody>
          <a:bodyPr/>
          <a:lstStyle/>
          <a:p>
            <a:r>
              <a:rPr lang="en-US" dirty="0"/>
              <a:t>Contextual Embeddings</a:t>
            </a:r>
          </a:p>
        </p:txBody>
      </p:sp>
      <p:sp>
        <p:nvSpPr>
          <p:cNvPr id="3" name="Content Placeholder 2">
            <a:extLst>
              <a:ext uri="{FF2B5EF4-FFF2-40B4-BE49-F238E27FC236}">
                <a16:creationId xmlns:a16="http://schemas.microsoft.com/office/drawing/2014/main" id="{172893DF-5229-F004-39C2-935F8D85F474}"/>
              </a:ext>
            </a:extLst>
          </p:cNvPr>
          <p:cNvSpPr>
            <a:spLocks noGrp="1"/>
          </p:cNvSpPr>
          <p:nvPr>
            <p:ph idx="1"/>
          </p:nvPr>
        </p:nvSpPr>
        <p:spPr/>
        <p:txBody>
          <a:bodyPr>
            <a:normAutofit/>
          </a:bodyPr>
          <a:lstStyle/>
          <a:p>
            <a:pPr marL="571500" indent="-571500">
              <a:buFont typeface="Arial" panose="020B0604020202020204" pitchFamily="34" charset="0"/>
              <a:buChar char="•"/>
            </a:pPr>
            <a:r>
              <a:rPr lang="en-US" sz="3600" dirty="0"/>
              <a:t>Intuition: a representation of meaning of a word should be different in different contexts!</a:t>
            </a:r>
          </a:p>
          <a:p>
            <a:pPr marL="571500" indent="-571500">
              <a:buFont typeface="Arial" panose="020B0604020202020204" pitchFamily="34" charset="0"/>
              <a:buChar char="•"/>
            </a:pPr>
            <a:r>
              <a:rPr lang="en-US" sz="3600" b="1" dirty="0"/>
              <a:t>Contextual Embedding</a:t>
            </a:r>
            <a:r>
              <a:rPr lang="en-US" sz="3600" dirty="0"/>
              <a:t>: each word has a different vector that expresses different meanings depending on the surrounding words</a:t>
            </a:r>
          </a:p>
          <a:p>
            <a:pPr marL="571500" indent="-571500">
              <a:buFont typeface="Arial" panose="020B0604020202020204" pitchFamily="34" charset="0"/>
              <a:buChar char="•"/>
            </a:pPr>
            <a:r>
              <a:rPr lang="en-US" sz="3600" dirty="0"/>
              <a:t>How to compute contextual embeddings?</a:t>
            </a:r>
          </a:p>
          <a:p>
            <a:pPr marL="968345" lvl="1" indent="-571500">
              <a:buFont typeface="Arial" panose="020B0604020202020204" pitchFamily="34" charset="0"/>
              <a:buChar char="•"/>
            </a:pPr>
            <a:r>
              <a:rPr lang="en-US" sz="3200" b="1" dirty="0"/>
              <a:t>Attention</a:t>
            </a:r>
          </a:p>
        </p:txBody>
      </p:sp>
    </p:spTree>
    <p:extLst>
      <p:ext uri="{BB962C8B-B14F-4D97-AF65-F5344CB8AC3E}">
        <p14:creationId xmlns:p14="http://schemas.microsoft.com/office/powerpoint/2010/main" val="20499501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1066800" y="384603"/>
            <a:ext cx="10058400" cy="907196"/>
          </a:xfrm>
        </p:spPr>
        <p:txBody>
          <a:bodyPr>
            <a:normAutofit/>
          </a:bodyPr>
          <a:lstStyle/>
          <a:p>
            <a:r>
              <a:rPr lang="en-US" dirty="0"/>
              <a:t>Contextual Embeddings</a:t>
            </a:r>
          </a:p>
        </p:txBody>
      </p:sp>
      <p:sp>
        <p:nvSpPr>
          <p:cNvPr id="20483" name="Rectangle 3"/>
          <p:cNvSpPr>
            <a:spLocks noGrp="1" noChangeArrowheads="1"/>
          </p:cNvSpPr>
          <p:nvPr>
            <p:ph idx="1"/>
          </p:nvPr>
        </p:nvSpPr>
        <p:spPr>
          <a:xfrm>
            <a:off x="1066800" y="2057400"/>
            <a:ext cx="11125200" cy="4572000"/>
          </a:xfrm>
        </p:spPr>
        <p:txBody>
          <a:bodyPr>
            <a:normAutofit fontScale="62500" lnSpcReduction="20000"/>
          </a:bodyPr>
          <a:lstStyle/>
          <a:p>
            <a:pPr marL="0" indent="0"/>
            <a:endParaRPr lang="en-US" sz="3200" dirty="0"/>
          </a:p>
          <a:p>
            <a:pPr marL="0" indent="0"/>
            <a:r>
              <a:rPr lang="en-US" sz="3400" dirty="0">
                <a:latin typeface="Courier" pitchFamily="2" charset="0"/>
              </a:rPr>
              <a:t>The chicken didn't cross the road because it</a:t>
            </a:r>
          </a:p>
          <a:p>
            <a:pPr marL="0" indent="0"/>
            <a:endParaRPr lang="en-US" sz="3200" dirty="0"/>
          </a:p>
          <a:p>
            <a:pPr marL="0" indent="0"/>
            <a:r>
              <a:rPr lang="en-US" sz="4600" dirty="0"/>
              <a:t>What should be the properties of "it"?</a:t>
            </a:r>
          </a:p>
          <a:p>
            <a:pPr marL="0" indent="0"/>
            <a:endParaRPr lang="en-US" sz="3200" dirty="0"/>
          </a:p>
          <a:p>
            <a:pPr marL="0" indent="0"/>
            <a:r>
              <a:rPr lang="en-US" sz="3200" dirty="0">
                <a:latin typeface="Courier" pitchFamily="2" charset="0"/>
              </a:rPr>
              <a:t>The chicken didn't cross the road because it was too </a:t>
            </a:r>
            <a:r>
              <a:rPr lang="en-US" sz="3200" b="1" dirty="0">
                <a:latin typeface="Courier" pitchFamily="2" charset="0"/>
              </a:rPr>
              <a:t>tired</a:t>
            </a:r>
          </a:p>
          <a:p>
            <a:pPr marL="0" indent="0"/>
            <a:r>
              <a:rPr lang="en-US" sz="3200" dirty="0">
                <a:latin typeface="Courier" pitchFamily="2" charset="0"/>
              </a:rPr>
              <a:t>The chicken didn't cross the road because it was too </a:t>
            </a:r>
            <a:r>
              <a:rPr lang="en-US" sz="3200" b="1" dirty="0">
                <a:latin typeface="Courier" pitchFamily="2" charset="0"/>
              </a:rPr>
              <a:t>wide</a:t>
            </a:r>
          </a:p>
          <a:p>
            <a:pPr marL="0" indent="0"/>
            <a:endParaRPr lang="en-US" sz="3200" dirty="0"/>
          </a:p>
          <a:p>
            <a:pPr marL="0" indent="0"/>
            <a:endParaRPr lang="en-US" sz="3200" dirty="0"/>
          </a:p>
          <a:p>
            <a:pPr marL="0" indent="0"/>
            <a:r>
              <a:rPr lang="en-US" sz="3800" dirty="0"/>
              <a:t>At this point in the sentence, it's probably referring to either the chicken or the street</a:t>
            </a:r>
          </a:p>
          <a:p>
            <a:pPr marL="0" indent="0"/>
            <a:endParaRPr lang="en-US" sz="3200" dirty="0"/>
          </a:p>
          <a:p>
            <a:pPr marL="0" indent="0"/>
            <a:r>
              <a:rPr lang="en-US" sz="3200" dirty="0"/>
              <a:t>	</a:t>
            </a:r>
          </a:p>
          <a:p>
            <a:pPr marL="0" indent="0"/>
            <a:endParaRPr lang="en-US" sz="3200" dirty="0"/>
          </a:p>
        </p:txBody>
      </p:sp>
    </p:spTree>
    <p:extLst>
      <p:ext uri="{BB962C8B-B14F-4D97-AF65-F5344CB8AC3E}">
        <p14:creationId xmlns:p14="http://schemas.microsoft.com/office/powerpoint/2010/main" val="20792399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483">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0483">
                                            <p:txEl>
                                              <p:pRg st="6" end="6"/>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048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A6982A-B3FA-44F5-7CF1-61AE3B28C1D4}"/>
              </a:ext>
            </a:extLst>
          </p:cNvPr>
          <p:cNvSpPr>
            <a:spLocks noGrp="1"/>
          </p:cNvSpPr>
          <p:nvPr>
            <p:ph type="title"/>
          </p:nvPr>
        </p:nvSpPr>
        <p:spPr/>
        <p:txBody>
          <a:bodyPr/>
          <a:lstStyle/>
          <a:p>
            <a:r>
              <a:rPr lang="en-US" dirty="0"/>
              <a:t>Intuition of attention</a:t>
            </a:r>
          </a:p>
        </p:txBody>
      </p:sp>
      <p:sp>
        <p:nvSpPr>
          <p:cNvPr id="3" name="Content Placeholder 2">
            <a:extLst>
              <a:ext uri="{FF2B5EF4-FFF2-40B4-BE49-F238E27FC236}">
                <a16:creationId xmlns:a16="http://schemas.microsoft.com/office/drawing/2014/main" id="{4F8C0A15-6706-0C5D-A105-D12EC9FD8CF0}"/>
              </a:ext>
            </a:extLst>
          </p:cNvPr>
          <p:cNvSpPr>
            <a:spLocks noGrp="1"/>
          </p:cNvSpPr>
          <p:nvPr>
            <p:ph idx="1"/>
          </p:nvPr>
        </p:nvSpPr>
        <p:spPr/>
        <p:txBody>
          <a:bodyPr>
            <a:normAutofit/>
          </a:bodyPr>
          <a:lstStyle/>
          <a:p>
            <a:r>
              <a:rPr lang="en-US" sz="3600" dirty="0"/>
              <a:t>Build up the contextual embedding from a word by selectively integrating information from all the neighboring words</a:t>
            </a:r>
          </a:p>
          <a:p>
            <a:r>
              <a:rPr lang="en-US" sz="3600" dirty="0"/>
              <a:t>We say that a word "attends to" some neighboring words more than others</a:t>
            </a:r>
          </a:p>
        </p:txBody>
      </p:sp>
    </p:spTree>
    <p:extLst>
      <p:ext uri="{BB962C8B-B14F-4D97-AF65-F5344CB8AC3E}">
        <p14:creationId xmlns:p14="http://schemas.microsoft.com/office/powerpoint/2010/main" val="30369775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1066800" y="384603"/>
            <a:ext cx="10058400" cy="907196"/>
          </a:xfrm>
        </p:spPr>
        <p:txBody>
          <a:bodyPr>
            <a:normAutofit/>
          </a:bodyPr>
          <a:lstStyle/>
          <a:p>
            <a:r>
              <a:rPr lang="en-US" dirty="0"/>
              <a:t>Intuition of attention: </a:t>
            </a:r>
          </a:p>
        </p:txBody>
      </p:sp>
      <p:sp>
        <p:nvSpPr>
          <p:cNvPr id="20483" name="Rectangle 3"/>
          <p:cNvSpPr>
            <a:spLocks noGrp="1" noChangeArrowheads="1"/>
          </p:cNvSpPr>
          <p:nvPr>
            <p:ph idx="1"/>
          </p:nvPr>
        </p:nvSpPr>
        <p:spPr>
          <a:xfrm>
            <a:off x="2438400" y="2057400"/>
            <a:ext cx="8839200" cy="4572000"/>
          </a:xfrm>
        </p:spPr>
        <p:txBody>
          <a:bodyPr>
            <a:normAutofit/>
          </a:bodyPr>
          <a:lstStyle/>
          <a:p>
            <a:pPr marL="0" indent="0"/>
            <a:r>
              <a:rPr lang="en-US" sz="3200" dirty="0"/>
              <a:t>test</a:t>
            </a:r>
          </a:p>
        </p:txBody>
      </p:sp>
      <p:pic>
        <p:nvPicPr>
          <p:cNvPr id="3" name="Picture 2">
            <a:extLst>
              <a:ext uri="{FF2B5EF4-FFF2-40B4-BE49-F238E27FC236}">
                <a16:creationId xmlns:a16="http://schemas.microsoft.com/office/drawing/2014/main" id="{3C2CBF36-87C2-B582-AFB5-02AB102947E9}"/>
              </a:ext>
            </a:extLst>
          </p:cNvPr>
          <p:cNvPicPr>
            <a:picLocks noChangeAspect="1"/>
          </p:cNvPicPr>
          <p:nvPr/>
        </p:nvPicPr>
        <p:blipFill>
          <a:blip r:embed="rId3"/>
          <a:srcRect/>
          <a:stretch/>
        </p:blipFill>
        <p:spPr>
          <a:xfrm>
            <a:off x="2037597" y="1518140"/>
            <a:ext cx="8116806" cy="5008885"/>
          </a:xfrm>
          <a:prstGeom prst="rect">
            <a:avLst/>
          </a:prstGeom>
        </p:spPr>
      </p:pic>
    </p:spTree>
    <p:extLst>
      <p:ext uri="{BB962C8B-B14F-4D97-AF65-F5344CB8AC3E}">
        <p14:creationId xmlns:p14="http://schemas.microsoft.com/office/powerpoint/2010/main" val="9760312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1066800" y="384603"/>
            <a:ext cx="10058400" cy="907196"/>
          </a:xfrm>
        </p:spPr>
        <p:txBody>
          <a:bodyPr>
            <a:normAutofit/>
          </a:bodyPr>
          <a:lstStyle/>
          <a:p>
            <a:r>
              <a:rPr lang="en-US" dirty="0"/>
              <a:t>Attention definition</a:t>
            </a:r>
          </a:p>
        </p:txBody>
      </p:sp>
      <p:sp>
        <p:nvSpPr>
          <p:cNvPr id="20483" name="Rectangle 3"/>
          <p:cNvSpPr>
            <a:spLocks noGrp="1" noChangeArrowheads="1"/>
          </p:cNvSpPr>
          <p:nvPr>
            <p:ph idx="1"/>
          </p:nvPr>
        </p:nvSpPr>
        <p:spPr>
          <a:xfrm>
            <a:off x="1066800" y="2057400"/>
            <a:ext cx="10210800" cy="4572000"/>
          </a:xfrm>
        </p:spPr>
        <p:txBody>
          <a:bodyPr>
            <a:normAutofit/>
          </a:bodyPr>
          <a:lstStyle/>
          <a:p>
            <a:pPr marL="0" indent="0"/>
            <a:r>
              <a:rPr lang="en-US" sz="3600" dirty="0"/>
              <a:t>A mechanism for helping compute the embedding for a token by selectively attending to and integrating information from surrounding tokens (at the previous layer).</a:t>
            </a:r>
            <a:br>
              <a:rPr lang="en-US" sz="3600" dirty="0"/>
            </a:br>
            <a:endParaRPr lang="en-US" sz="3600" dirty="0"/>
          </a:p>
          <a:p>
            <a:pPr marL="0" indent="0"/>
            <a:r>
              <a:rPr lang="en-US" sz="3600" dirty="0"/>
              <a:t>More formally: a method for doing a weighted sum of vectors.</a:t>
            </a:r>
            <a:br>
              <a:rPr lang="en-US" sz="3200" dirty="0"/>
            </a:br>
            <a:br>
              <a:rPr lang="en-US" sz="3200" dirty="0"/>
            </a:br>
            <a:endParaRPr lang="en-US" sz="3200" dirty="0"/>
          </a:p>
        </p:txBody>
      </p:sp>
    </p:spTree>
    <p:extLst>
      <p:ext uri="{BB962C8B-B14F-4D97-AF65-F5344CB8AC3E}">
        <p14:creationId xmlns:p14="http://schemas.microsoft.com/office/powerpoint/2010/main" val="41716752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B3CCBF-49B5-EFC9-3470-C9B090501BAC}"/>
              </a:ext>
            </a:extLst>
          </p:cNvPr>
          <p:cNvSpPr>
            <a:spLocks noGrp="1"/>
          </p:cNvSpPr>
          <p:nvPr>
            <p:ph type="title"/>
          </p:nvPr>
        </p:nvSpPr>
        <p:spPr/>
        <p:txBody>
          <a:bodyPr/>
          <a:lstStyle/>
          <a:p>
            <a:r>
              <a:rPr lang="en-US" dirty="0"/>
              <a:t>Attention is left-to-right</a:t>
            </a:r>
          </a:p>
        </p:txBody>
      </p:sp>
      <p:pic>
        <p:nvPicPr>
          <p:cNvPr id="6" name="Content Placeholder 5">
            <a:extLst>
              <a:ext uri="{FF2B5EF4-FFF2-40B4-BE49-F238E27FC236}">
                <a16:creationId xmlns:a16="http://schemas.microsoft.com/office/drawing/2014/main" id="{64BF0F20-EF9A-0C29-BE74-604522BB6D21}"/>
              </a:ext>
            </a:extLst>
          </p:cNvPr>
          <p:cNvPicPr>
            <a:picLocks noGrp="1" noChangeAspect="1"/>
          </p:cNvPicPr>
          <p:nvPr>
            <p:ph idx="1"/>
          </p:nvPr>
        </p:nvPicPr>
        <p:blipFill>
          <a:blip r:embed="rId2"/>
          <a:stretch>
            <a:fillRect/>
          </a:stretch>
        </p:blipFill>
        <p:spPr>
          <a:xfrm>
            <a:off x="1063413" y="2402621"/>
            <a:ext cx="11016267" cy="2813050"/>
          </a:xfrm>
        </p:spPr>
      </p:pic>
    </p:spTree>
    <p:extLst>
      <p:ext uri="{BB962C8B-B14F-4D97-AF65-F5344CB8AC3E}">
        <p14:creationId xmlns:p14="http://schemas.microsoft.com/office/powerpoint/2010/main" val="12869103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1066800" y="384603"/>
            <a:ext cx="10058400" cy="907196"/>
          </a:xfrm>
        </p:spPr>
        <p:txBody>
          <a:bodyPr>
            <a:normAutofit fontScale="90000"/>
          </a:bodyPr>
          <a:lstStyle/>
          <a:p>
            <a:r>
              <a:rPr lang="en-US" dirty="0"/>
              <a:t>Simplified version of attention: a sum of prior words weighted by their similarity with the current word</a:t>
            </a:r>
          </a:p>
        </p:txBody>
      </p:sp>
      <p:sp>
        <p:nvSpPr>
          <p:cNvPr id="2" name="TextBox 1">
            <a:extLst>
              <a:ext uri="{FF2B5EF4-FFF2-40B4-BE49-F238E27FC236}">
                <a16:creationId xmlns:a16="http://schemas.microsoft.com/office/drawing/2014/main" id="{1F2A8F84-98D7-882D-5B90-5A0AB0474956}"/>
              </a:ext>
            </a:extLst>
          </p:cNvPr>
          <p:cNvSpPr txBox="1"/>
          <p:nvPr/>
        </p:nvSpPr>
        <p:spPr>
          <a:xfrm>
            <a:off x="1311367" y="1355130"/>
            <a:ext cx="10728233" cy="2616101"/>
          </a:xfrm>
          <a:prstGeom prst="rect">
            <a:avLst/>
          </a:prstGeom>
          <a:noFill/>
        </p:spPr>
        <p:txBody>
          <a:bodyPr wrap="square" rtlCol="0">
            <a:spAutoFit/>
          </a:bodyPr>
          <a:lstStyle/>
          <a:p>
            <a:r>
              <a:rPr lang="en-US" sz="3600" dirty="0">
                <a:latin typeface="Calibri" panose="020F0502020204030204" pitchFamily="34" charset="0"/>
                <a:cs typeface="Calibri" panose="020F0502020204030204" pitchFamily="34" charset="0"/>
              </a:rPr>
              <a:t>Given a sequence of token embeddings</a:t>
            </a:r>
            <a:r>
              <a:rPr lang="en-US" sz="3600" dirty="0"/>
              <a:t>:</a:t>
            </a:r>
          </a:p>
          <a:p>
            <a:r>
              <a:rPr lang="en-US" sz="4000" dirty="0"/>
              <a:t>	</a:t>
            </a:r>
            <a:r>
              <a:rPr lang="en-US" sz="4000" b="1" dirty="0"/>
              <a:t>x</a:t>
            </a:r>
            <a:r>
              <a:rPr lang="en-US" sz="4000" baseline="-25000" dirty="0"/>
              <a:t>1 </a:t>
            </a:r>
            <a:r>
              <a:rPr lang="en-US" sz="4000" dirty="0"/>
              <a:t>   </a:t>
            </a:r>
            <a:r>
              <a:rPr lang="en-US" sz="4000" b="1" dirty="0"/>
              <a:t>x</a:t>
            </a:r>
            <a:r>
              <a:rPr lang="en-US" sz="4000" baseline="-25000" dirty="0"/>
              <a:t>2   </a:t>
            </a:r>
            <a:r>
              <a:rPr lang="en-US" sz="4000" dirty="0"/>
              <a:t> </a:t>
            </a:r>
            <a:r>
              <a:rPr lang="en-US" sz="4000" b="1" dirty="0"/>
              <a:t>x</a:t>
            </a:r>
            <a:r>
              <a:rPr lang="en-US" sz="4000" baseline="-25000" dirty="0"/>
              <a:t>3</a:t>
            </a:r>
            <a:r>
              <a:rPr lang="en-US" sz="4000" dirty="0"/>
              <a:t>   …  </a:t>
            </a:r>
            <a:r>
              <a:rPr lang="en-US" sz="4000" b="1" dirty="0"/>
              <a:t>x</a:t>
            </a:r>
            <a:r>
              <a:rPr lang="en-US" sz="4000" baseline="-25000" dirty="0"/>
              <a:t>i</a:t>
            </a:r>
          </a:p>
          <a:p>
            <a:endParaRPr lang="en-US" sz="1800" baseline="-25000" dirty="0"/>
          </a:p>
          <a:p>
            <a:r>
              <a:rPr lang="en-US" sz="3600" dirty="0">
                <a:latin typeface="Calibri" panose="020F0502020204030204" pitchFamily="34" charset="0"/>
                <a:cs typeface="Calibri" panose="020F0502020204030204" pitchFamily="34" charset="0"/>
              </a:rPr>
              <a:t>Produce: </a:t>
            </a:r>
            <a:r>
              <a:rPr lang="en-US" sz="3600" b="1" dirty="0">
                <a:latin typeface="Times New Roman" panose="02020603050405020304" pitchFamily="18" charset="0"/>
                <a:cs typeface="Times New Roman" panose="02020603050405020304" pitchFamily="18" charset="0"/>
              </a:rPr>
              <a:t>a</a:t>
            </a:r>
            <a:r>
              <a:rPr lang="en-US" sz="3600" baseline="-25000" dirty="0">
                <a:latin typeface="Times New Roman" panose="02020603050405020304" pitchFamily="18" charset="0"/>
                <a:cs typeface="Times New Roman" panose="02020603050405020304" pitchFamily="18" charset="0"/>
              </a:rPr>
              <a:t>i</a:t>
            </a:r>
            <a:r>
              <a:rPr lang="en-US" sz="3600" dirty="0">
                <a:latin typeface="Calibri" panose="020F0502020204030204" pitchFamily="34" charset="0"/>
                <a:cs typeface="Calibri" panose="020F0502020204030204" pitchFamily="34" charset="0"/>
              </a:rPr>
              <a:t> = a weighted sum of </a:t>
            </a:r>
            <a:r>
              <a:rPr lang="en-US" sz="3600" b="1" dirty="0">
                <a:latin typeface="Times New Roman" panose="02020603050405020304" pitchFamily="18" charset="0"/>
                <a:cs typeface="Times New Roman" panose="02020603050405020304" pitchFamily="18" charset="0"/>
              </a:rPr>
              <a:t>x</a:t>
            </a:r>
            <a:r>
              <a:rPr lang="en-US" sz="3600" baseline="-25000" dirty="0">
                <a:latin typeface="Times New Roman" panose="02020603050405020304" pitchFamily="18" charset="0"/>
                <a:cs typeface="Times New Roman" panose="02020603050405020304" pitchFamily="18" charset="0"/>
              </a:rPr>
              <a:t>1</a:t>
            </a:r>
            <a:r>
              <a:rPr lang="en-US" sz="3600" dirty="0">
                <a:latin typeface="Calibri" panose="020F0502020204030204" pitchFamily="34" charset="0"/>
                <a:cs typeface="Calibri" panose="020F0502020204030204" pitchFamily="34" charset="0"/>
              </a:rPr>
              <a:t> through </a:t>
            </a:r>
            <a:r>
              <a:rPr lang="en-US" sz="3600" b="1" dirty="0"/>
              <a:t>x</a:t>
            </a:r>
            <a:r>
              <a:rPr lang="en-US" sz="3600" baseline="-25000" dirty="0"/>
              <a:t>i</a:t>
            </a:r>
          </a:p>
          <a:p>
            <a:r>
              <a:rPr lang="en-US" sz="3600" dirty="0">
                <a:latin typeface="Calibri" panose="020F0502020204030204" pitchFamily="34" charset="0"/>
                <a:cs typeface="Calibri" panose="020F0502020204030204" pitchFamily="34" charset="0"/>
              </a:rPr>
              <a:t>Weighted by their similarity to </a:t>
            </a:r>
            <a:r>
              <a:rPr lang="en-US" sz="3600" b="1" dirty="0">
                <a:latin typeface="Times New Roman" panose="02020603050405020304" pitchFamily="18" charset="0"/>
                <a:cs typeface="Times New Roman" panose="02020603050405020304" pitchFamily="18" charset="0"/>
              </a:rPr>
              <a:t>x</a:t>
            </a:r>
            <a:r>
              <a:rPr lang="en-US" sz="3600" baseline="-25000" dirty="0">
                <a:latin typeface="Times New Roman" panose="02020603050405020304" pitchFamily="18" charset="0"/>
                <a:cs typeface="Times New Roman" panose="02020603050405020304" pitchFamily="18" charset="0"/>
              </a:rPr>
              <a:t>i</a:t>
            </a:r>
          </a:p>
        </p:txBody>
      </p:sp>
      <p:pic>
        <p:nvPicPr>
          <p:cNvPr id="5" name="Picture 4">
            <a:extLst>
              <a:ext uri="{FF2B5EF4-FFF2-40B4-BE49-F238E27FC236}">
                <a16:creationId xmlns:a16="http://schemas.microsoft.com/office/drawing/2014/main" id="{7A3834E9-6F14-346C-A68D-DAAA16BD9399}"/>
              </a:ext>
            </a:extLst>
          </p:cNvPr>
          <p:cNvPicPr>
            <a:picLocks noChangeAspect="1"/>
          </p:cNvPicPr>
          <p:nvPr/>
        </p:nvPicPr>
        <p:blipFill>
          <a:blip r:embed="rId3"/>
          <a:stretch>
            <a:fillRect/>
          </a:stretch>
        </p:blipFill>
        <p:spPr>
          <a:xfrm>
            <a:off x="1256665" y="4038600"/>
            <a:ext cx="2280920" cy="958647"/>
          </a:xfrm>
          <a:prstGeom prst="rect">
            <a:avLst/>
          </a:prstGeom>
        </p:spPr>
      </p:pic>
      <p:pic>
        <p:nvPicPr>
          <p:cNvPr id="102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92225" y="5257800"/>
            <a:ext cx="6020790"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mc:AlternateContent xmlns:mc="http://schemas.openxmlformats.org/markup-compatibility/2006" xmlns:a14="http://schemas.microsoft.com/office/drawing/2010/main">
        <mc:Choice Requires="a14">
          <p:sp>
            <p:nvSpPr>
              <p:cNvPr id="6" name="Rectangle 5"/>
              <p:cNvSpPr/>
              <p:nvPr/>
            </p:nvSpPr>
            <p:spPr>
              <a:xfrm>
                <a:off x="4495800" y="3986342"/>
                <a:ext cx="6934200" cy="1323439"/>
              </a:xfrm>
              <a:prstGeom prst="rect">
                <a:avLst/>
              </a:prstGeom>
              <a:solidFill>
                <a:schemeClr val="bg1">
                  <a:lumMod val="85000"/>
                </a:schemeClr>
              </a:solidFill>
              <a:ln>
                <a:solidFill>
                  <a:schemeClr val="tx1"/>
                </a:solidFill>
              </a:ln>
            </p:spPr>
            <p:txBody>
              <a:bodyPr wrap="square">
                <a:spAutoFit/>
              </a:bodyPr>
              <a:lstStyle/>
              <a:p>
                <a:pPr algn="just"/>
                <a:r>
                  <a:rPr lang="en-US" sz="2000" dirty="0"/>
                  <a:t>compute </a:t>
                </a:r>
                <a14:m>
                  <m:oMath xmlns:m="http://schemas.openxmlformats.org/officeDocument/2006/math">
                    <m:sSub>
                      <m:sSubPr>
                        <m:ctrlPr>
                          <a:rPr lang="en-US" sz="2000" i="1" dirty="0" smtClean="0">
                            <a:latin typeface="Cambria Math" panose="02040503050406030204" pitchFamily="18" charset="0"/>
                          </a:rPr>
                        </m:ctrlPr>
                      </m:sSubPr>
                      <m:e>
                        <m:r>
                          <a:rPr lang="en-US" sz="2000" b="0" i="1" dirty="0" smtClean="0">
                            <a:latin typeface="Cambria Math"/>
                          </a:rPr>
                          <m:t>𝑎</m:t>
                        </m:r>
                      </m:e>
                      <m:sub>
                        <m:r>
                          <a:rPr lang="en-US" sz="2000" b="0" i="1" dirty="0" smtClean="0">
                            <a:latin typeface="Cambria Math"/>
                          </a:rPr>
                          <m:t>3</m:t>
                        </m:r>
                      </m:sub>
                    </m:sSub>
                  </m:oMath>
                </a14:m>
                <a:r>
                  <a:rPr lang="en-US" sz="2000" dirty="0"/>
                  <a:t> by computing three scores: </a:t>
                </a:r>
                <a14:m>
                  <m:oMath xmlns:m="http://schemas.openxmlformats.org/officeDocument/2006/math">
                    <m:sSub>
                      <m:sSubPr>
                        <m:ctrlPr>
                          <a:rPr lang="en-US" sz="2000" i="1" dirty="0">
                            <a:latin typeface="Cambria Math" panose="02040503050406030204" pitchFamily="18" charset="0"/>
                          </a:rPr>
                        </m:ctrlPr>
                      </m:sSubPr>
                      <m:e>
                        <m:r>
                          <a:rPr lang="en-US" sz="2000" b="0" i="1" dirty="0" smtClean="0">
                            <a:latin typeface="Cambria Math"/>
                          </a:rPr>
                          <m:t>𝑋</m:t>
                        </m:r>
                      </m:e>
                      <m:sub>
                        <m:r>
                          <a:rPr lang="en-US" sz="2000" i="1" dirty="0">
                            <a:latin typeface="Cambria Math"/>
                          </a:rPr>
                          <m:t>3</m:t>
                        </m:r>
                      </m:sub>
                    </m:sSub>
                  </m:oMath>
                </a14:m>
                <a:r>
                  <a:rPr lang="en-US" sz="2000" dirty="0"/>
                  <a:t>·</a:t>
                </a:r>
                <a14:m>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a:rPr>
                          <m:t>𝑋</m:t>
                        </m:r>
                      </m:e>
                      <m:sub>
                        <m:r>
                          <a:rPr lang="en-US" sz="2000" b="0" i="1" dirty="0" smtClean="0">
                            <a:latin typeface="Cambria Math"/>
                          </a:rPr>
                          <m:t>1</m:t>
                        </m:r>
                      </m:sub>
                    </m:sSub>
                  </m:oMath>
                </a14:m>
                <a:r>
                  <a:rPr lang="en-US" sz="2000" dirty="0"/>
                  <a:t>, </a:t>
                </a:r>
                <a14:m>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a:rPr>
                          <m:t>𝑋</m:t>
                        </m:r>
                      </m:e>
                      <m:sub>
                        <m:r>
                          <a:rPr lang="en-US" sz="2000" i="1" dirty="0">
                            <a:latin typeface="Cambria Math"/>
                          </a:rPr>
                          <m:t>3</m:t>
                        </m:r>
                      </m:sub>
                    </m:sSub>
                  </m:oMath>
                </a14:m>
                <a:r>
                  <a:rPr lang="en-US" sz="2000" dirty="0"/>
                  <a:t>·</a:t>
                </a:r>
                <a14:m>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a:rPr>
                          <m:t>𝑋</m:t>
                        </m:r>
                      </m:e>
                      <m:sub>
                        <m:r>
                          <a:rPr lang="en-US" sz="2000" b="0" i="1" dirty="0" smtClean="0">
                            <a:latin typeface="Cambria Math"/>
                          </a:rPr>
                          <m:t>2</m:t>
                        </m:r>
                      </m:sub>
                    </m:sSub>
                  </m:oMath>
                </a14:m>
                <a:r>
                  <a:rPr lang="en-US" sz="2000" dirty="0"/>
                  <a:t> and </a:t>
                </a:r>
                <a14:m>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a:rPr>
                          <m:t>𝑋</m:t>
                        </m:r>
                      </m:e>
                      <m:sub>
                        <m:r>
                          <a:rPr lang="en-US" sz="2000" i="1" dirty="0">
                            <a:latin typeface="Cambria Math"/>
                          </a:rPr>
                          <m:t>3</m:t>
                        </m:r>
                      </m:sub>
                    </m:sSub>
                  </m:oMath>
                </a14:m>
                <a:r>
                  <a:rPr lang="en-US" sz="2000" dirty="0"/>
                  <a:t>·</a:t>
                </a:r>
                <a14:m>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a:rPr>
                          <m:t>𝑋</m:t>
                        </m:r>
                      </m:e>
                      <m:sub>
                        <m:r>
                          <a:rPr lang="en-GB" sz="2000" b="0" i="1" dirty="0" smtClean="0">
                            <a:latin typeface="Cambria Math" panose="02040503050406030204" pitchFamily="18" charset="0"/>
                          </a:rPr>
                          <m:t>3</m:t>
                        </m:r>
                      </m:sub>
                    </m:sSub>
                  </m:oMath>
                </a14:m>
                <a:r>
                  <a:rPr lang="en-US" sz="2000" dirty="0"/>
                  <a:t>,</a:t>
                </a:r>
              </a:p>
              <a:p>
                <a:pPr algn="just"/>
                <a:r>
                  <a:rPr lang="en-US" sz="2000" dirty="0"/>
                  <a:t>normalizing them by a </a:t>
                </a:r>
                <a:r>
                  <a:rPr lang="en-US" sz="2000" dirty="0" err="1"/>
                  <a:t>softmax</a:t>
                </a:r>
                <a:r>
                  <a:rPr lang="en-US" sz="2000" dirty="0"/>
                  <a:t>, and using the resulting probabilities as weights indicating each of their proportional relevance to the current position </a:t>
                </a:r>
                <a:r>
                  <a:rPr lang="en-US" sz="2000" b="1" dirty="0"/>
                  <a:t>i</a:t>
                </a:r>
                <a:r>
                  <a:rPr lang="en-US" sz="2000" dirty="0"/>
                  <a:t>.</a:t>
                </a:r>
              </a:p>
            </p:txBody>
          </p:sp>
        </mc:Choice>
        <mc:Fallback xmlns="">
          <p:sp>
            <p:nvSpPr>
              <p:cNvPr id="6" name="Rectangle 5"/>
              <p:cNvSpPr>
                <a:spLocks noRot="1" noChangeAspect="1" noMove="1" noResize="1" noEditPoints="1" noAdjustHandles="1" noChangeArrowheads="1" noChangeShapeType="1" noTextEdit="1"/>
              </p:cNvSpPr>
              <p:nvPr/>
            </p:nvSpPr>
            <p:spPr>
              <a:xfrm>
                <a:off x="4495800" y="3986342"/>
                <a:ext cx="6934200" cy="1323439"/>
              </a:xfrm>
              <a:prstGeom prst="rect">
                <a:avLst/>
              </a:prstGeom>
              <a:blipFill>
                <a:blip r:embed="rId5"/>
                <a:stretch>
                  <a:fillRect l="-878" t="-2283" r="-790" b="-6849"/>
                </a:stretch>
              </a:blipFill>
              <a:ln>
                <a:solidFill>
                  <a:schemeClr val="tx1"/>
                </a:solidFill>
              </a:ln>
            </p:spPr>
            <p:txBody>
              <a:bodyPr/>
              <a:lstStyle/>
              <a:p>
                <a:r>
                  <a:rPr lang="en-GB">
                    <a:noFill/>
                  </a:rPr>
                  <a:t> </a:t>
                </a:r>
              </a:p>
            </p:txBody>
          </p:sp>
        </mc:Fallback>
      </mc:AlternateContent>
    </p:spTree>
    <p:extLst>
      <p:ext uri="{BB962C8B-B14F-4D97-AF65-F5344CB8AC3E}">
        <p14:creationId xmlns:p14="http://schemas.microsoft.com/office/powerpoint/2010/main" val="41606943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533400" y="-103761"/>
            <a:ext cx="10058400" cy="907196"/>
          </a:xfrm>
        </p:spPr>
        <p:txBody>
          <a:bodyPr>
            <a:normAutofit/>
          </a:bodyPr>
          <a:lstStyle/>
          <a:p>
            <a:r>
              <a:rPr lang="en-US" dirty="0"/>
              <a:t>Intuition of attention: </a:t>
            </a:r>
          </a:p>
        </p:txBody>
      </p:sp>
      <p:sp>
        <p:nvSpPr>
          <p:cNvPr id="20483" name="Rectangle 3"/>
          <p:cNvSpPr>
            <a:spLocks noGrp="1" noChangeArrowheads="1"/>
          </p:cNvSpPr>
          <p:nvPr>
            <p:ph idx="1"/>
          </p:nvPr>
        </p:nvSpPr>
        <p:spPr>
          <a:xfrm>
            <a:off x="2438400" y="2057400"/>
            <a:ext cx="8839200" cy="4572000"/>
          </a:xfrm>
        </p:spPr>
        <p:txBody>
          <a:bodyPr>
            <a:normAutofit/>
          </a:bodyPr>
          <a:lstStyle/>
          <a:p>
            <a:pPr marL="0" indent="0"/>
            <a:r>
              <a:rPr lang="en-US" sz="3200" dirty="0"/>
              <a:t>test</a:t>
            </a:r>
          </a:p>
        </p:txBody>
      </p:sp>
      <p:sp>
        <p:nvSpPr>
          <p:cNvPr id="2" name="TextBox 1">
            <a:extLst>
              <a:ext uri="{FF2B5EF4-FFF2-40B4-BE49-F238E27FC236}">
                <a16:creationId xmlns:a16="http://schemas.microsoft.com/office/drawing/2014/main" id="{24F4189B-5DAE-9E70-083C-CED684D21A2D}"/>
              </a:ext>
            </a:extLst>
          </p:cNvPr>
          <p:cNvSpPr txBox="1"/>
          <p:nvPr/>
        </p:nvSpPr>
        <p:spPr>
          <a:xfrm>
            <a:off x="3798064" y="6197025"/>
            <a:ext cx="4915128" cy="584775"/>
          </a:xfrm>
          <a:prstGeom prst="rect">
            <a:avLst/>
          </a:prstGeom>
          <a:noFill/>
        </p:spPr>
        <p:txBody>
          <a:bodyPr wrap="none" rtlCol="0">
            <a:spAutoFit/>
          </a:bodyPr>
          <a:lstStyle/>
          <a:p>
            <a:r>
              <a:rPr lang="en-US" sz="3200" b="1" dirty="0"/>
              <a:t>x1  x2  x3  x4  x5  x6  x7   xi</a:t>
            </a:r>
          </a:p>
        </p:txBody>
      </p:sp>
      <p:pic>
        <p:nvPicPr>
          <p:cNvPr id="4" name="Picture 3">
            <a:extLst>
              <a:ext uri="{FF2B5EF4-FFF2-40B4-BE49-F238E27FC236}">
                <a16:creationId xmlns:a16="http://schemas.microsoft.com/office/drawing/2014/main" id="{FF172704-831A-EED0-441A-C4EAE2779171}"/>
              </a:ext>
            </a:extLst>
          </p:cNvPr>
          <p:cNvPicPr>
            <a:picLocks noChangeAspect="1"/>
          </p:cNvPicPr>
          <p:nvPr/>
        </p:nvPicPr>
        <p:blipFill>
          <a:blip r:embed="rId3"/>
          <a:srcRect/>
          <a:stretch/>
        </p:blipFill>
        <p:spPr>
          <a:xfrm>
            <a:off x="1828800" y="764150"/>
            <a:ext cx="8610600" cy="5313606"/>
          </a:xfrm>
          <a:prstGeom prst="rect">
            <a:avLst/>
          </a:prstGeom>
        </p:spPr>
      </p:pic>
    </p:spTree>
    <p:extLst>
      <p:ext uri="{BB962C8B-B14F-4D97-AF65-F5344CB8AC3E}">
        <p14:creationId xmlns:p14="http://schemas.microsoft.com/office/powerpoint/2010/main" val="29785272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B5C8C-E21E-54CD-D27D-238A50B896F6}"/>
              </a:ext>
            </a:extLst>
          </p:cNvPr>
          <p:cNvSpPr>
            <a:spLocks noGrp="1"/>
          </p:cNvSpPr>
          <p:nvPr>
            <p:ph type="title"/>
          </p:nvPr>
        </p:nvSpPr>
        <p:spPr/>
        <p:txBody>
          <a:bodyPr>
            <a:normAutofit fontScale="90000"/>
          </a:bodyPr>
          <a:lstStyle/>
          <a:p>
            <a:r>
              <a:rPr lang="en-US" dirty="0"/>
              <a:t>An Actual Attention Head: slightly more complicated</a:t>
            </a:r>
          </a:p>
        </p:txBody>
      </p:sp>
      <p:sp>
        <p:nvSpPr>
          <p:cNvPr id="3" name="Content Placeholder 2">
            <a:extLst>
              <a:ext uri="{FF2B5EF4-FFF2-40B4-BE49-F238E27FC236}">
                <a16:creationId xmlns:a16="http://schemas.microsoft.com/office/drawing/2014/main" id="{FDF13EC5-0DB3-5970-3010-2AF01E294173}"/>
              </a:ext>
            </a:extLst>
          </p:cNvPr>
          <p:cNvSpPr>
            <a:spLocks noGrp="1"/>
          </p:cNvSpPr>
          <p:nvPr>
            <p:ph idx="1"/>
          </p:nvPr>
        </p:nvSpPr>
        <p:spPr/>
        <p:txBody>
          <a:bodyPr>
            <a:normAutofit/>
          </a:bodyPr>
          <a:lstStyle/>
          <a:p>
            <a:r>
              <a:rPr lang="en-US" sz="3200" dirty="0">
                <a:latin typeface="Calibri" panose="020F0502020204030204" pitchFamily="34" charset="0"/>
                <a:cs typeface="Calibri" panose="020F0502020204030204" pitchFamily="34" charset="0"/>
              </a:rPr>
              <a:t>High-level idea: instead of using vectors (like x</a:t>
            </a:r>
            <a:r>
              <a:rPr lang="en-US" sz="3200" baseline="-25000" dirty="0">
                <a:latin typeface="Calibri" panose="020F0502020204030204" pitchFamily="34" charset="0"/>
                <a:cs typeface="Calibri" panose="020F0502020204030204" pitchFamily="34" charset="0"/>
              </a:rPr>
              <a:t>i</a:t>
            </a:r>
            <a:r>
              <a:rPr lang="en-US" sz="3200" dirty="0">
                <a:latin typeface="Calibri" panose="020F0502020204030204" pitchFamily="34" charset="0"/>
                <a:cs typeface="Calibri" panose="020F0502020204030204" pitchFamily="34" charset="0"/>
              </a:rPr>
              <a:t> and x</a:t>
            </a:r>
            <a:r>
              <a:rPr lang="en-US" sz="3200" baseline="-25000" dirty="0">
                <a:latin typeface="Calibri" panose="020F0502020204030204" pitchFamily="34" charset="0"/>
                <a:cs typeface="Calibri" panose="020F0502020204030204" pitchFamily="34" charset="0"/>
              </a:rPr>
              <a:t>4</a:t>
            </a:r>
            <a:r>
              <a:rPr lang="en-US" sz="3200" dirty="0">
                <a:latin typeface="Calibri" panose="020F0502020204030204" pitchFamily="34" charset="0"/>
                <a:cs typeface="Calibri" panose="020F0502020204030204" pitchFamily="34" charset="0"/>
              </a:rPr>
              <a:t>) directly, we'll represent 3 separate roles each vector</a:t>
            </a:r>
            <a:r>
              <a:rPr lang="en-US" sz="3200" b="1" dirty="0">
                <a:latin typeface="Calibri" panose="020F0502020204030204" pitchFamily="34" charset="0"/>
                <a:cs typeface="Calibri" panose="020F0502020204030204" pitchFamily="34" charset="0"/>
              </a:rPr>
              <a:t> x</a:t>
            </a:r>
            <a:r>
              <a:rPr lang="en-US" sz="3200" baseline="-25000" dirty="0">
                <a:latin typeface="Calibri" panose="020F0502020204030204" pitchFamily="34" charset="0"/>
                <a:cs typeface="Calibri" panose="020F0502020204030204" pitchFamily="34" charset="0"/>
              </a:rPr>
              <a:t>i</a:t>
            </a:r>
            <a:r>
              <a:rPr lang="en-US" sz="3200" b="1" dirty="0">
                <a:latin typeface="Calibri" panose="020F0502020204030204" pitchFamily="34" charset="0"/>
                <a:cs typeface="Calibri" panose="020F0502020204030204" pitchFamily="34" charset="0"/>
              </a:rPr>
              <a:t> </a:t>
            </a:r>
            <a:r>
              <a:rPr lang="en-US" sz="3200" dirty="0">
                <a:latin typeface="Calibri" panose="020F0502020204030204" pitchFamily="34" charset="0"/>
                <a:cs typeface="Calibri" panose="020F0502020204030204" pitchFamily="34" charset="0"/>
              </a:rPr>
              <a:t>plays:</a:t>
            </a:r>
          </a:p>
          <a:p>
            <a:pPr marL="457200" indent="-457200">
              <a:buFont typeface="Arial" panose="020B0604020202020204" pitchFamily="34" charset="0"/>
              <a:buChar char="•"/>
            </a:pPr>
            <a:r>
              <a:rPr lang="en-US" sz="3200" b="1" dirty="0">
                <a:latin typeface="Calibri" panose="020F0502020204030204" pitchFamily="34" charset="0"/>
                <a:cs typeface="Calibri" panose="020F0502020204030204" pitchFamily="34" charset="0"/>
              </a:rPr>
              <a:t>query</a:t>
            </a:r>
            <a:r>
              <a:rPr lang="en-US" sz="3200" dirty="0">
                <a:latin typeface="Calibri" panose="020F0502020204030204" pitchFamily="34" charset="0"/>
                <a:cs typeface="Calibri" panose="020F0502020204030204" pitchFamily="34" charset="0"/>
              </a:rPr>
              <a:t>: </a:t>
            </a:r>
            <a:r>
              <a:rPr lang="en-US" sz="3200" dirty="0">
                <a:effectLst/>
                <a:latin typeface="Calibri" panose="020F0502020204030204" pitchFamily="34" charset="0"/>
                <a:cs typeface="Calibri" panose="020F0502020204030204" pitchFamily="34" charset="0"/>
              </a:rPr>
              <a:t>As </a:t>
            </a:r>
            <a:r>
              <a:rPr lang="en-US" sz="3200" i="1" dirty="0">
                <a:effectLst/>
                <a:latin typeface="Calibri" panose="020F0502020204030204" pitchFamily="34" charset="0"/>
                <a:cs typeface="Calibri" panose="020F0502020204030204" pitchFamily="34" charset="0"/>
              </a:rPr>
              <a:t>the current element </a:t>
            </a:r>
            <a:r>
              <a:rPr lang="en-US" sz="3200" dirty="0">
                <a:effectLst/>
                <a:latin typeface="Calibri" panose="020F0502020204030204" pitchFamily="34" charset="0"/>
                <a:cs typeface="Calibri" panose="020F0502020204030204" pitchFamily="34" charset="0"/>
              </a:rPr>
              <a:t>being compared to the preceding inputs. </a:t>
            </a:r>
          </a:p>
          <a:p>
            <a:pPr marL="457200" indent="-457200">
              <a:buFont typeface="Arial" panose="020B0604020202020204" pitchFamily="34" charset="0"/>
              <a:buChar char="•"/>
            </a:pPr>
            <a:r>
              <a:rPr lang="en-US" sz="3200" b="1" dirty="0">
                <a:latin typeface="Calibri" panose="020F0502020204030204" pitchFamily="34" charset="0"/>
                <a:cs typeface="Calibri" panose="020F0502020204030204" pitchFamily="34" charset="0"/>
              </a:rPr>
              <a:t>key</a:t>
            </a:r>
            <a:r>
              <a:rPr lang="en-US" sz="3200" dirty="0">
                <a:latin typeface="Calibri" panose="020F0502020204030204" pitchFamily="34" charset="0"/>
                <a:cs typeface="Calibri" panose="020F0502020204030204" pitchFamily="34" charset="0"/>
              </a:rPr>
              <a:t>: </a:t>
            </a:r>
            <a:r>
              <a:rPr lang="en-US" sz="3200" dirty="0">
                <a:effectLst/>
                <a:latin typeface="Calibri" panose="020F0502020204030204" pitchFamily="34" charset="0"/>
                <a:cs typeface="Calibri" panose="020F0502020204030204" pitchFamily="34" charset="0"/>
              </a:rPr>
              <a:t>as </a:t>
            </a:r>
            <a:r>
              <a:rPr lang="en-US" sz="3200" i="1" dirty="0">
                <a:effectLst/>
                <a:latin typeface="Calibri" panose="020F0502020204030204" pitchFamily="34" charset="0"/>
                <a:cs typeface="Calibri" panose="020F0502020204030204" pitchFamily="34" charset="0"/>
              </a:rPr>
              <a:t>a preceding input </a:t>
            </a:r>
            <a:r>
              <a:rPr lang="en-US" sz="3200" dirty="0">
                <a:effectLst/>
                <a:latin typeface="Calibri" panose="020F0502020204030204" pitchFamily="34" charset="0"/>
                <a:cs typeface="Calibri" panose="020F0502020204030204" pitchFamily="34" charset="0"/>
              </a:rPr>
              <a:t>that is being compared to the current element to determine a similarity</a:t>
            </a:r>
          </a:p>
          <a:p>
            <a:pPr marL="457200" indent="-457200">
              <a:buFont typeface="Arial" panose="020B0604020202020204" pitchFamily="34" charset="0"/>
              <a:buChar char="•"/>
            </a:pPr>
            <a:r>
              <a:rPr lang="en-US" sz="3200" b="1" dirty="0">
                <a:latin typeface="Calibri" panose="020F0502020204030204" pitchFamily="34" charset="0"/>
                <a:cs typeface="Calibri" panose="020F0502020204030204" pitchFamily="34" charset="0"/>
              </a:rPr>
              <a:t>value</a:t>
            </a:r>
            <a:r>
              <a:rPr lang="en-US" sz="3200" dirty="0">
                <a:latin typeface="Calibri" panose="020F0502020204030204" pitchFamily="34" charset="0"/>
                <a:cs typeface="Calibri" panose="020F0502020204030204" pitchFamily="34" charset="0"/>
              </a:rPr>
              <a:t>: </a:t>
            </a:r>
            <a:r>
              <a:rPr lang="en-US" sz="3200" dirty="0">
                <a:effectLst/>
                <a:latin typeface="Calibri" panose="020F0502020204030204" pitchFamily="34" charset="0"/>
                <a:cs typeface="Calibri" panose="020F0502020204030204" pitchFamily="34" charset="0"/>
              </a:rPr>
              <a:t>a </a:t>
            </a:r>
            <a:r>
              <a:rPr lang="en-US" sz="3200" b="0" dirty="0">
                <a:effectLst/>
                <a:latin typeface="Calibri" panose="020F0502020204030204" pitchFamily="34" charset="0"/>
                <a:cs typeface="Calibri" panose="020F0502020204030204" pitchFamily="34" charset="0"/>
              </a:rPr>
              <a:t>value </a:t>
            </a:r>
            <a:r>
              <a:rPr lang="en-US" sz="3200" dirty="0">
                <a:effectLst/>
                <a:latin typeface="Calibri" panose="020F0502020204030204" pitchFamily="34" charset="0"/>
                <a:cs typeface="Calibri" panose="020F0502020204030204" pitchFamily="34" charset="0"/>
              </a:rPr>
              <a:t>of a preceding element that gets weighted and summed </a:t>
            </a:r>
            <a:endParaRPr lang="en-US" sz="3200" dirty="0">
              <a:latin typeface="Calibri" panose="020F0502020204030204" pitchFamily="34" charset="0"/>
              <a:cs typeface="Calibri" panose="020F0502020204030204" pitchFamily="34" charset="0"/>
            </a:endParaRPr>
          </a:p>
          <a:p>
            <a:pPr marL="457200" indent="-457200">
              <a:buFont typeface="Arial" panose="020B0604020202020204" pitchFamily="34" charset="0"/>
              <a:buChar char="•"/>
            </a:pPr>
            <a:endParaRPr lang="en-US" dirty="0"/>
          </a:p>
          <a:p>
            <a:endParaRPr lang="en-US" dirty="0"/>
          </a:p>
        </p:txBody>
      </p:sp>
    </p:spTree>
    <p:extLst>
      <p:ext uri="{BB962C8B-B14F-4D97-AF65-F5344CB8AC3E}">
        <p14:creationId xmlns:p14="http://schemas.microsoft.com/office/powerpoint/2010/main" val="41270183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5CAA15A1-7EB7-A5CD-82EB-2CC4B9355489}"/>
              </a:ext>
            </a:extLst>
          </p:cNvPr>
          <p:cNvPicPr>
            <a:picLocks noChangeAspect="1"/>
          </p:cNvPicPr>
          <p:nvPr/>
        </p:nvPicPr>
        <p:blipFill>
          <a:blip r:embed="rId3"/>
          <a:srcRect t="22586"/>
          <a:stretch/>
        </p:blipFill>
        <p:spPr>
          <a:xfrm>
            <a:off x="1828800" y="1350834"/>
            <a:ext cx="8606754" cy="4111649"/>
          </a:xfrm>
          <a:prstGeom prst="rect">
            <a:avLst/>
          </a:prstGeom>
        </p:spPr>
      </p:pic>
      <p:sp>
        <p:nvSpPr>
          <p:cNvPr id="20482" name="Rectangle 2"/>
          <p:cNvSpPr>
            <a:spLocks noGrp="1" noChangeArrowheads="1"/>
          </p:cNvSpPr>
          <p:nvPr>
            <p:ph type="title"/>
          </p:nvPr>
        </p:nvSpPr>
        <p:spPr>
          <a:xfrm>
            <a:off x="377154" y="162494"/>
            <a:ext cx="4105327" cy="907196"/>
          </a:xfrm>
        </p:spPr>
        <p:txBody>
          <a:bodyPr>
            <a:normAutofit/>
          </a:bodyPr>
          <a:lstStyle/>
          <a:p>
            <a:r>
              <a:rPr lang="en-US" dirty="0"/>
              <a:t>Attention intuition</a:t>
            </a:r>
          </a:p>
        </p:txBody>
      </p:sp>
      <p:sp>
        <p:nvSpPr>
          <p:cNvPr id="2" name="TextBox 1">
            <a:extLst>
              <a:ext uri="{FF2B5EF4-FFF2-40B4-BE49-F238E27FC236}">
                <a16:creationId xmlns:a16="http://schemas.microsoft.com/office/drawing/2014/main" id="{24F4189B-5DAE-9E70-083C-CED684D21A2D}"/>
              </a:ext>
            </a:extLst>
          </p:cNvPr>
          <p:cNvSpPr txBox="1"/>
          <p:nvPr/>
        </p:nvSpPr>
        <p:spPr>
          <a:xfrm>
            <a:off x="3798064" y="5414433"/>
            <a:ext cx="4915128" cy="584775"/>
          </a:xfrm>
          <a:prstGeom prst="rect">
            <a:avLst/>
          </a:prstGeom>
          <a:noFill/>
        </p:spPr>
        <p:txBody>
          <a:bodyPr wrap="none" rtlCol="0">
            <a:spAutoFit/>
          </a:bodyPr>
          <a:lstStyle/>
          <a:p>
            <a:r>
              <a:rPr lang="en-US" sz="3200" b="1" dirty="0"/>
              <a:t>x1  x2  x3  x4  x5  x6  x7   xi</a:t>
            </a:r>
          </a:p>
        </p:txBody>
      </p:sp>
      <p:sp>
        <p:nvSpPr>
          <p:cNvPr id="4" name="TextBox 3">
            <a:extLst>
              <a:ext uri="{FF2B5EF4-FFF2-40B4-BE49-F238E27FC236}">
                <a16:creationId xmlns:a16="http://schemas.microsoft.com/office/drawing/2014/main" id="{B5E2CB0C-F42F-D269-95D1-B550758C2887}"/>
              </a:ext>
            </a:extLst>
          </p:cNvPr>
          <p:cNvSpPr txBox="1"/>
          <p:nvPr/>
        </p:nvSpPr>
        <p:spPr>
          <a:xfrm>
            <a:off x="7709520" y="766060"/>
            <a:ext cx="2057400" cy="584775"/>
          </a:xfrm>
          <a:prstGeom prst="rect">
            <a:avLst/>
          </a:prstGeom>
          <a:noFill/>
        </p:spPr>
        <p:txBody>
          <a:bodyPr wrap="square" rtlCol="0">
            <a:spAutoFit/>
          </a:bodyPr>
          <a:lstStyle/>
          <a:p>
            <a:r>
              <a:rPr lang="en-US" sz="3200" dirty="0">
                <a:solidFill>
                  <a:srgbClr val="FF0000"/>
                </a:solidFill>
                <a:latin typeface="Bradley Hand" pitchFamily="2" charset="77"/>
              </a:rPr>
              <a:t>query</a:t>
            </a:r>
          </a:p>
        </p:txBody>
      </p:sp>
      <p:sp>
        <p:nvSpPr>
          <p:cNvPr id="5" name="TextBox 4">
            <a:extLst>
              <a:ext uri="{FF2B5EF4-FFF2-40B4-BE49-F238E27FC236}">
                <a16:creationId xmlns:a16="http://schemas.microsoft.com/office/drawing/2014/main" id="{EC8160F0-4554-1BBE-3B68-419A402B8B09}"/>
              </a:ext>
            </a:extLst>
          </p:cNvPr>
          <p:cNvSpPr txBox="1"/>
          <p:nvPr/>
        </p:nvSpPr>
        <p:spPr>
          <a:xfrm>
            <a:off x="4026857" y="6121974"/>
            <a:ext cx="2057400" cy="584775"/>
          </a:xfrm>
          <a:prstGeom prst="rect">
            <a:avLst/>
          </a:prstGeom>
          <a:noFill/>
        </p:spPr>
        <p:txBody>
          <a:bodyPr wrap="square" rtlCol="0">
            <a:spAutoFit/>
          </a:bodyPr>
          <a:lstStyle/>
          <a:p>
            <a:r>
              <a:rPr lang="en-US" sz="3200" dirty="0">
                <a:solidFill>
                  <a:srgbClr val="FF0000"/>
                </a:solidFill>
                <a:latin typeface="Bradley Hand" pitchFamily="2" charset="77"/>
              </a:rPr>
              <a:t>values</a:t>
            </a:r>
          </a:p>
        </p:txBody>
      </p:sp>
    </p:spTree>
    <p:extLst>
      <p:ext uri="{BB962C8B-B14F-4D97-AF65-F5344CB8AC3E}">
        <p14:creationId xmlns:p14="http://schemas.microsoft.com/office/powerpoint/2010/main" val="19257877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758687" y="0"/>
            <a:ext cx="10058400" cy="907196"/>
          </a:xfrm>
        </p:spPr>
        <p:txBody>
          <a:bodyPr>
            <a:normAutofit/>
          </a:bodyPr>
          <a:lstStyle/>
          <a:p>
            <a:r>
              <a:rPr lang="en-US" dirty="0"/>
              <a:t>Intuition of attention: </a:t>
            </a:r>
          </a:p>
        </p:txBody>
      </p:sp>
      <p:sp>
        <p:nvSpPr>
          <p:cNvPr id="2" name="TextBox 1">
            <a:extLst>
              <a:ext uri="{FF2B5EF4-FFF2-40B4-BE49-F238E27FC236}">
                <a16:creationId xmlns:a16="http://schemas.microsoft.com/office/drawing/2014/main" id="{24F4189B-5DAE-9E70-083C-CED684D21A2D}"/>
              </a:ext>
            </a:extLst>
          </p:cNvPr>
          <p:cNvSpPr txBox="1"/>
          <p:nvPr/>
        </p:nvSpPr>
        <p:spPr>
          <a:xfrm>
            <a:off x="3798064" y="5414433"/>
            <a:ext cx="4915128" cy="584775"/>
          </a:xfrm>
          <a:prstGeom prst="rect">
            <a:avLst/>
          </a:prstGeom>
          <a:noFill/>
        </p:spPr>
        <p:txBody>
          <a:bodyPr wrap="none" rtlCol="0">
            <a:spAutoFit/>
          </a:bodyPr>
          <a:lstStyle/>
          <a:p>
            <a:r>
              <a:rPr lang="en-US" sz="3200" b="1" dirty="0"/>
              <a:t>x1  x2  x3  x4  x5  x6  x7  xi</a:t>
            </a:r>
          </a:p>
        </p:txBody>
      </p:sp>
      <p:sp>
        <p:nvSpPr>
          <p:cNvPr id="4" name="TextBox 3">
            <a:extLst>
              <a:ext uri="{FF2B5EF4-FFF2-40B4-BE49-F238E27FC236}">
                <a16:creationId xmlns:a16="http://schemas.microsoft.com/office/drawing/2014/main" id="{B5E2CB0C-F42F-D269-95D1-B550758C2887}"/>
              </a:ext>
            </a:extLst>
          </p:cNvPr>
          <p:cNvSpPr txBox="1"/>
          <p:nvPr/>
        </p:nvSpPr>
        <p:spPr>
          <a:xfrm>
            <a:off x="7684492" y="381000"/>
            <a:ext cx="2057400" cy="584775"/>
          </a:xfrm>
          <a:prstGeom prst="rect">
            <a:avLst/>
          </a:prstGeom>
          <a:noFill/>
        </p:spPr>
        <p:txBody>
          <a:bodyPr wrap="square" rtlCol="0">
            <a:spAutoFit/>
          </a:bodyPr>
          <a:lstStyle/>
          <a:p>
            <a:r>
              <a:rPr lang="en-US" sz="3200" dirty="0">
                <a:solidFill>
                  <a:srgbClr val="FF0000"/>
                </a:solidFill>
                <a:latin typeface="Bradley Hand" pitchFamily="2" charset="77"/>
              </a:rPr>
              <a:t>query</a:t>
            </a:r>
          </a:p>
        </p:txBody>
      </p:sp>
      <p:sp>
        <p:nvSpPr>
          <p:cNvPr id="5" name="TextBox 4">
            <a:extLst>
              <a:ext uri="{FF2B5EF4-FFF2-40B4-BE49-F238E27FC236}">
                <a16:creationId xmlns:a16="http://schemas.microsoft.com/office/drawing/2014/main" id="{EC8160F0-4554-1BBE-3B68-419A402B8B09}"/>
              </a:ext>
            </a:extLst>
          </p:cNvPr>
          <p:cNvSpPr txBox="1"/>
          <p:nvPr/>
        </p:nvSpPr>
        <p:spPr>
          <a:xfrm>
            <a:off x="1968500" y="6273225"/>
            <a:ext cx="2057400" cy="584775"/>
          </a:xfrm>
          <a:prstGeom prst="rect">
            <a:avLst/>
          </a:prstGeom>
          <a:noFill/>
        </p:spPr>
        <p:txBody>
          <a:bodyPr wrap="square" rtlCol="0">
            <a:spAutoFit/>
          </a:bodyPr>
          <a:lstStyle/>
          <a:p>
            <a:r>
              <a:rPr lang="en-US" sz="3200" dirty="0">
                <a:solidFill>
                  <a:srgbClr val="FF0000"/>
                </a:solidFill>
                <a:latin typeface="Bradley Hand" pitchFamily="2" charset="77"/>
              </a:rPr>
              <a:t>values</a:t>
            </a:r>
          </a:p>
        </p:txBody>
      </p:sp>
      <p:grpSp>
        <p:nvGrpSpPr>
          <p:cNvPr id="10" name="Group 9">
            <a:extLst>
              <a:ext uri="{FF2B5EF4-FFF2-40B4-BE49-F238E27FC236}">
                <a16:creationId xmlns:a16="http://schemas.microsoft.com/office/drawing/2014/main" id="{A73298C9-68DC-E88A-758A-84FDD4C53AE8}"/>
              </a:ext>
            </a:extLst>
          </p:cNvPr>
          <p:cNvGrpSpPr/>
          <p:nvPr/>
        </p:nvGrpSpPr>
        <p:grpSpPr>
          <a:xfrm>
            <a:off x="3886200" y="6096000"/>
            <a:ext cx="381000" cy="443812"/>
            <a:chOff x="3886200" y="6261788"/>
            <a:chExt cx="381000" cy="443812"/>
          </a:xfrm>
        </p:grpSpPr>
        <p:sp>
          <p:nvSpPr>
            <p:cNvPr id="6" name="Rectangle 5">
              <a:extLst>
                <a:ext uri="{FF2B5EF4-FFF2-40B4-BE49-F238E27FC236}">
                  <a16:creationId xmlns:a16="http://schemas.microsoft.com/office/drawing/2014/main" id="{E792437F-EE2A-BB09-3E1D-EBF8891C4D4E}"/>
                </a:ext>
              </a:extLst>
            </p:cNvPr>
            <p:cNvSpPr/>
            <p:nvPr/>
          </p:nvSpPr>
          <p:spPr>
            <a:xfrm>
              <a:off x="3886200" y="6261788"/>
              <a:ext cx="381000" cy="215212"/>
            </a:xfrm>
            <a:prstGeom prst="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k</a:t>
              </a:r>
            </a:p>
          </p:txBody>
        </p:sp>
        <p:sp>
          <p:nvSpPr>
            <p:cNvPr id="8" name="Rectangle 7">
              <a:extLst>
                <a:ext uri="{FF2B5EF4-FFF2-40B4-BE49-F238E27FC236}">
                  <a16:creationId xmlns:a16="http://schemas.microsoft.com/office/drawing/2014/main" id="{13384282-D79C-8ABE-9A55-16EE816137CE}"/>
                </a:ext>
              </a:extLst>
            </p:cNvPr>
            <p:cNvSpPr/>
            <p:nvPr/>
          </p:nvSpPr>
          <p:spPr>
            <a:xfrm>
              <a:off x="3886200" y="6490388"/>
              <a:ext cx="381000" cy="215212"/>
            </a:xfrm>
            <a:prstGeom prst="rect">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v</a:t>
              </a:r>
            </a:p>
          </p:txBody>
        </p:sp>
      </p:grpSp>
      <p:grpSp>
        <p:nvGrpSpPr>
          <p:cNvPr id="11" name="Group 10">
            <a:extLst>
              <a:ext uri="{FF2B5EF4-FFF2-40B4-BE49-F238E27FC236}">
                <a16:creationId xmlns:a16="http://schemas.microsoft.com/office/drawing/2014/main" id="{92345E34-5349-C1CD-6EB5-C1B6A1481E8F}"/>
              </a:ext>
            </a:extLst>
          </p:cNvPr>
          <p:cNvGrpSpPr/>
          <p:nvPr/>
        </p:nvGrpSpPr>
        <p:grpSpPr>
          <a:xfrm>
            <a:off x="4495800" y="6096000"/>
            <a:ext cx="381000" cy="443812"/>
            <a:chOff x="3886200" y="6261788"/>
            <a:chExt cx="381000" cy="443812"/>
          </a:xfrm>
        </p:grpSpPr>
        <p:sp>
          <p:nvSpPr>
            <p:cNvPr id="12" name="Rectangle 11">
              <a:extLst>
                <a:ext uri="{FF2B5EF4-FFF2-40B4-BE49-F238E27FC236}">
                  <a16:creationId xmlns:a16="http://schemas.microsoft.com/office/drawing/2014/main" id="{4B226BB1-D0C8-1086-0969-E575D5A1A83B}"/>
                </a:ext>
              </a:extLst>
            </p:cNvPr>
            <p:cNvSpPr/>
            <p:nvPr/>
          </p:nvSpPr>
          <p:spPr>
            <a:xfrm>
              <a:off x="3886200" y="6261788"/>
              <a:ext cx="381000" cy="215212"/>
            </a:xfrm>
            <a:prstGeom prst="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k</a:t>
              </a:r>
            </a:p>
          </p:txBody>
        </p:sp>
        <p:sp>
          <p:nvSpPr>
            <p:cNvPr id="13" name="Rectangle 12">
              <a:extLst>
                <a:ext uri="{FF2B5EF4-FFF2-40B4-BE49-F238E27FC236}">
                  <a16:creationId xmlns:a16="http://schemas.microsoft.com/office/drawing/2014/main" id="{AB8BC482-1061-8768-E6FA-9FB081409DE9}"/>
                </a:ext>
              </a:extLst>
            </p:cNvPr>
            <p:cNvSpPr/>
            <p:nvPr/>
          </p:nvSpPr>
          <p:spPr>
            <a:xfrm>
              <a:off x="3886200" y="6490388"/>
              <a:ext cx="381000" cy="215212"/>
            </a:xfrm>
            <a:prstGeom prst="rect">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v</a:t>
              </a:r>
            </a:p>
          </p:txBody>
        </p:sp>
      </p:grpSp>
      <p:grpSp>
        <p:nvGrpSpPr>
          <p:cNvPr id="14" name="Group 13">
            <a:extLst>
              <a:ext uri="{FF2B5EF4-FFF2-40B4-BE49-F238E27FC236}">
                <a16:creationId xmlns:a16="http://schemas.microsoft.com/office/drawing/2014/main" id="{EDE10602-2F0B-BF71-7284-4930CC69FC44}"/>
              </a:ext>
            </a:extLst>
          </p:cNvPr>
          <p:cNvGrpSpPr/>
          <p:nvPr/>
        </p:nvGrpSpPr>
        <p:grpSpPr>
          <a:xfrm>
            <a:off x="5105400" y="6096000"/>
            <a:ext cx="381000" cy="443812"/>
            <a:chOff x="3886200" y="6261788"/>
            <a:chExt cx="381000" cy="443812"/>
          </a:xfrm>
        </p:grpSpPr>
        <p:sp>
          <p:nvSpPr>
            <p:cNvPr id="15" name="Rectangle 14">
              <a:extLst>
                <a:ext uri="{FF2B5EF4-FFF2-40B4-BE49-F238E27FC236}">
                  <a16:creationId xmlns:a16="http://schemas.microsoft.com/office/drawing/2014/main" id="{3920FA73-7321-C52B-2EA3-E1167CE6F329}"/>
                </a:ext>
              </a:extLst>
            </p:cNvPr>
            <p:cNvSpPr/>
            <p:nvPr/>
          </p:nvSpPr>
          <p:spPr>
            <a:xfrm>
              <a:off x="3886200" y="6261788"/>
              <a:ext cx="381000" cy="215212"/>
            </a:xfrm>
            <a:prstGeom prst="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k</a:t>
              </a:r>
            </a:p>
          </p:txBody>
        </p:sp>
        <p:sp>
          <p:nvSpPr>
            <p:cNvPr id="16" name="Rectangle 15">
              <a:extLst>
                <a:ext uri="{FF2B5EF4-FFF2-40B4-BE49-F238E27FC236}">
                  <a16:creationId xmlns:a16="http://schemas.microsoft.com/office/drawing/2014/main" id="{17E8811D-E6B4-A419-698C-3398D07E5E9C}"/>
                </a:ext>
              </a:extLst>
            </p:cNvPr>
            <p:cNvSpPr/>
            <p:nvPr/>
          </p:nvSpPr>
          <p:spPr>
            <a:xfrm>
              <a:off x="3886200" y="6490388"/>
              <a:ext cx="381000" cy="215212"/>
            </a:xfrm>
            <a:prstGeom prst="rect">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v</a:t>
              </a:r>
            </a:p>
          </p:txBody>
        </p:sp>
      </p:grpSp>
      <p:grpSp>
        <p:nvGrpSpPr>
          <p:cNvPr id="17" name="Group 16">
            <a:extLst>
              <a:ext uri="{FF2B5EF4-FFF2-40B4-BE49-F238E27FC236}">
                <a16:creationId xmlns:a16="http://schemas.microsoft.com/office/drawing/2014/main" id="{5A922B46-9C5F-D9D1-017C-99076BF1D36F}"/>
              </a:ext>
            </a:extLst>
          </p:cNvPr>
          <p:cNvGrpSpPr/>
          <p:nvPr/>
        </p:nvGrpSpPr>
        <p:grpSpPr>
          <a:xfrm>
            <a:off x="5753100" y="6096000"/>
            <a:ext cx="381000" cy="443812"/>
            <a:chOff x="3886200" y="6261788"/>
            <a:chExt cx="381000" cy="443812"/>
          </a:xfrm>
        </p:grpSpPr>
        <p:sp>
          <p:nvSpPr>
            <p:cNvPr id="18" name="Rectangle 17">
              <a:extLst>
                <a:ext uri="{FF2B5EF4-FFF2-40B4-BE49-F238E27FC236}">
                  <a16:creationId xmlns:a16="http://schemas.microsoft.com/office/drawing/2014/main" id="{A9AEDAD0-9AF8-7389-2943-F811BF7705F0}"/>
                </a:ext>
              </a:extLst>
            </p:cNvPr>
            <p:cNvSpPr/>
            <p:nvPr/>
          </p:nvSpPr>
          <p:spPr>
            <a:xfrm>
              <a:off x="3886200" y="6261788"/>
              <a:ext cx="381000" cy="215212"/>
            </a:xfrm>
            <a:prstGeom prst="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k</a:t>
              </a:r>
            </a:p>
          </p:txBody>
        </p:sp>
        <p:sp>
          <p:nvSpPr>
            <p:cNvPr id="19" name="Rectangle 18">
              <a:extLst>
                <a:ext uri="{FF2B5EF4-FFF2-40B4-BE49-F238E27FC236}">
                  <a16:creationId xmlns:a16="http://schemas.microsoft.com/office/drawing/2014/main" id="{4583ED46-6770-6C74-6CF8-32A5FEABB9F2}"/>
                </a:ext>
              </a:extLst>
            </p:cNvPr>
            <p:cNvSpPr/>
            <p:nvPr/>
          </p:nvSpPr>
          <p:spPr>
            <a:xfrm>
              <a:off x="3886200" y="6490388"/>
              <a:ext cx="381000" cy="215212"/>
            </a:xfrm>
            <a:prstGeom prst="rect">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v</a:t>
              </a:r>
            </a:p>
          </p:txBody>
        </p:sp>
      </p:grpSp>
      <p:grpSp>
        <p:nvGrpSpPr>
          <p:cNvPr id="20" name="Group 19">
            <a:extLst>
              <a:ext uri="{FF2B5EF4-FFF2-40B4-BE49-F238E27FC236}">
                <a16:creationId xmlns:a16="http://schemas.microsoft.com/office/drawing/2014/main" id="{A3D81AD1-470E-87C3-682C-84F97634ED0E}"/>
              </a:ext>
            </a:extLst>
          </p:cNvPr>
          <p:cNvGrpSpPr/>
          <p:nvPr/>
        </p:nvGrpSpPr>
        <p:grpSpPr>
          <a:xfrm>
            <a:off x="6366934" y="6096000"/>
            <a:ext cx="381000" cy="443812"/>
            <a:chOff x="3886200" y="6261788"/>
            <a:chExt cx="381000" cy="443812"/>
          </a:xfrm>
        </p:grpSpPr>
        <p:sp>
          <p:nvSpPr>
            <p:cNvPr id="21" name="Rectangle 20">
              <a:extLst>
                <a:ext uri="{FF2B5EF4-FFF2-40B4-BE49-F238E27FC236}">
                  <a16:creationId xmlns:a16="http://schemas.microsoft.com/office/drawing/2014/main" id="{76D7FB67-AA43-7644-1A72-C578F6F0F91E}"/>
                </a:ext>
              </a:extLst>
            </p:cNvPr>
            <p:cNvSpPr/>
            <p:nvPr/>
          </p:nvSpPr>
          <p:spPr>
            <a:xfrm>
              <a:off x="3886200" y="6261788"/>
              <a:ext cx="381000" cy="215212"/>
            </a:xfrm>
            <a:prstGeom prst="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k</a:t>
              </a:r>
            </a:p>
          </p:txBody>
        </p:sp>
        <p:sp>
          <p:nvSpPr>
            <p:cNvPr id="22" name="Rectangle 21">
              <a:extLst>
                <a:ext uri="{FF2B5EF4-FFF2-40B4-BE49-F238E27FC236}">
                  <a16:creationId xmlns:a16="http://schemas.microsoft.com/office/drawing/2014/main" id="{70D3CA25-CD6D-5585-9B63-6E4C5A1028E8}"/>
                </a:ext>
              </a:extLst>
            </p:cNvPr>
            <p:cNvSpPr/>
            <p:nvPr/>
          </p:nvSpPr>
          <p:spPr>
            <a:xfrm>
              <a:off x="3886200" y="6490388"/>
              <a:ext cx="381000" cy="215212"/>
            </a:xfrm>
            <a:prstGeom prst="rect">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v</a:t>
              </a:r>
            </a:p>
          </p:txBody>
        </p:sp>
      </p:grpSp>
      <p:grpSp>
        <p:nvGrpSpPr>
          <p:cNvPr id="26" name="Group 25">
            <a:extLst>
              <a:ext uri="{FF2B5EF4-FFF2-40B4-BE49-F238E27FC236}">
                <a16:creationId xmlns:a16="http://schemas.microsoft.com/office/drawing/2014/main" id="{3BC4B509-B4B5-CA49-45AB-075BDE22E765}"/>
              </a:ext>
            </a:extLst>
          </p:cNvPr>
          <p:cNvGrpSpPr/>
          <p:nvPr/>
        </p:nvGrpSpPr>
        <p:grpSpPr>
          <a:xfrm>
            <a:off x="6972300" y="6096000"/>
            <a:ext cx="381000" cy="443812"/>
            <a:chOff x="3886200" y="6261788"/>
            <a:chExt cx="381000" cy="443812"/>
          </a:xfrm>
        </p:grpSpPr>
        <p:sp>
          <p:nvSpPr>
            <p:cNvPr id="27" name="Rectangle 26">
              <a:extLst>
                <a:ext uri="{FF2B5EF4-FFF2-40B4-BE49-F238E27FC236}">
                  <a16:creationId xmlns:a16="http://schemas.microsoft.com/office/drawing/2014/main" id="{851630AD-F2E9-E0BC-F0DB-A6275E03C792}"/>
                </a:ext>
              </a:extLst>
            </p:cNvPr>
            <p:cNvSpPr/>
            <p:nvPr/>
          </p:nvSpPr>
          <p:spPr>
            <a:xfrm>
              <a:off x="3886200" y="6261788"/>
              <a:ext cx="381000" cy="215212"/>
            </a:xfrm>
            <a:prstGeom prst="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k</a:t>
              </a:r>
            </a:p>
          </p:txBody>
        </p:sp>
        <p:sp>
          <p:nvSpPr>
            <p:cNvPr id="28" name="Rectangle 27">
              <a:extLst>
                <a:ext uri="{FF2B5EF4-FFF2-40B4-BE49-F238E27FC236}">
                  <a16:creationId xmlns:a16="http://schemas.microsoft.com/office/drawing/2014/main" id="{F5942C37-95E9-3FD4-5A18-7AB50CCA9C32}"/>
                </a:ext>
              </a:extLst>
            </p:cNvPr>
            <p:cNvSpPr/>
            <p:nvPr/>
          </p:nvSpPr>
          <p:spPr>
            <a:xfrm>
              <a:off x="3886200" y="6490388"/>
              <a:ext cx="381000" cy="215212"/>
            </a:xfrm>
            <a:prstGeom prst="rect">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v</a:t>
              </a:r>
            </a:p>
          </p:txBody>
        </p:sp>
      </p:grpSp>
      <p:grpSp>
        <p:nvGrpSpPr>
          <p:cNvPr id="29" name="Group 28">
            <a:extLst>
              <a:ext uri="{FF2B5EF4-FFF2-40B4-BE49-F238E27FC236}">
                <a16:creationId xmlns:a16="http://schemas.microsoft.com/office/drawing/2014/main" id="{5DBB6525-FB1C-B846-7225-32797E3BACBD}"/>
              </a:ext>
            </a:extLst>
          </p:cNvPr>
          <p:cNvGrpSpPr/>
          <p:nvPr/>
        </p:nvGrpSpPr>
        <p:grpSpPr>
          <a:xfrm>
            <a:off x="7548034" y="6096000"/>
            <a:ext cx="381000" cy="443812"/>
            <a:chOff x="3886200" y="6261788"/>
            <a:chExt cx="381000" cy="443812"/>
          </a:xfrm>
        </p:grpSpPr>
        <p:sp>
          <p:nvSpPr>
            <p:cNvPr id="30" name="Rectangle 29">
              <a:extLst>
                <a:ext uri="{FF2B5EF4-FFF2-40B4-BE49-F238E27FC236}">
                  <a16:creationId xmlns:a16="http://schemas.microsoft.com/office/drawing/2014/main" id="{B4735574-F895-9E09-0332-C10ADC581140}"/>
                </a:ext>
              </a:extLst>
            </p:cNvPr>
            <p:cNvSpPr/>
            <p:nvPr/>
          </p:nvSpPr>
          <p:spPr>
            <a:xfrm>
              <a:off x="3886200" y="6261788"/>
              <a:ext cx="381000" cy="215212"/>
            </a:xfrm>
            <a:prstGeom prst="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k</a:t>
              </a:r>
            </a:p>
          </p:txBody>
        </p:sp>
        <p:sp>
          <p:nvSpPr>
            <p:cNvPr id="31" name="Rectangle 30">
              <a:extLst>
                <a:ext uri="{FF2B5EF4-FFF2-40B4-BE49-F238E27FC236}">
                  <a16:creationId xmlns:a16="http://schemas.microsoft.com/office/drawing/2014/main" id="{ACFBDA77-42B0-E10A-EBBE-BCFDC504321C}"/>
                </a:ext>
              </a:extLst>
            </p:cNvPr>
            <p:cNvSpPr/>
            <p:nvPr/>
          </p:nvSpPr>
          <p:spPr>
            <a:xfrm>
              <a:off x="3886200" y="6490388"/>
              <a:ext cx="381000" cy="215212"/>
            </a:xfrm>
            <a:prstGeom prst="rect">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v</a:t>
              </a:r>
            </a:p>
          </p:txBody>
        </p:sp>
      </p:grpSp>
      <p:sp>
        <p:nvSpPr>
          <p:cNvPr id="32" name="TextBox 31">
            <a:extLst>
              <a:ext uri="{FF2B5EF4-FFF2-40B4-BE49-F238E27FC236}">
                <a16:creationId xmlns:a16="http://schemas.microsoft.com/office/drawing/2014/main" id="{E729FA6D-61F7-B1D7-4B7D-7BF30A0E7029}"/>
              </a:ext>
            </a:extLst>
          </p:cNvPr>
          <p:cNvSpPr txBox="1"/>
          <p:nvPr/>
        </p:nvSpPr>
        <p:spPr>
          <a:xfrm>
            <a:off x="1987550" y="5865915"/>
            <a:ext cx="2057400" cy="584775"/>
          </a:xfrm>
          <a:prstGeom prst="rect">
            <a:avLst/>
          </a:prstGeom>
          <a:noFill/>
        </p:spPr>
        <p:txBody>
          <a:bodyPr wrap="square" rtlCol="0">
            <a:spAutoFit/>
          </a:bodyPr>
          <a:lstStyle/>
          <a:p>
            <a:r>
              <a:rPr lang="en-US" sz="3200" dirty="0">
                <a:solidFill>
                  <a:srgbClr val="FF0000"/>
                </a:solidFill>
                <a:latin typeface="Bradley Hand" pitchFamily="2" charset="77"/>
              </a:rPr>
              <a:t>keys</a:t>
            </a:r>
          </a:p>
        </p:txBody>
      </p:sp>
      <p:grpSp>
        <p:nvGrpSpPr>
          <p:cNvPr id="7" name="Group 6">
            <a:extLst>
              <a:ext uri="{FF2B5EF4-FFF2-40B4-BE49-F238E27FC236}">
                <a16:creationId xmlns:a16="http://schemas.microsoft.com/office/drawing/2014/main" id="{CED50349-CAAD-5454-8408-FF6B52A6471C}"/>
              </a:ext>
            </a:extLst>
          </p:cNvPr>
          <p:cNvGrpSpPr/>
          <p:nvPr/>
        </p:nvGrpSpPr>
        <p:grpSpPr>
          <a:xfrm>
            <a:off x="8077200" y="6089306"/>
            <a:ext cx="381000" cy="443812"/>
            <a:chOff x="3886200" y="6261788"/>
            <a:chExt cx="381000" cy="443812"/>
          </a:xfrm>
        </p:grpSpPr>
        <p:sp>
          <p:nvSpPr>
            <p:cNvPr id="9" name="Rectangle 8">
              <a:extLst>
                <a:ext uri="{FF2B5EF4-FFF2-40B4-BE49-F238E27FC236}">
                  <a16:creationId xmlns:a16="http://schemas.microsoft.com/office/drawing/2014/main" id="{249A24D1-9855-44C5-EC8D-E624DF034C96}"/>
                </a:ext>
              </a:extLst>
            </p:cNvPr>
            <p:cNvSpPr/>
            <p:nvPr/>
          </p:nvSpPr>
          <p:spPr>
            <a:xfrm>
              <a:off x="3886200" y="6261788"/>
              <a:ext cx="381000" cy="215212"/>
            </a:xfrm>
            <a:prstGeom prst="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k</a:t>
              </a:r>
            </a:p>
          </p:txBody>
        </p:sp>
        <p:sp>
          <p:nvSpPr>
            <p:cNvPr id="23" name="Rectangle 22">
              <a:extLst>
                <a:ext uri="{FF2B5EF4-FFF2-40B4-BE49-F238E27FC236}">
                  <a16:creationId xmlns:a16="http://schemas.microsoft.com/office/drawing/2014/main" id="{A25E841F-3E10-5A55-67DD-BF6CC5B74E4D}"/>
                </a:ext>
              </a:extLst>
            </p:cNvPr>
            <p:cNvSpPr/>
            <p:nvPr/>
          </p:nvSpPr>
          <p:spPr>
            <a:xfrm>
              <a:off x="3886200" y="6490388"/>
              <a:ext cx="381000" cy="215212"/>
            </a:xfrm>
            <a:prstGeom prst="rect">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v</a:t>
              </a:r>
            </a:p>
          </p:txBody>
        </p:sp>
      </p:grpSp>
      <p:pic>
        <p:nvPicPr>
          <p:cNvPr id="34" name="Picture 33">
            <a:extLst>
              <a:ext uri="{FF2B5EF4-FFF2-40B4-BE49-F238E27FC236}">
                <a16:creationId xmlns:a16="http://schemas.microsoft.com/office/drawing/2014/main" id="{E68E90BC-DC2C-D348-4048-C87FA3E91C78}"/>
              </a:ext>
            </a:extLst>
          </p:cNvPr>
          <p:cNvPicPr>
            <a:picLocks noChangeAspect="1"/>
          </p:cNvPicPr>
          <p:nvPr/>
        </p:nvPicPr>
        <p:blipFill>
          <a:blip r:embed="rId3"/>
          <a:srcRect t="22586"/>
          <a:stretch/>
        </p:blipFill>
        <p:spPr>
          <a:xfrm>
            <a:off x="1676400" y="1350834"/>
            <a:ext cx="8606754" cy="4111649"/>
          </a:xfrm>
          <a:prstGeom prst="rect">
            <a:avLst/>
          </a:prstGeom>
        </p:spPr>
      </p:pic>
      <p:sp>
        <p:nvSpPr>
          <p:cNvPr id="36" name="Content Placeholder 35">
            <a:extLst>
              <a:ext uri="{FF2B5EF4-FFF2-40B4-BE49-F238E27FC236}">
                <a16:creationId xmlns:a16="http://schemas.microsoft.com/office/drawing/2014/main" id="{4FF506C7-6F52-D5F1-965C-EA41028709FB}"/>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5754621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B5C8C-E21E-54CD-D27D-238A50B896F6}"/>
              </a:ext>
            </a:extLst>
          </p:cNvPr>
          <p:cNvSpPr>
            <a:spLocks noGrp="1"/>
          </p:cNvSpPr>
          <p:nvPr>
            <p:ph type="title"/>
          </p:nvPr>
        </p:nvSpPr>
        <p:spPr/>
        <p:txBody>
          <a:bodyPr>
            <a:normAutofit fontScale="90000"/>
          </a:bodyPr>
          <a:lstStyle/>
          <a:p>
            <a:r>
              <a:rPr lang="en-US" dirty="0"/>
              <a:t>An Actual Attention Head: slightly more complicated</a:t>
            </a:r>
          </a:p>
        </p:txBody>
      </p:sp>
      <p:sp>
        <p:nvSpPr>
          <p:cNvPr id="3" name="Content Placeholder 2">
            <a:extLst>
              <a:ext uri="{FF2B5EF4-FFF2-40B4-BE49-F238E27FC236}">
                <a16:creationId xmlns:a16="http://schemas.microsoft.com/office/drawing/2014/main" id="{FDF13EC5-0DB3-5970-3010-2AF01E294173}"/>
              </a:ext>
            </a:extLst>
          </p:cNvPr>
          <p:cNvSpPr>
            <a:spLocks noGrp="1"/>
          </p:cNvSpPr>
          <p:nvPr>
            <p:ph idx="1"/>
          </p:nvPr>
        </p:nvSpPr>
        <p:spPr/>
        <p:txBody>
          <a:bodyPr>
            <a:normAutofit/>
          </a:bodyPr>
          <a:lstStyle/>
          <a:p>
            <a:r>
              <a:rPr lang="en-US" sz="3200" dirty="0">
                <a:latin typeface="Calibri" panose="020F0502020204030204" pitchFamily="34" charset="0"/>
                <a:cs typeface="Calibri" panose="020F0502020204030204" pitchFamily="34" charset="0"/>
              </a:rPr>
              <a:t>We'll use matrices to project each vector</a:t>
            </a:r>
            <a:r>
              <a:rPr lang="en-US" sz="3200" b="1" dirty="0">
                <a:latin typeface="Calibri" panose="020F0502020204030204" pitchFamily="34" charset="0"/>
                <a:cs typeface="Calibri" panose="020F0502020204030204" pitchFamily="34" charset="0"/>
              </a:rPr>
              <a:t> x</a:t>
            </a:r>
            <a:r>
              <a:rPr lang="en-US" sz="3200" baseline="-25000" dirty="0">
                <a:latin typeface="Calibri" panose="020F0502020204030204" pitchFamily="34" charset="0"/>
                <a:cs typeface="Calibri" panose="020F0502020204030204" pitchFamily="34" charset="0"/>
              </a:rPr>
              <a:t>i</a:t>
            </a:r>
            <a:r>
              <a:rPr lang="en-US" sz="3200" b="1" dirty="0">
                <a:latin typeface="Calibri" panose="020F0502020204030204" pitchFamily="34" charset="0"/>
                <a:cs typeface="Calibri" panose="020F0502020204030204" pitchFamily="34" charset="0"/>
              </a:rPr>
              <a:t> </a:t>
            </a:r>
            <a:r>
              <a:rPr lang="en-US" sz="3200" dirty="0">
                <a:latin typeface="Calibri" panose="020F0502020204030204" pitchFamily="34" charset="0"/>
                <a:cs typeface="Calibri" panose="020F0502020204030204" pitchFamily="34" charset="0"/>
              </a:rPr>
              <a:t>into a representation of its role as query, key, value:</a:t>
            </a:r>
          </a:p>
          <a:p>
            <a:pPr marL="457200" indent="-457200">
              <a:buFont typeface="Arial" panose="020B0604020202020204" pitchFamily="34" charset="0"/>
              <a:buChar char="•"/>
            </a:pPr>
            <a:r>
              <a:rPr lang="en-US" sz="3200" b="1" dirty="0">
                <a:latin typeface="Calibri" panose="020F0502020204030204" pitchFamily="34" charset="0"/>
                <a:cs typeface="Calibri" panose="020F0502020204030204" pitchFamily="34" charset="0"/>
              </a:rPr>
              <a:t>query</a:t>
            </a:r>
            <a:r>
              <a:rPr lang="en-US" sz="3200" dirty="0">
                <a:latin typeface="Calibri" panose="020F0502020204030204" pitchFamily="34" charset="0"/>
                <a:cs typeface="Calibri" panose="020F0502020204030204" pitchFamily="34" charset="0"/>
              </a:rPr>
              <a:t>: </a:t>
            </a:r>
            <a:r>
              <a:rPr lang="en-US" sz="3200" b="1" dirty="0">
                <a:effectLst/>
                <a:latin typeface="Calibri" panose="020F0502020204030204" pitchFamily="34" charset="0"/>
                <a:cs typeface="Calibri" panose="020F0502020204030204" pitchFamily="34" charset="0"/>
              </a:rPr>
              <a:t>W</a:t>
            </a:r>
            <a:r>
              <a:rPr lang="en-US" sz="3200" b="1" baseline="30000" dirty="0">
                <a:effectLst/>
                <a:latin typeface="Calibri" panose="020F0502020204030204" pitchFamily="34" charset="0"/>
                <a:cs typeface="Calibri" panose="020F0502020204030204" pitchFamily="34" charset="0"/>
              </a:rPr>
              <a:t>Q</a:t>
            </a:r>
          </a:p>
          <a:p>
            <a:pPr marL="457200" indent="-457200">
              <a:buFont typeface="Arial" panose="020B0604020202020204" pitchFamily="34" charset="0"/>
              <a:buChar char="•"/>
            </a:pPr>
            <a:r>
              <a:rPr lang="en-US" sz="3200" b="1" dirty="0">
                <a:latin typeface="Calibri" panose="020F0502020204030204" pitchFamily="34" charset="0"/>
                <a:cs typeface="Calibri" panose="020F0502020204030204" pitchFamily="34" charset="0"/>
              </a:rPr>
              <a:t>key</a:t>
            </a:r>
            <a:r>
              <a:rPr lang="en-US" sz="3200" dirty="0">
                <a:latin typeface="Calibri" panose="020F0502020204030204" pitchFamily="34" charset="0"/>
                <a:cs typeface="Calibri" panose="020F0502020204030204" pitchFamily="34" charset="0"/>
              </a:rPr>
              <a:t>: </a:t>
            </a:r>
            <a:r>
              <a:rPr lang="en-US" sz="3200" b="1" dirty="0">
                <a:latin typeface="Calibri" panose="020F0502020204030204" pitchFamily="34" charset="0"/>
                <a:cs typeface="Calibri" panose="020F0502020204030204" pitchFamily="34" charset="0"/>
              </a:rPr>
              <a:t>W</a:t>
            </a:r>
            <a:r>
              <a:rPr lang="en-US" sz="3200" b="1" baseline="30000" dirty="0">
                <a:latin typeface="Calibri" panose="020F0502020204030204" pitchFamily="34" charset="0"/>
                <a:cs typeface="Calibri" panose="020F0502020204030204" pitchFamily="34" charset="0"/>
              </a:rPr>
              <a:t>K</a:t>
            </a:r>
            <a:endParaRPr lang="en-US" sz="3200" b="1" baseline="30000" dirty="0">
              <a:effectLst/>
              <a:latin typeface="Calibri" panose="020F0502020204030204" pitchFamily="34" charset="0"/>
              <a:cs typeface="Calibri" panose="020F0502020204030204" pitchFamily="34" charset="0"/>
            </a:endParaRPr>
          </a:p>
          <a:p>
            <a:pPr marL="457200" indent="-457200">
              <a:buFont typeface="Arial" panose="020B0604020202020204" pitchFamily="34" charset="0"/>
              <a:buChar char="•"/>
            </a:pPr>
            <a:r>
              <a:rPr lang="en-US" sz="3200" b="1" dirty="0">
                <a:latin typeface="Calibri" panose="020F0502020204030204" pitchFamily="34" charset="0"/>
                <a:cs typeface="Calibri" panose="020F0502020204030204" pitchFamily="34" charset="0"/>
              </a:rPr>
              <a:t>value</a:t>
            </a:r>
            <a:r>
              <a:rPr lang="en-US" sz="3200" dirty="0">
                <a:latin typeface="Calibri" panose="020F0502020204030204" pitchFamily="34" charset="0"/>
                <a:cs typeface="Calibri" panose="020F0502020204030204" pitchFamily="34" charset="0"/>
              </a:rPr>
              <a:t>: </a:t>
            </a:r>
            <a:r>
              <a:rPr lang="en-US" sz="3200" b="1" dirty="0">
                <a:effectLst/>
                <a:latin typeface="Calibri" panose="020F0502020204030204" pitchFamily="34" charset="0"/>
                <a:cs typeface="Calibri" panose="020F0502020204030204" pitchFamily="34" charset="0"/>
              </a:rPr>
              <a:t>W</a:t>
            </a:r>
            <a:r>
              <a:rPr lang="en-US" sz="3200" b="1" baseline="30000" dirty="0">
                <a:effectLst/>
                <a:latin typeface="Calibri" panose="020F0502020204030204" pitchFamily="34" charset="0"/>
                <a:cs typeface="Calibri" panose="020F0502020204030204" pitchFamily="34" charset="0"/>
              </a:rPr>
              <a:t>V</a:t>
            </a:r>
            <a:endParaRPr lang="en-US" sz="3200" b="1" baseline="30000" dirty="0">
              <a:latin typeface="Calibri" panose="020F0502020204030204" pitchFamily="34" charset="0"/>
              <a:cs typeface="Calibri" panose="020F0502020204030204" pitchFamily="34" charset="0"/>
            </a:endParaRPr>
          </a:p>
          <a:p>
            <a:pPr marL="457200" indent="-457200">
              <a:buFont typeface="Arial" panose="020B0604020202020204" pitchFamily="34" charset="0"/>
              <a:buChar char="•"/>
            </a:pPr>
            <a:endParaRPr lang="en-US" dirty="0"/>
          </a:p>
          <a:p>
            <a:endParaRPr lang="en-US" dirty="0"/>
          </a:p>
        </p:txBody>
      </p:sp>
      <p:pic>
        <p:nvPicPr>
          <p:cNvPr id="4" name="Picture 3">
            <a:extLst>
              <a:ext uri="{FF2B5EF4-FFF2-40B4-BE49-F238E27FC236}">
                <a16:creationId xmlns:a16="http://schemas.microsoft.com/office/drawing/2014/main" id="{2EBD0090-5102-2D61-92CD-0D4A8D06FD96}"/>
              </a:ext>
            </a:extLst>
          </p:cNvPr>
          <p:cNvPicPr>
            <a:picLocks noChangeAspect="1"/>
          </p:cNvPicPr>
          <p:nvPr/>
        </p:nvPicPr>
        <p:blipFill>
          <a:blip r:embed="rId2"/>
          <a:stretch>
            <a:fillRect/>
          </a:stretch>
        </p:blipFill>
        <p:spPr>
          <a:xfrm>
            <a:off x="1651104" y="4852117"/>
            <a:ext cx="9504576" cy="811366"/>
          </a:xfrm>
          <a:prstGeom prst="rect">
            <a:avLst/>
          </a:prstGeom>
        </p:spPr>
      </p:pic>
    </p:spTree>
    <p:extLst>
      <p:ext uri="{BB962C8B-B14F-4D97-AF65-F5344CB8AC3E}">
        <p14:creationId xmlns:p14="http://schemas.microsoft.com/office/powerpoint/2010/main" val="347034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B5C8C-E21E-54CD-D27D-238A50B896F6}"/>
              </a:ext>
            </a:extLst>
          </p:cNvPr>
          <p:cNvSpPr>
            <a:spLocks noGrp="1"/>
          </p:cNvSpPr>
          <p:nvPr>
            <p:ph type="title"/>
          </p:nvPr>
        </p:nvSpPr>
        <p:spPr/>
        <p:txBody>
          <a:bodyPr>
            <a:normAutofit fontScale="90000"/>
          </a:bodyPr>
          <a:lstStyle/>
          <a:p>
            <a:r>
              <a:rPr lang="en-US" dirty="0"/>
              <a:t>An Actual Attention Head: slightly more complicated</a:t>
            </a:r>
          </a:p>
        </p:txBody>
      </p:sp>
      <p:sp>
        <p:nvSpPr>
          <p:cNvPr id="3" name="Content Placeholder 2">
            <a:extLst>
              <a:ext uri="{FF2B5EF4-FFF2-40B4-BE49-F238E27FC236}">
                <a16:creationId xmlns:a16="http://schemas.microsoft.com/office/drawing/2014/main" id="{FDF13EC5-0DB3-5970-3010-2AF01E294173}"/>
              </a:ext>
            </a:extLst>
          </p:cNvPr>
          <p:cNvSpPr>
            <a:spLocks noGrp="1"/>
          </p:cNvSpPr>
          <p:nvPr>
            <p:ph idx="1"/>
          </p:nvPr>
        </p:nvSpPr>
        <p:spPr/>
        <p:txBody>
          <a:bodyPr>
            <a:normAutofit/>
          </a:bodyPr>
          <a:lstStyle/>
          <a:p>
            <a:r>
              <a:rPr lang="en-US" sz="3600" dirty="0">
                <a:latin typeface="Calibri" panose="020F0502020204030204" pitchFamily="34" charset="0"/>
                <a:cs typeface="Calibri" panose="020F0502020204030204" pitchFamily="34" charset="0"/>
              </a:rPr>
              <a:t>Given these 3 representation of </a:t>
            </a:r>
            <a:r>
              <a:rPr lang="en-US" sz="3600" b="1" dirty="0">
                <a:latin typeface="Calibri" panose="020F0502020204030204" pitchFamily="34" charset="0"/>
                <a:cs typeface="Calibri" panose="020F0502020204030204" pitchFamily="34" charset="0"/>
              </a:rPr>
              <a:t>x</a:t>
            </a:r>
            <a:r>
              <a:rPr lang="en-US" sz="3600" baseline="-25000" dirty="0">
                <a:latin typeface="Calibri" panose="020F0502020204030204" pitchFamily="34" charset="0"/>
                <a:cs typeface="Calibri" panose="020F0502020204030204" pitchFamily="34" charset="0"/>
              </a:rPr>
              <a:t>i</a:t>
            </a:r>
          </a:p>
          <a:p>
            <a:endParaRPr lang="en-US" sz="3600" baseline="-25000" dirty="0">
              <a:latin typeface="Calibri" panose="020F0502020204030204" pitchFamily="34" charset="0"/>
              <a:cs typeface="Calibri" panose="020F0502020204030204" pitchFamily="34" charset="0"/>
            </a:endParaRPr>
          </a:p>
          <a:p>
            <a:endParaRPr lang="en-US" sz="3600" baseline="-25000" dirty="0">
              <a:latin typeface="Calibri" panose="020F0502020204030204" pitchFamily="34" charset="0"/>
              <a:cs typeface="Calibri" panose="020F0502020204030204" pitchFamily="34" charset="0"/>
            </a:endParaRPr>
          </a:p>
          <a:p>
            <a:r>
              <a:rPr lang="en-US" sz="3600" dirty="0">
                <a:effectLst/>
                <a:latin typeface="Calibri" panose="020F0502020204030204" pitchFamily="34" charset="0"/>
                <a:cs typeface="Calibri" panose="020F0502020204030204" pitchFamily="34" charset="0"/>
              </a:rPr>
              <a:t>To compute  similarity of current element </a:t>
            </a:r>
            <a:r>
              <a:rPr lang="en-US" sz="3600" b="1" dirty="0">
                <a:latin typeface="Calibri" panose="020F0502020204030204" pitchFamily="34" charset="0"/>
                <a:cs typeface="Calibri" panose="020F0502020204030204" pitchFamily="34" charset="0"/>
              </a:rPr>
              <a:t>x</a:t>
            </a:r>
            <a:r>
              <a:rPr lang="en-US" sz="3600" baseline="-25000" dirty="0">
                <a:latin typeface="Calibri" panose="020F0502020204030204" pitchFamily="34" charset="0"/>
                <a:cs typeface="Calibri" panose="020F0502020204030204" pitchFamily="34" charset="0"/>
              </a:rPr>
              <a:t>i </a:t>
            </a:r>
            <a:r>
              <a:rPr lang="en-US" sz="3600" dirty="0">
                <a:effectLst/>
                <a:latin typeface="Calibri" panose="020F0502020204030204" pitchFamily="34" charset="0"/>
                <a:cs typeface="Calibri" panose="020F0502020204030204" pitchFamily="34" charset="0"/>
              </a:rPr>
              <a:t>with some prior element </a:t>
            </a:r>
            <a:r>
              <a:rPr lang="en-US" sz="3600" b="1" dirty="0" err="1">
                <a:latin typeface="Calibri" panose="020F0502020204030204" pitchFamily="34" charset="0"/>
                <a:cs typeface="Calibri" panose="020F0502020204030204" pitchFamily="34" charset="0"/>
              </a:rPr>
              <a:t>x</a:t>
            </a:r>
            <a:r>
              <a:rPr lang="en-US" sz="3600" baseline="-25000" dirty="0" err="1">
                <a:latin typeface="Calibri" panose="020F0502020204030204" pitchFamily="34" charset="0"/>
                <a:cs typeface="Calibri" panose="020F0502020204030204" pitchFamily="34" charset="0"/>
              </a:rPr>
              <a:t>j</a:t>
            </a:r>
            <a:endParaRPr lang="en-US" sz="3600" dirty="0">
              <a:effectLst/>
              <a:latin typeface="Calibri" panose="020F0502020204030204" pitchFamily="34" charset="0"/>
              <a:cs typeface="Calibri" panose="020F0502020204030204" pitchFamily="34" charset="0"/>
            </a:endParaRPr>
          </a:p>
          <a:p>
            <a:r>
              <a:rPr lang="en-US" sz="3600" dirty="0">
                <a:latin typeface="Calibri" panose="020F0502020204030204" pitchFamily="34" charset="0"/>
                <a:cs typeface="Calibri" panose="020F0502020204030204" pitchFamily="34" charset="0"/>
              </a:rPr>
              <a:t>W</a:t>
            </a:r>
            <a:r>
              <a:rPr lang="en-US" sz="3600" dirty="0">
                <a:effectLst/>
                <a:latin typeface="Calibri" panose="020F0502020204030204" pitchFamily="34" charset="0"/>
                <a:cs typeface="Calibri" panose="020F0502020204030204" pitchFamily="34" charset="0"/>
              </a:rPr>
              <a:t>e’ll use dot product between  </a:t>
            </a:r>
            <a:r>
              <a:rPr lang="en-US" sz="3600" b="1" dirty="0">
                <a:effectLst/>
                <a:latin typeface="Calibri" panose="020F0502020204030204" pitchFamily="34" charset="0"/>
                <a:cs typeface="Calibri" panose="020F0502020204030204" pitchFamily="34" charset="0"/>
              </a:rPr>
              <a:t>q</a:t>
            </a:r>
            <a:r>
              <a:rPr lang="en-US" sz="3600" baseline="-25000" dirty="0">
                <a:effectLst/>
                <a:latin typeface="Calibri" panose="020F0502020204030204" pitchFamily="34" charset="0"/>
                <a:cs typeface="Calibri" panose="020F0502020204030204" pitchFamily="34" charset="0"/>
              </a:rPr>
              <a:t>i</a:t>
            </a:r>
            <a:r>
              <a:rPr lang="en-US" sz="3600" i="1" dirty="0">
                <a:effectLst/>
                <a:latin typeface="Calibri" panose="020F0502020204030204" pitchFamily="34" charset="0"/>
                <a:cs typeface="Calibri" panose="020F0502020204030204" pitchFamily="34" charset="0"/>
              </a:rPr>
              <a:t> </a:t>
            </a:r>
            <a:r>
              <a:rPr lang="en-US" sz="3600" dirty="0">
                <a:effectLst/>
                <a:latin typeface="Calibri" panose="020F0502020204030204" pitchFamily="34" charset="0"/>
                <a:cs typeface="Calibri" panose="020F0502020204030204" pitchFamily="34" charset="0"/>
              </a:rPr>
              <a:t>and </a:t>
            </a:r>
            <a:r>
              <a:rPr lang="en-US" sz="3600" b="1" dirty="0" err="1">
                <a:effectLst/>
                <a:latin typeface="Calibri" panose="020F0502020204030204" pitchFamily="34" charset="0"/>
                <a:cs typeface="Calibri" panose="020F0502020204030204" pitchFamily="34" charset="0"/>
              </a:rPr>
              <a:t>k</a:t>
            </a:r>
            <a:r>
              <a:rPr lang="en-US" sz="3600" baseline="-25000" dirty="0" err="1">
                <a:effectLst/>
                <a:latin typeface="Calibri" panose="020F0502020204030204" pitchFamily="34" charset="0"/>
                <a:cs typeface="Calibri" panose="020F0502020204030204" pitchFamily="34" charset="0"/>
              </a:rPr>
              <a:t>j</a:t>
            </a:r>
            <a:r>
              <a:rPr lang="en-US" sz="3600" dirty="0">
                <a:effectLst/>
                <a:latin typeface="Calibri" panose="020F0502020204030204" pitchFamily="34" charset="0"/>
                <a:cs typeface="Calibri" panose="020F0502020204030204" pitchFamily="34" charset="0"/>
              </a:rPr>
              <a:t>. </a:t>
            </a:r>
          </a:p>
          <a:p>
            <a:r>
              <a:rPr lang="en-US" sz="3600" dirty="0">
                <a:latin typeface="Calibri" panose="020F0502020204030204" pitchFamily="34" charset="0"/>
                <a:cs typeface="Calibri" panose="020F0502020204030204" pitchFamily="34" charset="0"/>
              </a:rPr>
              <a:t>And instead of summing up </a:t>
            </a:r>
            <a:r>
              <a:rPr lang="en-US" sz="3600" b="1" dirty="0" err="1">
                <a:latin typeface="Calibri" panose="020F0502020204030204" pitchFamily="34" charset="0"/>
                <a:cs typeface="Calibri" panose="020F0502020204030204" pitchFamily="34" charset="0"/>
              </a:rPr>
              <a:t>x</a:t>
            </a:r>
            <a:r>
              <a:rPr lang="en-US" sz="3600" baseline="-25000" dirty="0" err="1">
                <a:latin typeface="Calibri" panose="020F0502020204030204" pitchFamily="34" charset="0"/>
                <a:cs typeface="Calibri" panose="020F0502020204030204" pitchFamily="34" charset="0"/>
              </a:rPr>
              <a:t>j</a:t>
            </a:r>
            <a:r>
              <a:rPr lang="en-US" sz="3600" dirty="0">
                <a:latin typeface="Calibri" panose="020F0502020204030204" pitchFamily="34" charset="0"/>
                <a:cs typeface="Calibri" panose="020F0502020204030204" pitchFamily="34" charset="0"/>
              </a:rPr>
              <a:t> ,  we'll sum up </a:t>
            </a:r>
            <a:r>
              <a:rPr lang="en-US" sz="3600" b="1" dirty="0" err="1">
                <a:latin typeface="Calibri" panose="020F0502020204030204" pitchFamily="34" charset="0"/>
                <a:cs typeface="Calibri" panose="020F0502020204030204" pitchFamily="34" charset="0"/>
              </a:rPr>
              <a:t>v</a:t>
            </a:r>
            <a:r>
              <a:rPr lang="en-US" sz="3600" baseline="-25000" dirty="0" err="1">
                <a:latin typeface="Calibri" panose="020F0502020204030204" pitchFamily="34" charset="0"/>
                <a:cs typeface="Calibri" panose="020F0502020204030204" pitchFamily="34" charset="0"/>
              </a:rPr>
              <a:t>j</a:t>
            </a:r>
            <a:endParaRPr lang="en-US" sz="3600" dirty="0">
              <a:effectLst/>
              <a:latin typeface="Calibri" panose="020F0502020204030204" pitchFamily="34" charset="0"/>
              <a:cs typeface="Calibri" panose="020F0502020204030204" pitchFamily="34" charset="0"/>
            </a:endParaRPr>
          </a:p>
          <a:p>
            <a:endParaRPr lang="en-US" sz="3600" dirty="0">
              <a:latin typeface="Calibri" panose="020F0502020204030204" pitchFamily="34" charset="0"/>
              <a:cs typeface="Calibri" panose="020F0502020204030204" pitchFamily="34" charset="0"/>
            </a:endParaRPr>
          </a:p>
          <a:p>
            <a:endParaRPr lang="en-US" sz="3200" baseline="-25000" dirty="0">
              <a:latin typeface="Calibri" panose="020F0502020204030204" pitchFamily="34" charset="0"/>
              <a:cs typeface="Calibri" panose="020F0502020204030204" pitchFamily="34" charset="0"/>
            </a:endParaRPr>
          </a:p>
          <a:p>
            <a:endParaRPr lang="en-US" sz="3200" baseline="-25000" dirty="0">
              <a:latin typeface="Calibri" panose="020F0502020204030204" pitchFamily="34" charset="0"/>
              <a:cs typeface="Calibri" panose="020F0502020204030204" pitchFamily="34" charset="0"/>
            </a:endParaRPr>
          </a:p>
          <a:p>
            <a:endParaRPr lang="en-US" sz="3200" baseline="-25000" dirty="0">
              <a:latin typeface="Calibri" panose="020F0502020204030204" pitchFamily="34" charset="0"/>
              <a:cs typeface="Calibri" panose="020F0502020204030204" pitchFamily="34" charset="0"/>
            </a:endParaRPr>
          </a:p>
          <a:p>
            <a:endParaRPr lang="en-US" sz="3200" dirty="0">
              <a:latin typeface="Calibri" panose="020F0502020204030204" pitchFamily="34" charset="0"/>
              <a:cs typeface="Calibri" panose="020F0502020204030204" pitchFamily="34" charset="0"/>
            </a:endParaRPr>
          </a:p>
          <a:p>
            <a:pPr marL="457200" indent="-457200">
              <a:buFont typeface="Arial" panose="020B0604020202020204" pitchFamily="34" charset="0"/>
              <a:buChar char="•"/>
            </a:pPr>
            <a:endParaRPr lang="en-US" dirty="0"/>
          </a:p>
          <a:p>
            <a:endParaRPr lang="en-US" dirty="0"/>
          </a:p>
        </p:txBody>
      </p:sp>
      <p:pic>
        <p:nvPicPr>
          <p:cNvPr id="4" name="Picture 3">
            <a:extLst>
              <a:ext uri="{FF2B5EF4-FFF2-40B4-BE49-F238E27FC236}">
                <a16:creationId xmlns:a16="http://schemas.microsoft.com/office/drawing/2014/main" id="{2EBD0090-5102-2D61-92CD-0D4A8D06FD96}"/>
              </a:ext>
            </a:extLst>
          </p:cNvPr>
          <p:cNvPicPr>
            <a:picLocks noChangeAspect="1"/>
          </p:cNvPicPr>
          <p:nvPr/>
        </p:nvPicPr>
        <p:blipFill>
          <a:blip r:embed="rId2"/>
          <a:stretch>
            <a:fillRect/>
          </a:stretch>
        </p:blipFill>
        <p:spPr>
          <a:xfrm>
            <a:off x="3105568" y="2209800"/>
            <a:ext cx="7980680" cy="681277"/>
          </a:xfrm>
          <a:prstGeom prst="rect">
            <a:avLst/>
          </a:prstGeom>
        </p:spPr>
      </p:pic>
    </p:spTree>
    <p:extLst>
      <p:ext uri="{BB962C8B-B14F-4D97-AF65-F5344CB8AC3E}">
        <p14:creationId xmlns:p14="http://schemas.microsoft.com/office/powerpoint/2010/main" val="28795882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4E5C54-4103-F2B0-C737-9F4478F0B926}"/>
              </a:ext>
            </a:extLst>
          </p:cNvPr>
          <p:cNvSpPr>
            <a:spLocks noGrp="1"/>
          </p:cNvSpPr>
          <p:nvPr>
            <p:ph type="title"/>
          </p:nvPr>
        </p:nvSpPr>
        <p:spPr/>
        <p:txBody>
          <a:bodyPr/>
          <a:lstStyle/>
          <a:p>
            <a:r>
              <a:rPr lang="en-US" dirty="0"/>
              <a:t>Final equations for one attention head</a:t>
            </a:r>
          </a:p>
        </p:txBody>
      </p:sp>
      <p:sp>
        <p:nvSpPr>
          <p:cNvPr id="3" name="Content Placeholder 2">
            <a:extLst>
              <a:ext uri="{FF2B5EF4-FFF2-40B4-BE49-F238E27FC236}">
                <a16:creationId xmlns:a16="http://schemas.microsoft.com/office/drawing/2014/main" id="{48EFC8C2-3993-6396-EF61-82F2D0129E6B}"/>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8B3CB04E-EADD-9E05-12F5-19D6076E5530}"/>
              </a:ext>
            </a:extLst>
          </p:cNvPr>
          <p:cNvPicPr>
            <a:picLocks noChangeAspect="1"/>
          </p:cNvPicPr>
          <p:nvPr/>
        </p:nvPicPr>
        <p:blipFill>
          <a:blip r:embed="rId3"/>
          <a:stretch>
            <a:fillRect/>
          </a:stretch>
        </p:blipFill>
        <p:spPr>
          <a:xfrm>
            <a:off x="591016" y="1752600"/>
            <a:ext cx="10928194" cy="4267200"/>
          </a:xfrm>
          <a:prstGeom prst="rect">
            <a:avLst/>
          </a:prstGeom>
        </p:spPr>
      </p:pic>
    </p:spTree>
    <p:extLst>
      <p:ext uri="{BB962C8B-B14F-4D97-AF65-F5344CB8AC3E}">
        <p14:creationId xmlns:p14="http://schemas.microsoft.com/office/powerpoint/2010/main" val="41811340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9053DB-20D6-FAC8-64C7-0844D7DC73E0}"/>
              </a:ext>
            </a:extLst>
          </p:cNvPr>
          <p:cNvSpPr>
            <a:spLocks noGrp="1"/>
          </p:cNvSpPr>
          <p:nvPr>
            <p:ph type="title"/>
          </p:nvPr>
        </p:nvSpPr>
        <p:spPr>
          <a:xfrm>
            <a:off x="609600" y="159603"/>
            <a:ext cx="11430000" cy="907196"/>
          </a:xfrm>
        </p:spPr>
        <p:txBody>
          <a:bodyPr>
            <a:noAutofit/>
          </a:bodyPr>
          <a:lstStyle/>
          <a:p>
            <a:r>
              <a:rPr lang="en-US" sz="4000" dirty="0">
                <a:effectLst/>
              </a:rPr>
              <a:t>Calculating the value of a3</a:t>
            </a:r>
            <a:endParaRPr lang="en-US" sz="4000" dirty="0"/>
          </a:p>
        </p:txBody>
      </p:sp>
      <p:pic>
        <p:nvPicPr>
          <p:cNvPr id="5" name="Content Placeholder 4">
            <a:extLst>
              <a:ext uri="{FF2B5EF4-FFF2-40B4-BE49-F238E27FC236}">
                <a16:creationId xmlns:a16="http://schemas.microsoft.com/office/drawing/2014/main" id="{4FC81E58-587A-E6BC-1156-620113C46B7D}"/>
              </a:ext>
            </a:extLst>
          </p:cNvPr>
          <p:cNvPicPr>
            <a:picLocks noGrp="1" noChangeAspect="1"/>
          </p:cNvPicPr>
          <p:nvPr>
            <p:ph idx="1"/>
          </p:nvPr>
        </p:nvPicPr>
        <p:blipFill>
          <a:blip r:embed="rId3"/>
          <a:stretch>
            <a:fillRect/>
          </a:stretch>
        </p:blipFill>
        <p:spPr>
          <a:xfrm>
            <a:off x="2111109" y="1295401"/>
            <a:ext cx="7714012" cy="5402996"/>
          </a:xfrm>
        </p:spPr>
      </p:pic>
    </p:spTree>
    <p:extLst>
      <p:ext uri="{BB962C8B-B14F-4D97-AF65-F5344CB8AC3E}">
        <p14:creationId xmlns:p14="http://schemas.microsoft.com/office/powerpoint/2010/main" val="210329467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B5C8C-E21E-54CD-D27D-238A50B896F6}"/>
              </a:ext>
            </a:extLst>
          </p:cNvPr>
          <p:cNvSpPr>
            <a:spLocks noGrp="1"/>
          </p:cNvSpPr>
          <p:nvPr>
            <p:ph type="title"/>
          </p:nvPr>
        </p:nvSpPr>
        <p:spPr/>
        <p:txBody>
          <a:bodyPr>
            <a:normAutofit/>
          </a:bodyPr>
          <a:lstStyle/>
          <a:p>
            <a:r>
              <a:rPr lang="en-US" dirty="0"/>
              <a:t>Actual Attention: slightly more complicated</a:t>
            </a:r>
          </a:p>
        </p:txBody>
      </p:sp>
      <p:sp>
        <p:nvSpPr>
          <p:cNvPr id="3" name="Content Placeholder 2">
            <a:extLst>
              <a:ext uri="{FF2B5EF4-FFF2-40B4-BE49-F238E27FC236}">
                <a16:creationId xmlns:a16="http://schemas.microsoft.com/office/drawing/2014/main" id="{FDF13EC5-0DB3-5970-3010-2AF01E294173}"/>
              </a:ext>
            </a:extLst>
          </p:cNvPr>
          <p:cNvSpPr>
            <a:spLocks noGrp="1"/>
          </p:cNvSpPr>
          <p:nvPr>
            <p:ph idx="1"/>
          </p:nvPr>
        </p:nvSpPr>
        <p:spPr/>
        <p:txBody>
          <a:bodyPr>
            <a:normAutofit/>
          </a:bodyPr>
          <a:lstStyle/>
          <a:p>
            <a:pPr marL="457200" indent="-457200">
              <a:buFont typeface="Arial" panose="020B0604020202020204" pitchFamily="34" charset="0"/>
              <a:buChar char="•"/>
            </a:pPr>
            <a:r>
              <a:rPr lang="en-US" sz="2400" dirty="0">
                <a:latin typeface="Calibri" panose="020F0502020204030204" pitchFamily="34" charset="0"/>
                <a:cs typeface="Calibri" panose="020F0502020204030204" pitchFamily="34" charset="0"/>
              </a:rPr>
              <a:t>Instead of one attention head, we'll have lots of them!</a:t>
            </a:r>
          </a:p>
          <a:p>
            <a:pPr marL="457200" indent="-457200">
              <a:buFont typeface="Arial" panose="020B0604020202020204" pitchFamily="34" charset="0"/>
              <a:buChar char="•"/>
            </a:pPr>
            <a:r>
              <a:rPr lang="en-US" sz="2400" dirty="0">
                <a:effectLst/>
                <a:latin typeface="Calibri" panose="020F0502020204030204" pitchFamily="34" charset="0"/>
                <a:cs typeface="Calibri" panose="020F0502020204030204" pitchFamily="34" charset="0"/>
              </a:rPr>
              <a:t>Intuition: each head might be attending to the context for different purposes</a:t>
            </a:r>
          </a:p>
          <a:p>
            <a:pPr marL="854045" lvl="1" indent="-457200">
              <a:buFont typeface="Arial" panose="020B0604020202020204" pitchFamily="34" charset="0"/>
              <a:buChar char="•"/>
            </a:pPr>
            <a:r>
              <a:rPr lang="en-US" sz="2000" dirty="0">
                <a:latin typeface="Calibri" panose="020F0502020204030204" pitchFamily="34" charset="0"/>
                <a:cs typeface="Calibri" panose="020F0502020204030204" pitchFamily="34" charset="0"/>
              </a:rPr>
              <a:t>D</a:t>
            </a:r>
            <a:r>
              <a:rPr lang="en-US" sz="2000" dirty="0">
                <a:effectLst/>
                <a:latin typeface="Calibri" panose="020F0502020204030204" pitchFamily="34" charset="0"/>
                <a:cs typeface="Calibri" panose="020F0502020204030204" pitchFamily="34" charset="0"/>
              </a:rPr>
              <a:t>ifferent linguistic relationships or patterns in the context</a:t>
            </a:r>
          </a:p>
          <a:p>
            <a:endParaRPr lang="en-US" sz="3200" dirty="0">
              <a:latin typeface="Calibri" panose="020F0502020204030204" pitchFamily="34" charset="0"/>
              <a:cs typeface="Calibri" panose="020F0502020204030204" pitchFamily="34" charset="0"/>
            </a:endParaRPr>
          </a:p>
          <a:p>
            <a:pPr marL="457200" indent="-457200">
              <a:buFont typeface="Arial" panose="020B0604020202020204" pitchFamily="34" charset="0"/>
              <a:buChar char="•"/>
            </a:pPr>
            <a:endParaRPr lang="en-US" dirty="0"/>
          </a:p>
          <a:p>
            <a:endParaRPr lang="en-US" dirty="0"/>
          </a:p>
        </p:txBody>
      </p:sp>
      <p:pic>
        <p:nvPicPr>
          <p:cNvPr id="4" name="Picture 3">
            <a:extLst>
              <a:ext uri="{FF2B5EF4-FFF2-40B4-BE49-F238E27FC236}">
                <a16:creationId xmlns:a16="http://schemas.microsoft.com/office/drawing/2014/main" id="{69EE4620-3429-9752-5F23-17E5B22E6542}"/>
              </a:ext>
            </a:extLst>
          </p:cNvPr>
          <p:cNvPicPr>
            <a:picLocks noChangeAspect="1"/>
          </p:cNvPicPr>
          <p:nvPr/>
        </p:nvPicPr>
        <p:blipFill>
          <a:blip r:embed="rId3"/>
          <a:stretch>
            <a:fillRect/>
          </a:stretch>
        </p:blipFill>
        <p:spPr>
          <a:xfrm>
            <a:off x="1638990" y="2979004"/>
            <a:ext cx="8914020" cy="3726597"/>
          </a:xfrm>
          <a:prstGeom prst="rect">
            <a:avLst/>
          </a:prstGeom>
        </p:spPr>
      </p:pic>
    </p:spTree>
    <p:extLst>
      <p:ext uri="{BB962C8B-B14F-4D97-AF65-F5344CB8AC3E}">
        <p14:creationId xmlns:p14="http://schemas.microsoft.com/office/powerpoint/2010/main" val="2857046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050513-7001-1D5D-EFC3-BED845E2050C}"/>
              </a:ext>
            </a:extLst>
          </p:cNvPr>
          <p:cNvSpPr>
            <a:spLocks noGrp="1"/>
          </p:cNvSpPr>
          <p:nvPr>
            <p:ph type="title"/>
          </p:nvPr>
        </p:nvSpPr>
        <p:spPr/>
        <p:txBody>
          <a:bodyPr/>
          <a:lstStyle/>
          <a:p>
            <a:r>
              <a:rPr lang="en-US" dirty="0"/>
              <a:t>Multi-head attention</a:t>
            </a:r>
          </a:p>
        </p:txBody>
      </p:sp>
      <p:pic>
        <p:nvPicPr>
          <p:cNvPr id="5" name="Content Placeholder 4">
            <a:extLst>
              <a:ext uri="{FF2B5EF4-FFF2-40B4-BE49-F238E27FC236}">
                <a16:creationId xmlns:a16="http://schemas.microsoft.com/office/drawing/2014/main" id="{7842CC32-2224-D5F9-1669-C09966CE8E69}"/>
              </a:ext>
            </a:extLst>
          </p:cNvPr>
          <p:cNvPicPr>
            <a:picLocks noGrp="1" noChangeAspect="1"/>
          </p:cNvPicPr>
          <p:nvPr>
            <p:ph idx="1"/>
          </p:nvPr>
        </p:nvPicPr>
        <p:blipFill>
          <a:blip r:embed="rId2"/>
          <a:stretch>
            <a:fillRect/>
          </a:stretch>
        </p:blipFill>
        <p:spPr>
          <a:xfrm>
            <a:off x="1096963" y="1640108"/>
            <a:ext cx="10058400" cy="4492183"/>
          </a:xfrm>
        </p:spPr>
      </p:pic>
    </p:spTree>
    <p:extLst>
      <p:ext uri="{BB962C8B-B14F-4D97-AF65-F5344CB8AC3E}">
        <p14:creationId xmlns:p14="http://schemas.microsoft.com/office/powerpoint/2010/main" val="19392351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B5C8C-E21E-54CD-D27D-238A50B896F6}"/>
              </a:ext>
            </a:extLst>
          </p:cNvPr>
          <p:cNvSpPr>
            <a:spLocks noGrp="1"/>
          </p:cNvSpPr>
          <p:nvPr>
            <p:ph type="title"/>
          </p:nvPr>
        </p:nvSpPr>
        <p:spPr/>
        <p:txBody>
          <a:bodyPr/>
          <a:lstStyle/>
          <a:p>
            <a:r>
              <a:rPr lang="en-US" dirty="0"/>
              <a:t>Summary</a:t>
            </a:r>
          </a:p>
        </p:txBody>
      </p:sp>
      <p:sp>
        <p:nvSpPr>
          <p:cNvPr id="3" name="Content Placeholder 2">
            <a:extLst>
              <a:ext uri="{FF2B5EF4-FFF2-40B4-BE49-F238E27FC236}">
                <a16:creationId xmlns:a16="http://schemas.microsoft.com/office/drawing/2014/main" id="{FDF13EC5-0DB3-5970-3010-2AF01E294173}"/>
              </a:ext>
            </a:extLst>
          </p:cNvPr>
          <p:cNvSpPr>
            <a:spLocks noGrp="1"/>
          </p:cNvSpPr>
          <p:nvPr>
            <p:ph idx="1"/>
          </p:nvPr>
        </p:nvSpPr>
        <p:spPr/>
        <p:txBody>
          <a:bodyPr/>
          <a:lstStyle/>
          <a:p>
            <a:r>
              <a:rPr lang="en-US" dirty="0"/>
              <a:t>Attention is a method for enriching the representation of a token by incorporating contextual information</a:t>
            </a:r>
          </a:p>
          <a:p>
            <a:r>
              <a:rPr lang="en-US" dirty="0"/>
              <a:t>The result: the embedding for each word will be different in different contexts!</a:t>
            </a:r>
          </a:p>
          <a:p>
            <a:r>
              <a:rPr lang="en-US" dirty="0"/>
              <a:t>Contextual embeddings: a representation of word meaning in its context.</a:t>
            </a:r>
          </a:p>
          <a:p>
            <a:r>
              <a:rPr lang="en-US" dirty="0"/>
              <a:t>We'll see in the next lecture that attention can also be viewed as a way to move information from one token to another.</a:t>
            </a:r>
          </a:p>
        </p:txBody>
      </p:sp>
    </p:spTree>
    <p:extLst>
      <p:ext uri="{BB962C8B-B14F-4D97-AF65-F5344CB8AC3E}">
        <p14:creationId xmlns:p14="http://schemas.microsoft.com/office/powerpoint/2010/main" val="15321796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E3E375-4D80-6159-E273-8167C4C325A3}"/>
              </a:ext>
            </a:extLst>
          </p:cNvPr>
          <p:cNvSpPr>
            <a:spLocks noGrp="1"/>
          </p:cNvSpPr>
          <p:nvPr>
            <p:ph type="title"/>
          </p:nvPr>
        </p:nvSpPr>
        <p:spPr/>
        <p:txBody>
          <a:bodyPr/>
          <a:lstStyle/>
          <a:p>
            <a:r>
              <a:rPr lang="en-US" dirty="0"/>
              <a:t>References</a:t>
            </a:r>
          </a:p>
        </p:txBody>
      </p:sp>
      <p:sp>
        <p:nvSpPr>
          <p:cNvPr id="3" name="Content Placeholder 2">
            <a:extLst>
              <a:ext uri="{FF2B5EF4-FFF2-40B4-BE49-F238E27FC236}">
                <a16:creationId xmlns:a16="http://schemas.microsoft.com/office/drawing/2014/main" id="{BA5AE23A-01BA-B057-F8A2-3857480437C4}"/>
              </a:ext>
            </a:extLst>
          </p:cNvPr>
          <p:cNvSpPr>
            <a:spLocks noGrp="1"/>
          </p:cNvSpPr>
          <p:nvPr>
            <p:ph idx="1"/>
          </p:nvPr>
        </p:nvSpPr>
        <p:spPr/>
        <p:txBody>
          <a:bodyPr/>
          <a:lstStyle/>
          <a:p>
            <a:pPr marL="457200" indent="-457200">
              <a:buFont typeface="Arial" panose="020B0604020202020204" pitchFamily="34" charset="0"/>
              <a:buChar char="•"/>
            </a:pPr>
            <a:r>
              <a:rPr lang="en-US" dirty="0">
                <a:hlinkClick r:id="rId2"/>
              </a:rPr>
              <a:t>https://www.youtube.com/watch?v=KMHkbXzHn7s</a:t>
            </a:r>
            <a:endParaRPr lang="en-US" dirty="0">
              <a:hlinkClick r:id="rId3"/>
            </a:endParaRPr>
          </a:p>
          <a:p>
            <a:pPr marL="457200" indent="-457200">
              <a:buFont typeface="Arial" panose="020B0604020202020204" pitchFamily="34" charset="0"/>
              <a:buChar char="•"/>
            </a:pPr>
            <a:r>
              <a:rPr lang="en-US" dirty="0">
                <a:hlinkClick r:id="rId3"/>
              </a:rPr>
              <a:t>https://www.youtube.com/watch?v=bCz4OMemCcA&amp;t=1243s</a:t>
            </a:r>
            <a:endParaRPr lang="en-US" dirty="0"/>
          </a:p>
          <a:p>
            <a:pPr marL="457200" indent="-457200">
              <a:buFont typeface="Arial" panose="020B0604020202020204" pitchFamily="34" charset="0"/>
              <a:buChar char="•"/>
            </a:pPr>
            <a:r>
              <a:rPr lang="en-US" dirty="0">
                <a:hlinkClick r:id="rId4"/>
              </a:rPr>
              <a:t>https://www.youtube.com/watch?v=ZhAz268Hdpw&amp;t=1439s</a:t>
            </a:r>
            <a:endParaRPr lang="en-US" dirty="0"/>
          </a:p>
          <a:p>
            <a:pPr marL="457200" indent="-457200">
              <a:buFont typeface="Arial" panose="020B0604020202020204" pitchFamily="34" charset="0"/>
              <a:buChar char="•"/>
            </a:pPr>
            <a:endParaRPr lang="en-US" dirty="0"/>
          </a:p>
          <a:p>
            <a:pPr marL="457200" indent="-457200">
              <a:buFont typeface="Arial" panose="020B0604020202020204" pitchFamily="34" charset="0"/>
              <a:buChar char="•"/>
            </a:pPr>
            <a:endParaRPr lang="en-US" dirty="0"/>
          </a:p>
        </p:txBody>
      </p:sp>
    </p:spTree>
    <p:extLst>
      <p:ext uri="{BB962C8B-B14F-4D97-AF65-F5344CB8AC3E}">
        <p14:creationId xmlns:p14="http://schemas.microsoft.com/office/powerpoint/2010/main" val="1311488676"/>
      </p:ext>
    </p:extLst>
  </p:cSld>
  <p:clrMapOvr>
    <a:masterClrMapping/>
  </p:clrMapOvr>
</p:sld>
</file>

<file path=ppt/theme/theme1.xml><?xml version="1.0" encoding="utf-8"?>
<a:theme xmlns:a="http://schemas.openxmlformats.org/drawingml/2006/main" name="1_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34052</TotalTime>
  <Words>899</Words>
  <Application>Microsoft Office PowerPoint</Application>
  <PresentationFormat>Widescreen</PresentationFormat>
  <Paragraphs>141</Paragraphs>
  <Slides>23</Slides>
  <Notes>14</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23</vt:i4>
      </vt:variant>
    </vt:vector>
  </HeadingPairs>
  <TitlesOfParts>
    <vt:vector size="35" baseType="lpstr">
      <vt:lpstr>MS PGothic</vt:lpstr>
      <vt:lpstr>Arial</vt:lpstr>
      <vt:lpstr>Bradley Hand</vt:lpstr>
      <vt:lpstr>Calibri</vt:lpstr>
      <vt:lpstr>Calibri Light</vt:lpstr>
      <vt:lpstr>Cambria Math</vt:lpstr>
      <vt:lpstr>Courier</vt:lpstr>
      <vt:lpstr>Franklin Gothic Book</vt:lpstr>
      <vt:lpstr>NimbusRomNo9L</vt:lpstr>
      <vt:lpstr>Times</vt:lpstr>
      <vt:lpstr>Times New Roman</vt:lpstr>
      <vt:lpstr>1_Retrospect</vt:lpstr>
      <vt:lpstr>Transformers</vt:lpstr>
      <vt:lpstr>LLMs are built out of transformers</vt:lpstr>
      <vt:lpstr>Instead of starting with the big picture</vt:lpstr>
      <vt:lpstr>Problem with static embeddings (word2vec)</vt:lpstr>
      <vt:lpstr>Contextual Embeddings</vt:lpstr>
      <vt:lpstr>Contextual Embeddings</vt:lpstr>
      <vt:lpstr>Intuition of attention</vt:lpstr>
      <vt:lpstr>Intuition of attention: </vt:lpstr>
      <vt:lpstr>Attention definition</vt:lpstr>
      <vt:lpstr>Attention is left-to-right</vt:lpstr>
      <vt:lpstr>Simplified version of attention: a sum of prior words weighted by their similarity with the current word</vt:lpstr>
      <vt:lpstr>Intuition of attention: </vt:lpstr>
      <vt:lpstr>An Actual Attention Head: slightly more complicated</vt:lpstr>
      <vt:lpstr>Attention intuition</vt:lpstr>
      <vt:lpstr>Intuition of attention: </vt:lpstr>
      <vt:lpstr>An Actual Attention Head: slightly more complicated</vt:lpstr>
      <vt:lpstr>An Actual Attention Head: slightly more complicated</vt:lpstr>
      <vt:lpstr>Final equations for one attention head</vt:lpstr>
      <vt:lpstr>Calculating the value of a3</vt:lpstr>
      <vt:lpstr>Actual Attention: slightly more complicated</vt:lpstr>
      <vt:lpstr>Multi-head attention</vt:lpstr>
      <vt:lpstr>Summary</vt:lpstr>
      <vt:lpstr>References</vt:lpstr>
    </vt:vector>
  </TitlesOfParts>
  <Manager/>
  <Company>Stanford University</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Transformers</dc:title>
  <dc:subject>Speech and Language Processing</dc:subject>
  <dc:creator>Dan Jurafsky</dc:creator>
  <cp:keywords/>
  <dc:description/>
  <cp:lastModifiedBy>Abdus Salam</cp:lastModifiedBy>
  <cp:revision>598</cp:revision>
  <cp:lastPrinted>2024-08-20T14:10:44Z</cp:lastPrinted>
  <dcterms:created xsi:type="dcterms:W3CDTF">2009-02-11T19:56:22Z</dcterms:created>
  <dcterms:modified xsi:type="dcterms:W3CDTF">2025-09-14T07:56:51Z</dcterms:modified>
  <cp:category/>
</cp:coreProperties>
</file>