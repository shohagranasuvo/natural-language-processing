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9"/>
  </p:notesMasterIdLst>
  <p:sldIdLst>
    <p:sldId id="301" r:id="rId2"/>
    <p:sldId id="283" r:id="rId3"/>
    <p:sldId id="258" r:id="rId4"/>
    <p:sldId id="299" r:id="rId5"/>
    <p:sldId id="259" r:id="rId6"/>
    <p:sldId id="260" r:id="rId7"/>
    <p:sldId id="261" r:id="rId8"/>
    <p:sldId id="277" r:id="rId9"/>
    <p:sldId id="275" r:id="rId10"/>
    <p:sldId id="276" r:id="rId11"/>
    <p:sldId id="278" r:id="rId12"/>
    <p:sldId id="284" r:id="rId13"/>
    <p:sldId id="285" r:id="rId14"/>
    <p:sldId id="286" r:id="rId15"/>
    <p:sldId id="287" r:id="rId16"/>
    <p:sldId id="288" r:id="rId17"/>
    <p:sldId id="289" r:id="rId18"/>
    <p:sldId id="290" r:id="rId19"/>
    <p:sldId id="291" r:id="rId20"/>
    <p:sldId id="292" r:id="rId21"/>
    <p:sldId id="293" r:id="rId22"/>
    <p:sldId id="294" r:id="rId23"/>
    <p:sldId id="295" r:id="rId24"/>
    <p:sldId id="296" r:id="rId25"/>
    <p:sldId id="297" r:id="rId26"/>
    <p:sldId id="298" r:id="rId27"/>
    <p:sldId id="262" r:id="rId28"/>
    <p:sldId id="263" r:id="rId29"/>
    <p:sldId id="264" r:id="rId30"/>
    <p:sldId id="266" r:id="rId31"/>
    <p:sldId id="267" r:id="rId32"/>
    <p:sldId id="268" r:id="rId33"/>
    <p:sldId id="269" r:id="rId34"/>
    <p:sldId id="270" r:id="rId35"/>
    <p:sldId id="273" r:id="rId36"/>
    <p:sldId id="272" r:id="rId37"/>
    <p:sldId id="300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17FBC5-0F87-4844-8C98-66AE1E0A2E26}" v="20" dt="2025-03-08T08:22:15.2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059" autoAdjust="0"/>
  </p:normalViewPr>
  <p:slideViewPr>
    <p:cSldViewPr snapToGrid="0">
      <p:cViewPr varScale="1">
        <p:scale>
          <a:sx n="55" d="100"/>
          <a:sy n="55" d="100"/>
        </p:scale>
        <p:origin x="1072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us Salam" userId="0e2b1981-3d04-4857-a4cb-b2b53ead0854" providerId="ADAL" clId="{DD17FBC5-0F87-4844-8C98-66AE1E0A2E26}"/>
    <pc:docChg chg="custSel delSld modSld sldOrd">
      <pc:chgData name="Abdus Salam" userId="0e2b1981-3d04-4857-a4cb-b2b53ead0854" providerId="ADAL" clId="{DD17FBC5-0F87-4844-8C98-66AE1E0A2E26}" dt="2025-03-09T17:28:55.902" v="95" actId="6549"/>
      <pc:docMkLst>
        <pc:docMk/>
      </pc:docMkLst>
      <pc:sldChg chg="del">
        <pc:chgData name="Abdus Salam" userId="0e2b1981-3d04-4857-a4cb-b2b53ead0854" providerId="ADAL" clId="{DD17FBC5-0F87-4844-8C98-66AE1E0A2E26}" dt="2025-03-08T08:20:34.951" v="37" actId="47"/>
        <pc:sldMkLst>
          <pc:docMk/>
          <pc:sldMk cId="3021129506" sldId="257"/>
        </pc:sldMkLst>
      </pc:sldChg>
      <pc:sldChg chg="del">
        <pc:chgData name="Abdus Salam" userId="0e2b1981-3d04-4857-a4cb-b2b53ead0854" providerId="ADAL" clId="{DD17FBC5-0F87-4844-8C98-66AE1E0A2E26}" dt="2025-03-08T08:20:34.951" v="37" actId="47"/>
        <pc:sldMkLst>
          <pc:docMk/>
          <pc:sldMk cId="2331477575" sldId="265"/>
        </pc:sldMkLst>
      </pc:sldChg>
      <pc:sldChg chg="del">
        <pc:chgData name="Abdus Salam" userId="0e2b1981-3d04-4857-a4cb-b2b53ead0854" providerId="ADAL" clId="{DD17FBC5-0F87-4844-8C98-66AE1E0A2E26}" dt="2025-03-08T08:20:34.951" v="37" actId="47"/>
        <pc:sldMkLst>
          <pc:docMk/>
          <pc:sldMk cId="2760359843" sldId="271"/>
        </pc:sldMkLst>
      </pc:sldChg>
      <pc:sldChg chg="modSp">
        <pc:chgData name="Abdus Salam" userId="0e2b1981-3d04-4857-a4cb-b2b53ead0854" providerId="ADAL" clId="{DD17FBC5-0F87-4844-8C98-66AE1E0A2E26}" dt="2025-03-08T08:22:15.220" v="70" actId="113"/>
        <pc:sldMkLst>
          <pc:docMk/>
          <pc:sldMk cId="3147593890" sldId="272"/>
        </pc:sldMkLst>
        <pc:spChg chg="mod">
          <ac:chgData name="Abdus Salam" userId="0e2b1981-3d04-4857-a4cb-b2b53ead0854" providerId="ADAL" clId="{DD17FBC5-0F87-4844-8C98-66AE1E0A2E26}" dt="2025-03-08T08:22:15.220" v="70" actId="113"/>
          <ac:spMkLst>
            <pc:docMk/>
            <pc:sldMk cId="3147593890" sldId="272"/>
            <ac:spMk id="5" creationId="{48CF99D7-8D4A-8DF5-006E-F38030BCE38A}"/>
          </ac:spMkLst>
        </pc:spChg>
      </pc:sldChg>
      <pc:sldChg chg="ord">
        <pc:chgData name="Abdus Salam" userId="0e2b1981-3d04-4857-a4cb-b2b53ead0854" providerId="ADAL" clId="{DD17FBC5-0F87-4844-8C98-66AE1E0A2E26}" dt="2025-03-08T08:21:21.455" v="50"/>
        <pc:sldMkLst>
          <pc:docMk/>
          <pc:sldMk cId="3234475561" sldId="273"/>
        </pc:sldMkLst>
      </pc:sldChg>
      <pc:sldChg chg="modSp mod">
        <pc:chgData name="Abdus Salam" userId="0e2b1981-3d04-4857-a4cb-b2b53ead0854" providerId="ADAL" clId="{DD17FBC5-0F87-4844-8C98-66AE1E0A2E26}" dt="2025-03-09T17:28:55.902" v="95" actId="6549"/>
        <pc:sldMkLst>
          <pc:docMk/>
          <pc:sldMk cId="1482657724" sldId="283"/>
        </pc:sldMkLst>
        <pc:spChg chg="mod">
          <ac:chgData name="Abdus Salam" userId="0e2b1981-3d04-4857-a4cb-b2b53ead0854" providerId="ADAL" clId="{DD17FBC5-0F87-4844-8C98-66AE1E0A2E26}" dt="2025-03-09T17:28:55.902" v="95" actId="6549"/>
          <ac:spMkLst>
            <pc:docMk/>
            <pc:sldMk cId="1482657724" sldId="283"/>
            <ac:spMk id="5" creationId="{C70E7BF7-9240-E61C-7520-97ED4F1594B0}"/>
          </ac:spMkLst>
        </pc:spChg>
      </pc:sldChg>
      <pc:sldChg chg="modSp mod">
        <pc:chgData name="Abdus Salam" userId="0e2b1981-3d04-4857-a4cb-b2b53ead0854" providerId="ADAL" clId="{DD17FBC5-0F87-4844-8C98-66AE1E0A2E26}" dt="2025-03-09T17:27:20.963" v="82" actId="14"/>
        <pc:sldMkLst>
          <pc:docMk/>
          <pc:sldMk cId="3425029834" sldId="301"/>
        </pc:sldMkLst>
        <pc:spChg chg="mod">
          <ac:chgData name="Abdus Salam" userId="0e2b1981-3d04-4857-a4cb-b2b53ead0854" providerId="ADAL" clId="{DD17FBC5-0F87-4844-8C98-66AE1E0A2E26}" dt="2025-03-09T17:26:51.749" v="71" actId="403"/>
          <ac:spMkLst>
            <pc:docMk/>
            <pc:sldMk cId="3425029834" sldId="301"/>
            <ac:spMk id="3" creationId="{E8259A8F-F0ED-D9C8-2544-F9DBF2BADB2E}"/>
          </ac:spMkLst>
        </pc:spChg>
        <pc:spChg chg="mod">
          <ac:chgData name="Abdus Salam" userId="0e2b1981-3d04-4857-a4cb-b2b53ead0854" providerId="ADAL" clId="{DD17FBC5-0F87-4844-8C98-66AE1E0A2E26}" dt="2025-03-09T17:27:20.963" v="82" actId="14"/>
          <ac:spMkLst>
            <pc:docMk/>
            <pc:sldMk cId="3425029834" sldId="301"/>
            <ac:spMk id="4" creationId="{60005ED7-704A-D353-93E5-2422E6AE8279}"/>
          </ac:spMkLst>
        </pc:spChg>
      </pc:sldChg>
      <pc:sldChg chg="del">
        <pc:chgData name="Abdus Salam" userId="0e2b1981-3d04-4857-a4cb-b2b53ead0854" providerId="ADAL" clId="{DD17FBC5-0F87-4844-8C98-66AE1E0A2E26}" dt="2025-03-08T08:20:34.951" v="37" actId="47"/>
        <pc:sldMkLst>
          <pc:docMk/>
          <pc:sldMk cId="3416222070" sldId="302"/>
        </pc:sldMkLst>
      </pc:sldChg>
      <pc:sldChg chg="del">
        <pc:chgData name="Abdus Salam" userId="0e2b1981-3d04-4857-a4cb-b2b53ead0854" providerId="ADAL" clId="{DD17FBC5-0F87-4844-8C98-66AE1E0A2E26}" dt="2025-03-08T08:20:34.951" v="37" actId="47"/>
        <pc:sldMkLst>
          <pc:docMk/>
          <pc:sldMk cId="3735594095" sldId="303"/>
        </pc:sldMkLst>
      </pc:sldChg>
      <pc:sldChg chg="del">
        <pc:chgData name="Abdus Salam" userId="0e2b1981-3d04-4857-a4cb-b2b53ead0854" providerId="ADAL" clId="{DD17FBC5-0F87-4844-8C98-66AE1E0A2E26}" dt="2025-03-08T08:20:34.951" v="37" actId="47"/>
        <pc:sldMkLst>
          <pc:docMk/>
          <pc:sldMk cId="4226171874" sldId="304"/>
        </pc:sldMkLst>
      </pc:sldChg>
      <pc:sldChg chg="del">
        <pc:chgData name="Abdus Salam" userId="0e2b1981-3d04-4857-a4cb-b2b53ead0854" providerId="ADAL" clId="{DD17FBC5-0F87-4844-8C98-66AE1E0A2E26}" dt="2025-03-08T08:20:34.951" v="37" actId="47"/>
        <pc:sldMkLst>
          <pc:docMk/>
          <pc:sldMk cId="2673292290" sldId="305"/>
        </pc:sldMkLst>
      </pc:sldChg>
      <pc:sldChg chg="del">
        <pc:chgData name="Abdus Salam" userId="0e2b1981-3d04-4857-a4cb-b2b53ead0854" providerId="ADAL" clId="{DD17FBC5-0F87-4844-8C98-66AE1E0A2E26}" dt="2025-03-08T08:20:34.951" v="37" actId="47"/>
        <pc:sldMkLst>
          <pc:docMk/>
          <pc:sldMk cId="2739253212" sldId="306"/>
        </pc:sldMkLst>
      </pc:sldChg>
      <pc:sldChg chg="del">
        <pc:chgData name="Abdus Salam" userId="0e2b1981-3d04-4857-a4cb-b2b53ead0854" providerId="ADAL" clId="{DD17FBC5-0F87-4844-8C98-66AE1E0A2E26}" dt="2025-03-08T08:20:34.951" v="37" actId="47"/>
        <pc:sldMkLst>
          <pc:docMk/>
          <pc:sldMk cId="645114725" sldId="307"/>
        </pc:sldMkLst>
      </pc:sldChg>
      <pc:sldChg chg="del">
        <pc:chgData name="Abdus Salam" userId="0e2b1981-3d04-4857-a4cb-b2b53ead0854" providerId="ADAL" clId="{DD17FBC5-0F87-4844-8C98-66AE1E0A2E26}" dt="2025-03-08T08:20:34.951" v="37" actId="47"/>
        <pc:sldMkLst>
          <pc:docMk/>
          <pc:sldMk cId="2930386602" sldId="308"/>
        </pc:sldMkLst>
      </pc:sldChg>
      <pc:sldChg chg="del">
        <pc:chgData name="Abdus Salam" userId="0e2b1981-3d04-4857-a4cb-b2b53ead0854" providerId="ADAL" clId="{DD17FBC5-0F87-4844-8C98-66AE1E0A2E26}" dt="2025-03-09T17:28:49.201" v="83" actId="47"/>
        <pc:sldMkLst>
          <pc:docMk/>
          <pc:sldMk cId="4108452528" sldId="309"/>
        </pc:sldMkLst>
      </pc:sldChg>
    </pc:docChg>
  </pc:docChgLst>
  <pc:docChgLst>
    <pc:chgData name="Abdus Salam" userId="0e2b1981-3d04-4857-a4cb-b2b53ead0854" providerId="ADAL" clId="{BD729E5D-080A-44BB-9193-791DEAB608F6}"/>
    <pc:docChg chg="undo redo custSel addSld delSld modSld sldOrd">
      <pc:chgData name="Abdus Salam" userId="0e2b1981-3d04-4857-a4cb-b2b53ead0854" providerId="ADAL" clId="{BD729E5D-080A-44BB-9193-791DEAB608F6}" dt="2025-02-26T04:08:21.677" v="517" actId="20577"/>
      <pc:docMkLst>
        <pc:docMk/>
      </pc:docMkLst>
      <pc:sldChg chg="addSp delSp modSp mod ord">
        <pc:chgData name="Abdus Salam" userId="0e2b1981-3d04-4857-a4cb-b2b53ead0854" providerId="ADAL" clId="{BD729E5D-080A-44BB-9193-791DEAB608F6}" dt="2025-02-25T07:51:36.446" v="287"/>
        <pc:sldMkLst>
          <pc:docMk/>
          <pc:sldMk cId="3021129506" sldId="257"/>
        </pc:sldMkLst>
      </pc:sldChg>
      <pc:sldChg chg="modSp">
        <pc:chgData name="Abdus Salam" userId="0e2b1981-3d04-4857-a4cb-b2b53ead0854" providerId="ADAL" clId="{BD729E5D-080A-44BB-9193-791DEAB608F6}" dt="2025-02-25T07:31:49.471" v="4"/>
        <pc:sldMkLst>
          <pc:docMk/>
          <pc:sldMk cId="552860275" sldId="258"/>
        </pc:sldMkLst>
        <pc:spChg chg="mod">
          <ac:chgData name="Abdus Salam" userId="0e2b1981-3d04-4857-a4cb-b2b53ead0854" providerId="ADAL" clId="{BD729E5D-080A-44BB-9193-791DEAB608F6}" dt="2025-02-25T07:31:49.471" v="4"/>
          <ac:spMkLst>
            <pc:docMk/>
            <pc:sldMk cId="552860275" sldId="258"/>
            <ac:spMk id="2" creationId="{285F742D-33AB-5437-1217-F3315E86B9D8}"/>
          </ac:spMkLst>
        </pc:spChg>
      </pc:sldChg>
      <pc:sldChg chg="modSp">
        <pc:chgData name="Abdus Salam" userId="0e2b1981-3d04-4857-a4cb-b2b53ead0854" providerId="ADAL" clId="{BD729E5D-080A-44BB-9193-791DEAB608F6}" dt="2025-02-25T07:31:49.471" v="4"/>
        <pc:sldMkLst>
          <pc:docMk/>
          <pc:sldMk cId="273842140" sldId="259"/>
        </pc:sldMkLst>
        <pc:spChg chg="mod">
          <ac:chgData name="Abdus Salam" userId="0e2b1981-3d04-4857-a4cb-b2b53ead0854" providerId="ADAL" clId="{BD729E5D-080A-44BB-9193-791DEAB608F6}" dt="2025-02-25T07:31:49.471" v="4"/>
          <ac:spMkLst>
            <pc:docMk/>
            <pc:sldMk cId="273842140" sldId="259"/>
            <ac:spMk id="2" creationId="{6FDA25FA-0D26-A124-407E-F29E7D22E6A5}"/>
          </ac:spMkLst>
        </pc:spChg>
      </pc:sldChg>
      <pc:sldChg chg="modSp">
        <pc:chgData name="Abdus Salam" userId="0e2b1981-3d04-4857-a4cb-b2b53ead0854" providerId="ADAL" clId="{BD729E5D-080A-44BB-9193-791DEAB608F6}" dt="2025-02-25T07:31:49.471" v="4"/>
        <pc:sldMkLst>
          <pc:docMk/>
          <pc:sldMk cId="1600971267" sldId="260"/>
        </pc:sldMkLst>
        <pc:spChg chg="mod">
          <ac:chgData name="Abdus Salam" userId="0e2b1981-3d04-4857-a4cb-b2b53ead0854" providerId="ADAL" clId="{BD729E5D-080A-44BB-9193-791DEAB608F6}" dt="2025-02-25T07:31:49.471" v="4"/>
          <ac:spMkLst>
            <pc:docMk/>
            <pc:sldMk cId="1600971267" sldId="260"/>
            <ac:spMk id="2" creationId="{4181E330-5D72-2750-C0EB-130A5071A5C9}"/>
          </ac:spMkLst>
        </pc:spChg>
      </pc:sldChg>
      <pc:sldChg chg="modSp">
        <pc:chgData name="Abdus Salam" userId="0e2b1981-3d04-4857-a4cb-b2b53ead0854" providerId="ADAL" clId="{BD729E5D-080A-44BB-9193-791DEAB608F6}" dt="2025-02-25T07:31:49.471" v="4"/>
        <pc:sldMkLst>
          <pc:docMk/>
          <pc:sldMk cId="3913887495" sldId="261"/>
        </pc:sldMkLst>
        <pc:spChg chg="mod">
          <ac:chgData name="Abdus Salam" userId="0e2b1981-3d04-4857-a4cb-b2b53ead0854" providerId="ADAL" clId="{BD729E5D-080A-44BB-9193-791DEAB608F6}" dt="2025-02-25T07:31:49.471" v="4"/>
          <ac:spMkLst>
            <pc:docMk/>
            <pc:sldMk cId="3913887495" sldId="261"/>
            <ac:spMk id="2" creationId="{35BEB38E-F18B-A70E-7609-AB3E78CDA551}"/>
          </ac:spMkLst>
        </pc:spChg>
      </pc:sldChg>
      <pc:sldChg chg="modSp">
        <pc:chgData name="Abdus Salam" userId="0e2b1981-3d04-4857-a4cb-b2b53ead0854" providerId="ADAL" clId="{BD729E5D-080A-44BB-9193-791DEAB608F6}" dt="2025-02-25T07:31:49.471" v="4"/>
        <pc:sldMkLst>
          <pc:docMk/>
          <pc:sldMk cId="4078750185" sldId="262"/>
        </pc:sldMkLst>
        <pc:spChg chg="mod">
          <ac:chgData name="Abdus Salam" userId="0e2b1981-3d04-4857-a4cb-b2b53ead0854" providerId="ADAL" clId="{BD729E5D-080A-44BB-9193-791DEAB608F6}" dt="2025-02-25T07:31:49.471" v="4"/>
          <ac:spMkLst>
            <pc:docMk/>
            <pc:sldMk cId="4078750185" sldId="262"/>
            <ac:spMk id="2" creationId="{3D8BDDFD-573D-F2C4-9184-D8FC6C71F298}"/>
          </ac:spMkLst>
        </pc:spChg>
      </pc:sldChg>
      <pc:sldChg chg="modSp">
        <pc:chgData name="Abdus Salam" userId="0e2b1981-3d04-4857-a4cb-b2b53ead0854" providerId="ADAL" clId="{BD729E5D-080A-44BB-9193-791DEAB608F6}" dt="2025-02-25T07:31:49.471" v="4"/>
        <pc:sldMkLst>
          <pc:docMk/>
          <pc:sldMk cId="435793761" sldId="263"/>
        </pc:sldMkLst>
        <pc:spChg chg="mod">
          <ac:chgData name="Abdus Salam" userId="0e2b1981-3d04-4857-a4cb-b2b53ead0854" providerId="ADAL" clId="{BD729E5D-080A-44BB-9193-791DEAB608F6}" dt="2025-02-25T07:31:49.471" v="4"/>
          <ac:spMkLst>
            <pc:docMk/>
            <pc:sldMk cId="435793761" sldId="263"/>
            <ac:spMk id="2" creationId="{A308A22C-236B-5B2B-7E81-469792867403}"/>
          </ac:spMkLst>
        </pc:spChg>
      </pc:sldChg>
      <pc:sldChg chg="modSp">
        <pc:chgData name="Abdus Salam" userId="0e2b1981-3d04-4857-a4cb-b2b53ead0854" providerId="ADAL" clId="{BD729E5D-080A-44BB-9193-791DEAB608F6}" dt="2025-02-25T07:31:49.471" v="4"/>
        <pc:sldMkLst>
          <pc:docMk/>
          <pc:sldMk cId="1717853658" sldId="264"/>
        </pc:sldMkLst>
        <pc:spChg chg="mod">
          <ac:chgData name="Abdus Salam" userId="0e2b1981-3d04-4857-a4cb-b2b53ead0854" providerId="ADAL" clId="{BD729E5D-080A-44BB-9193-791DEAB608F6}" dt="2025-02-25T07:31:49.471" v="4"/>
          <ac:spMkLst>
            <pc:docMk/>
            <pc:sldMk cId="1717853658" sldId="264"/>
            <ac:spMk id="2" creationId="{67F1C589-8117-407D-8E6D-99484DBC1799}"/>
          </ac:spMkLst>
        </pc:spChg>
      </pc:sldChg>
      <pc:sldChg chg="add">
        <pc:chgData name="Abdus Salam" userId="0e2b1981-3d04-4857-a4cb-b2b53ead0854" providerId="ADAL" clId="{BD729E5D-080A-44BB-9193-791DEAB608F6}" dt="2025-02-25T07:46:58.906" v="252"/>
        <pc:sldMkLst>
          <pc:docMk/>
          <pc:sldMk cId="2331477575" sldId="265"/>
        </pc:sldMkLst>
      </pc:sldChg>
      <pc:sldChg chg="modSp">
        <pc:chgData name="Abdus Salam" userId="0e2b1981-3d04-4857-a4cb-b2b53ead0854" providerId="ADAL" clId="{BD729E5D-080A-44BB-9193-791DEAB608F6}" dt="2025-02-25T07:31:49.471" v="4"/>
        <pc:sldMkLst>
          <pc:docMk/>
          <pc:sldMk cId="1152000527" sldId="266"/>
        </pc:sldMkLst>
        <pc:spChg chg="mod">
          <ac:chgData name="Abdus Salam" userId="0e2b1981-3d04-4857-a4cb-b2b53ead0854" providerId="ADAL" clId="{BD729E5D-080A-44BB-9193-791DEAB608F6}" dt="2025-02-25T07:31:49.471" v="4"/>
          <ac:spMkLst>
            <pc:docMk/>
            <pc:sldMk cId="1152000527" sldId="266"/>
            <ac:spMk id="2" creationId="{18A2AB74-CFB4-9D47-1E3E-6D5C6989EBE8}"/>
          </ac:spMkLst>
        </pc:spChg>
      </pc:sldChg>
      <pc:sldChg chg="modSp">
        <pc:chgData name="Abdus Salam" userId="0e2b1981-3d04-4857-a4cb-b2b53ead0854" providerId="ADAL" clId="{BD729E5D-080A-44BB-9193-791DEAB608F6}" dt="2025-02-25T07:31:49.471" v="4"/>
        <pc:sldMkLst>
          <pc:docMk/>
          <pc:sldMk cId="1074937412" sldId="267"/>
        </pc:sldMkLst>
        <pc:spChg chg="mod">
          <ac:chgData name="Abdus Salam" userId="0e2b1981-3d04-4857-a4cb-b2b53ead0854" providerId="ADAL" clId="{BD729E5D-080A-44BB-9193-791DEAB608F6}" dt="2025-02-25T07:31:49.471" v="4"/>
          <ac:spMkLst>
            <pc:docMk/>
            <pc:sldMk cId="1074937412" sldId="267"/>
            <ac:spMk id="6" creationId="{9026B596-132B-1C73-6629-5CB4A7613ADA}"/>
          </ac:spMkLst>
        </pc:spChg>
      </pc:sldChg>
      <pc:sldChg chg="modSp">
        <pc:chgData name="Abdus Salam" userId="0e2b1981-3d04-4857-a4cb-b2b53ead0854" providerId="ADAL" clId="{BD729E5D-080A-44BB-9193-791DEAB608F6}" dt="2025-02-25T07:31:49.471" v="4"/>
        <pc:sldMkLst>
          <pc:docMk/>
          <pc:sldMk cId="2498255778" sldId="268"/>
        </pc:sldMkLst>
        <pc:spChg chg="mod">
          <ac:chgData name="Abdus Salam" userId="0e2b1981-3d04-4857-a4cb-b2b53ead0854" providerId="ADAL" clId="{BD729E5D-080A-44BB-9193-791DEAB608F6}" dt="2025-02-25T07:31:49.471" v="4"/>
          <ac:spMkLst>
            <pc:docMk/>
            <pc:sldMk cId="2498255778" sldId="268"/>
            <ac:spMk id="2" creationId="{F9B913E3-9A5A-B4C4-71AE-F17CB8029255}"/>
          </ac:spMkLst>
        </pc:spChg>
      </pc:sldChg>
      <pc:sldChg chg="modSp">
        <pc:chgData name="Abdus Salam" userId="0e2b1981-3d04-4857-a4cb-b2b53ead0854" providerId="ADAL" clId="{BD729E5D-080A-44BB-9193-791DEAB608F6}" dt="2025-02-25T07:31:49.471" v="4"/>
        <pc:sldMkLst>
          <pc:docMk/>
          <pc:sldMk cId="3660970856" sldId="269"/>
        </pc:sldMkLst>
        <pc:spChg chg="mod">
          <ac:chgData name="Abdus Salam" userId="0e2b1981-3d04-4857-a4cb-b2b53ead0854" providerId="ADAL" clId="{BD729E5D-080A-44BB-9193-791DEAB608F6}" dt="2025-02-25T07:31:49.471" v="4"/>
          <ac:spMkLst>
            <pc:docMk/>
            <pc:sldMk cId="3660970856" sldId="269"/>
            <ac:spMk id="2" creationId="{B3D271A7-6315-D1E9-881C-C5A1931E38B5}"/>
          </ac:spMkLst>
        </pc:spChg>
      </pc:sldChg>
      <pc:sldChg chg="modSp">
        <pc:chgData name="Abdus Salam" userId="0e2b1981-3d04-4857-a4cb-b2b53ead0854" providerId="ADAL" clId="{BD729E5D-080A-44BB-9193-791DEAB608F6}" dt="2025-02-25T07:31:49.471" v="4"/>
        <pc:sldMkLst>
          <pc:docMk/>
          <pc:sldMk cId="3911432740" sldId="270"/>
        </pc:sldMkLst>
        <pc:spChg chg="mod">
          <ac:chgData name="Abdus Salam" userId="0e2b1981-3d04-4857-a4cb-b2b53ead0854" providerId="ADAL" clId="{BD729E5D-080A-44BB-9193-791DEAB608F6}" dt="2025-02-25T07:31:49.471" v="4"/>
          <ac:spMkLst>
            <pc:docMk/>
            <pc:sldMk cId="3911432740" sldId="270"/>
            <ac:spMk id="7" creationId="{8FCBB43C-2A8F-E5AE-C999-D5147D6C7A34}"/>
          </ac:spMkLst>
        </pc:spChg>
      </pc:sldChg>
      <pc:sldChg chg="add ord">
        <pc:chgData name="Abdus Salam" userId="0e2b1981-3d04-4857-a4cb-b2b53ead0854" providerId="ADAL" clId="{BD729E5D-080A-44BB-9193-791DEAB608F6}" dt="2025-02-25T07:48:23.816" v="267"/>
        <pc:sldMkLst>
          <pc:docMk/>
          <pc:sldMk cId="2760359843" sldId="271"/>
        </pc:sldMkLst>
      </pc:sldChg>
      <pc:sldChg chg="modSp">
        <pc:chgData name="Abdus Salam" userId="0e2b1981-3d04-4857-a4cb-b2b53ead0854" providerId="ADAL" clId="{BD729E5D-080A-44BB-9193-791DEAB608F6}" dt="2025-02-25T07:31:49.471" v="4"/>
        <pc:sldMkLst>
          <pc:docMk/>
          <pc:sldMk cId="3147593890" sldId="272"/>
        </pc:sldMkLst>
        <pc:spChg chg="mod">
          <ac:chgData name="Abdus Salam" userId="0e2b1981-3d04-4857-a4cb-b2b53ead0854" providerId="ADAL" clId="{BD729E5D-080A-44BB-9193-791DEAB608F6}" dt="2025-02-25T07:31:49.471" v="4"/>
          <ac:spMkLst>
            <pc:docMk/>
            <pc:sldMk cId="3147593890" sldId="272"/>
            <ac:spMk id="7" creationId="{8FCBB43C-2A8F-E5AE-C999-D5147D6C7A34}"/>
          </ac:spMkLst>
        </pc:spChg>
      </pc:sldChg>
      <pc:sldChg chg="modSp">
        <pc:chgData name="Abdus Salam" userId="0e2b1981-3d04-4857-a4cb-b2b53ead0854" providerId="ADAL" clId="{BD729E5D-080A-44BB-9193-791DEAB608F6}" dt="2025-02-25T07:31:49.471" v="4"/>
        <pc:sldMkLst>
          <pc:docMk/>
          <pc:sldMk cId="3234475561" sldId="273"/>
        </pc:sldMkLst>
        <pc:spChg chg="mod">
          <ac:chgData name="Abdus Salam" userId="0e2b1981-3d04-4857-a4cb-b2b53ead0854" providerId="ADAL" clId="{BD729E5D-080A-44BB-9193-791DEAB608F6}" dt="2025-02-25T07:31:49.471" v="4"/>
          <ac:spMkLst>
            <pc:docMk/>
            <pc:sldMk cId="3234475561" sldId="273"/>
            <ac:spMk id="7" creationId="{8FCBB43C-2A8F-E5AE-C999-D5147D6C7A34}"/>
          </ac:spMkLst>
        </pc:spChg>
      </pc:sldChg>
      <pc:sldChg chg="modSp">
        <pc:chgData name="Abdus Salam" userId="0e2b1981-3d04-4857-a4cb-b2b53ead0854" providerId="ADAL" clId="{BD729E5D-080A-44BB-9193-791DEAB608F6}" dt="2025-02-25T07:31:49.471" v="4"/>
        <pc:sldMkLst>
          <pc:docMk/>
          <pc:sldMk cId="1120970854" sldId="275"/>
        </pc:sldMkLst>
        <pc:spChg chg="mod">
          <ac:chgData name="Abdus Salam" userId="0e2b1981-3d04-4857-a4cb-b2b53ead0854" providerId="ADAL" clId="{BD729E5D-080A-44BB-9193-791DEAB608F6}" dt="2025-02-25T07:31:49.471" v="4"/>
          <ac:spMkLst>
            <pc:docMk/>
            <pc:sldMk cId="1120970854" sldId="275"/>
            <ac:spMk id="7" creationId="{8FCBB43C-2A8F-E5AE-C999-D5147D6C7A34}"/>
          </ac:spMkLst>
        </pc:spChg>
      </pc:sldChg>
      <pc:sldChg chg="modSp">
        <pc:chgData name="Abdus Salam" userId="0e2b1981-3d04-4857-a4cb-b2b53ead0854" providerId="ADAL" clId="{BD729E5D-080A-44BB-9193-791DEAB608F6}" dt="2025-02-25T07:31:49.471" v="4"/>
        <pc:sldMkLst>
          <pc:docMk/>
          <pc:sldMk cId="2604514005" sldId="276"/>
        </pc:sldMkLst>
        <pc:spChg chg="mod">
          <ac:chgData name="Abdus Salam" userId="0e2b1981-3d04-4857-a4cb-b2b53ead0854" providerId="ADAL" clId="{BD729E5D-080A-44BB-9193-791DEAB608F6}" dt="2025-02-25T07:31:49.471" v="4"/>
          <ac:spMkLst>
            <pc:docMk/>
            <pc:sldMk cId="2604514005" sldId="276"/>
            <ac:spMk id="7" creationId="{8FCBB43C-2A8F-E5AE-C999-D5147D6C7A34}"/>
          </ac:spMkLst>
        </pc:spChg>
      </pc:sldChg>
      <pc:sldChg chg="modSp">
        <pc:chgData name="Abdus Salam" userId="0e2b1981-3d04-4857-a4cb-b2b53ead0854" providerId="ADAL" clId="{BD729E5D-080A-44BB-9193-791DEAB608F6}" dt="2025-02-25T07:31:49.471" v="4"/>
        <pc:sldMkLst>
          <pc:docMk/>
          <pc:sldMk cId="2494061794" sldId="277"/>
        </pc:sldMkLst>
        <pc:spChg chg="mod">
          <ac:chgData name="Abdus Salam" userId="0e2b1981-3d04-4857-a4cb-b2b53ead0854" providerId="ADAL" clId="{BD729E5D-080A-44BB-9193-791DEAB608F6}" dt="2025-02-25T07:31:49.471" v="4"/>
          <ac:spMkLst>
            <pc:docMk/>
            <pc:sldMk cId="2494061794" sldId="277"/>
            <ac:spMk id="7" creationId="{8FCBB43C-2A8F-E5AE-C999-D5147D6C7A34}"/>
          </ac:spMkLst>
        </pc:spChg>
      </pc:sldChg>
      <pc:sldChg chg="modSp">
        <pc:chgData name="Abdus Salam" userId="0e2b1981-3d04-4857-a4cb-b2b53ead0854" providerId="ADAL" clId="{BD729E5D-080A-44BB-9193-791DEAB608F6}" dt="2025-02-25T07:31:49.471" v="4"/>
        <pc:sldMkLst>
          <pc:docMk/>
          <pc:sldMk cId="3029277546" sldId="278"/>
        </pc:sldMkLst>
        <pc:spChg chg="mod">
          <ac:chgData name="Abdus Salam" userId="0e2b1981-3d04-4857-a4cb-b2b53ead0854" providerId="ADAL" clId="{BD729E5D-080A-44BB-9193-791DEAB608F6}" dt="2025-02-25T07:31:49.471" v="4"/>
          <ac:spMkLst>
            <pc:docMk/>
            <pc:sldMk cId="3029277546" sldId="278"/>
            <ac:spMk id="7" creationId="{8FCBB43C-2A8F-E5AE-C999-D5147D6C7A34}"/>
          </ac:spMkLst>
        </pc:spChg>
      </pc:sldChg>
      <pc:sldChg chg="modSp del">
        <pc:chgData name="Abdus Salam" userId="0e2b1981-3d04-4857-a4cb-b2b53ead0854" providerId="ADAL" clId="{BD729E5D-080A-44BB-9193-791DEAB608F6}" dt="2025-02-25T07:36:41.458" v="188" actId="47"/>
        <pc:sldMkLst>
          <pc:docMk/>
          <pc:sldMk cId="4231678886" sldId="282"/>
        </pc:sldMkLst>
      </pc:sldChg>
      <pc:sldChg chg="modSp">
        <pc:chgData name="Abdus Salam" userId="0e2b1981-3d04-4857-a4cb-b2b53ead0854" providerId="ADAL" clId="{BD729E5D-080A-44BB-9193-791DEAB608F6}" dt="2025-02-25T07:31:49.471" v="4"/>
        <pc:sldMkLst>
          <pc:docMk/>
          <pc:sldMk cId="1482657724" sldId="283"/>
        </pc:sldMkLst>
        <pc:spChg chg="mod">
          <ac:chgData name="Abdus Salam" userId="0e2b1981-3d04-4857-a4cb-b2b53ead0854" providerId="ADAL" clId="{BD729E5D-080A-44BB-9193-791DEAB608F6}" dt="2025-02-25T07:31:49.471" v="4"/>
          <ac:spMkLst>
            <pc:docMk/>
            <pc:sldMk cId="1482657724" sldId="283"/>
            <ac:spMk id="6" creationId="{E2C4F97E-B5AE-8267-81DC-4B320CDDDF4F}"/>
          </ac:spMkLst>
        </pc:spChg>
      </pc:sldChg>
      <pc:sldChg chg="modSp">
        <pc:chgData name="Abdus Salam" userId="0e2b1981-3d04-4857-a4cb-b2b53ead0854" providerId="ADAL" clId="{BD729E5D-080A-44BB-9193-791DEAB608F6}" dt="2025-02-25T07:31:49.471" v="4"/>
        <pc:sldMkLst>
          <pc:docMk/>
          <pc:sldMk cId="3134336943" sldId="284"/>
        </pc:sldMkLst>
        <pc:spChg chg="mod">
          <ac:chgData name="Abdus Salam" userId="0e2b1981-3d04-4857-a4cb-b2b53ead0854" providerId="ADAL" clId="{BD729E5D-080A-44BB-9193-791DEAB608F6}" dt="2025-02-25T07:31:49.471" v="4"/>
          <ac:spMkLst>
            <pc:docMk/>
            <pc:sldMk cId="3134336943" sldId="284"/>
            <ac:spMk id="7" creationId="{8FCBB43C-2A8F-E5AE-C999-D5147D6C7A34}"/>
          </ac:spMkLst>
        </pc:spChg>
      </pc:sldChg>
      <pc:sldChg chg="modSp">
        <pc:chgData name="Abdus Salam" userId="0e2b1981-3d04-4857-a4cb-b2b53ead0854" providerId="ADAL" clId="{BD729E5D-080A-44BB-9193-791DEAB608F6}" dt="2025-02-25T07:31:49.471" v="4"/>
        <pc:sldMkLst>
          <pc:docMk/>
          <pc:sldMk cId="2390967301" sldId="285"/>
        </pc:sldMkLst>
        <pc:spChg chg="mod">
          <ac:chgData name="Abdus Salam" userId="0e2b1981-3d04-4857-a4cb-b2b53ead0854" providerId="ADAL" clId="{BD729E5D-080A-44BB-9193-791DEAB608F6}" dt="2025-02-25T07:31:49.471" v="4"/>
          <ac:spMkLst>
            <pc:docMk/>
            <pc:sldMk cId="2390967301" sldId="285"/>
            <ac:spMk id="7" creationId="{8FCBB43C-2A8F-E5AE-C999-D5147D6C7A34}"/>
          </ac:spMkLst>
        </pc:spChg>
      </pc:sldChg>
      <pc:sldChg chg="modSp">
        <pc:chgData name="Abdus Salam" userId="0e2b1981-3d04-4857-a4cb-b2b53ead0854" providerId="ADAL" clId="{BD729E5D-080A-44BB-9193-791DEAB608F6}" dt="2025-02-25T07:31:49.471" v="4"/>
        <pc:sldMkLst>
          <pc:docMk/>
          <pc:sldMk cId="1627773077" sldId="286"/>
        </pc:sldMkLst>
        <pc:spChg chg="mod">
          <ac:chgData name="Abdus Salam" userId="0e2b1981-3d04-4857-a4cb-b2b53ead0854" providerId="ADAL" clId="{BD729E5D-080A-44BB-9193-791DEAB608F6}" dt="2025-02-25T07:31:49.471" v="4"/>
          <ac:spMkLst>
            <pc:docMk/>
            <pc:sldMk cId="1627773077" sldId="286"/>
            <ac:spMk id="7" creationId="{8FCBB43C-2A8F-E5AE-C999-D5147D6C7A34}"/>
          </ac:spMkLst>
        </pc:spChg>
      </pc:sldChg>
      <pc:sldChg chg="modSp">
        <pc:chgData name="Abdus Salam" userId="0e2b1981-3d04-4857-a4cb-b2b53ead0854" providerId="ADAL" clId="{BD729E5D-080A-44BB-9193-791DEAB608F6}" dt="2025-02-25T07:31:49.471" v="4"/>
        <pc:sldMkLst>
          <pc:docMk/>
          <pc:sldMk cId="3304450479" sldId="287"/>
        </pc:sldMkLst>
        <pc:spChg chg="mod">
          <ac:chgData name="Abdus Salam" userId="0e2b1981-3d04-4857-a4cb-b2b53ead0854" providerId="ADAL" clId="{BD729E5D-080A-44BB-9193-791DEAB608F6}" dt="2025-02-25T07:31:49.471" v="4"/>
          <ac:spMkLst>
            <pc:docMk/>
            <pc:sldMk cId="3304450479" sldId="287"/>
            <ac:spMk id="7" creationId="{8FCBB43C-2A8F-E5AE-C999-D5147D6C7A34}"/>
          </ac:spMkLst>
        </pc:spChg>
      </pc:sldChg>
      <pc:sldChg chg="modSp">
        <pc:chgData name="Abdus Salam" userId="0e2b1981-3d04-4857-a4cb-b2b53ead0854" providerId="ADAL" clId="{BD729E5D-080A-44BB-9193-791DEAB608F6}" dt="2025-02-25T07:31:49.471" v="4"/>
        <pc:sldMkLst>
          <pc:docMk/>
          <pc:sldMk cId="3345694054" sldId="288"/>
        </pc:sldMkLst>
        <pc:spChg chg="mod">
          <ac:chgData name="Abdus Salam" userId="0e2b1981-3d04-4857-a4cb-b2b53ead0854" providerId="ADAL" clId="{BD729E5D-080A-44BB-9193-791DEAB608F6}" dt="2025-02-25T07:31:49.471" v="4"/>
          <ac:spMkLst>
            <pc:docMk/>
            <pc:sldMk cId="3345694054" sldId="288"/>
            <ac:spMk id="7" creationId="{8FCBB43C-2A8F-E5AE-C999-D5147D6C7A34}"/>
          </ac:spMkLst>
        </pc:spChg>
      </pc:sldChg>
      <pc:sldChg chg="modSp">
        <pc:chgData name="Abdus Salam" userId="0e2b1981-3d04-4857-a4cb-b2b53ead0854" providerId="ADAL" clId="{BD729E5D-080A-44BB-9193-791DEAB608F6}" dt="2025-02-25T07:31:49.471" v="4"/>
        <pc:sldMkLst>
          <pc:docMk/>
          <pc:sldMk cId="950053563" sldId="289"/>
        </pc:sldMkLst>
        <pc:spChg chg="mod">
          <ac:chgData name="Abdus Salam" userId="0e2b1981-3d04-4857-a4cb-b2b53ead0854" providerId="ADAL" clId="{BD729E5D-080A-44BB-9193-791DEAB608F6}" dt="2025-02-25T07:31:49.471" v="4"/>
          <ac:spMkLst>
            <pc:docMk/>
            <pc:sldMk cId="950053563" sldId="289"/>
            <ac:spMk id="7" creationId="{8FCBB43C-2A8F-E5AE-C999-D5147D6C7A34}"/>
          </ac:spMkLst>
        </pc:spChg>
      </pc:sldChg>
      <pc:sldChg chg="modSp">
        <pc:chgData name="Abdus Salam" userId="0e2b1981-3d04-4857-a4cb-b2b53ead0854" providerId="ADAL" clId="{BD729E5D-080A-44BB-9193-791DEAB608F6}" dt="2025-02-25T07:31:49.471" v="4"/>
        <pc:sldMkLst>
          <pc:docMk/>
          <pc:sldMk cId="1493942488" sldId="290"/>
        </pc:sldMkLst>
        <pc:spChg chg="mod">
          <ac:chgData name="Abdus Salam" userId="0e2b1981-3d04-4857-a4cb-b2b53ead0854" providerId="ADAL" clId="{BD729E5D-080A-44BB-9193-791DEAB608F6}" dt="2025-02-25T07:31:49.471" v="4"/>
          <ac:spMkLst>
            <pc:docMk/>
            <pc:sldMk cId="1493942488" sldId="290"/>
            <ac:spMk id="7" creationId="{8FCBB43C-2A8F-E5AE-C999-D5147D6C7A34}"/>
          </ac:spMkLst>
        </pc:spChg>
      </pc:sldChg>
      <pc:sldChg chg="modSp">
        <pc:chgData name="Abdus Salam" userId="0e2b1981-3d04-4857-a4cb-b2b53ead0854" providerId="ADAL" clId="{BD729E5D-080A-44BB-9193-791DEAB608F6}" dt="2025-02-25T07:31:49.471" v="4"/>
        <pc:sldMkLst>
          <pc:docMk/>
          <pc:sldMk cId="748613163" sldId="291"/>
        </pc:sldMkLst>
        <pc:spChg chg="mod">
          <ac:chgData name="Abdus Salam" userId="0e2b1981-3d04-4857-a4cb-b2b53ead0854" providerId="ADAL" clId="{BD729E5D-080A-44BB-9193-791DEAB608F6}" dt="2025-02-25T07:31:49.471" v="4"/>
          <ac:spMkLst>
            <pc:docMk/>
            <pc:sldMk cId="748613163" sldId="291"/>
            <ac:spMk id="7" creationId="{8FCBB43C-2A8F-E5AE-C999-D5147D6C7A34}"/>
          </ac:spMkLst>
        </pc:spChg>
      </pc:sldChg>
      <pc:sldChg chg="modSp">
        <pc:chgData name="Abdus Salam" userId="0e2b1981-3d04-4857-a4cb-b2b53ead0854" providerId="ADAL" clId="{BD729E5D-080A-44BB-9193-791DEAB608F6}" dt="2025-02-25T07:31:49.471" v="4"/>
        <pc:sldMkLst>
          <pc:docMk/>
          <pc:sldMk cId="2497908860" sldId="292"/>
        </pc:sldMkLst>
        <pc:spChg chg="mod">
          <ac:chgData name="Abdus Salam" userId="0e2b1981-3d04-4857-a4cb-b2b53ead0854" providerId="ADAL" clId="{BD729E5D-080A-44BB-9193-791DEAB608F6}" dt="2025-02-25T07:31:49.471" v="4"/>
          <ac:spMkLst>
            <pc:docMk/>
            <pc:sldMk cId="2497908860" sldId="292"/>
            <ac:spMk id="7" creationId="{8FCBB43C-2A8F-E5AE-C999-D5147D6C7A34}"/>
          </ac:spMkLst>
        </pc:spChg>
      </pc:sldChg>
      <pc:sldChg chg="modSp">
        <pc:chgData name="Abdus Salam" userId="0e2b1981-3d04-4857-a4cb-b2b53ead0854" providerId="ADAL" clId="{BD729E5D-080A-44BB-9193-791DEAB608F6}" dt="2025-02-25T07:31:49.471" v="4"/>
        <pc:sldMkLst>
          <pc:docMk/>
          <pc:sldMk cId="1520103696" sldId="293"/>
        </pc:sldMkLst>
        <pc:spChg chg="mod">
          <ac:chgData name="Abdus Salam" userId="0e2b1981-3d04-4857-a4cb-b2b53ead0854" providerId="ADAL" clId="{BD729E5D-080A-44BB-9193-791DEAB608F6}" dt="2025-02-25T07:31:49.471" v="4"/>
          <ac:spMkLst>
            <pc:docMk/>
            <pc:sldMk cId="1520103696" sldId="293"/>
            <ac:spMk id="7" creationId="{8FCBB43C-2A8F-E5AE-C999-D5147D6C7A34}"/>
          </ac:spMkLst>
        </pc:spChg>
      </pc:sldChg>
      <pc:sldChg chg="modSp">
        <pc:chgData name="Abdus Salam" userId="0e2b1981-3d04-4857-a4cb-b2b53ead0854" providerId="ADAL" clId="{BD729E5D-080A-44BB-9193-791DEAB608F6}" dt="2025-02-25T07:31:49.471" v="4"/>
        <pc:sldMkLst>
          <pc:docMk/>
          <pc:sldMk cId="3454062655" sldId="294"/>
        </pc:sldMkLst>
        <pc:spChg chg="mod">
          <ac:chgData name="Abdus Salam" userId="0e2b1981-3d04-4857-a4cb-b2b53ead0854" providerId="ADAL" clId="{BD729E5D-080A-44BB-9193-791DEAB608F6}" dt="2025-02-25T07:31:49.471" v="4"/>
          <ac:spMkLst>
            <pc:docMk/>
            <pc:sldMk cId="3454062655" sldId="294"/>
            <ac:spMk id="7" creationId="{8FCBB43C-2A8F-E5AE-C999-D5147D6C7A34}"/>
          </ac:spMkLst>
        </pc:spChg>
      </pc:sldChg>
      <pc:sldChg chg="modSp">
        <pc:chgData name="Abdus Salam" userId="0e2b1981-3d04-4857-a4cb-b2b53ead0854" providerId="ADAL" clId="{BD729E5D-080A-44BB-9193-791DEAB608F6}" dt="2025-02-25T07:31:49.471" v="4"/>
        <pc:sldMkLst>
          <pc:docMk/>
          <pc:sldMk cId="366742638" sldId="295"/>
        </pc:sldMkLst>
        <pc:spChg chg="mod">
          <ac:chgData name="Abdus Salam" userId="0e2b1981-3d04-4857-a4cb-b2b53ead0854" providerId="ADAL" clId="{BD729E5D-080A-44BB-9193-791DEAB608F6}" dt="2025-02-25T07:31:49.471" v="4"/>
          <ac:spMkLst>
            <pc:docMk/>
            <pc:sldMk cId="366742638" sldId="295"/>
            <ac:spMk id="7" creationId="{8FCBB43C-2A8F-E5AE-C999-D5147D6C7A34}"/>
          </ac:spMkLst>
        </pc:spChg>
      </pc:sldChg>
      <pc:sldChg chg="modSp">
        <pc:chgData name="Abdus Salam" userId="0e2b1981-3d04-4857-a4cb-b2b53ead0854" providerId="ADAL" clId="{BD729E5D-080A-44BB-9193-791DEAB608F6}" dt="2025-02-25T07:31:49.471" v="4"/>
        <pc:sldMkLst>
          <pc:docMk/>
          <pc:sldMk cId="1359776309" sldId="296"/>
        </pc:sldMkLst>
        <pc:spChg chg="mod">
          <ac:chgData name="Abdus Salam" userId="0e2b1981-3d04-4857-a4cb-b2b53ead0854" providerId="ADAL" clId="{BD729E5D-080A-44BB-9193-791DEAB608F6}" dt="2025-02-25T07:31:49.471" v="4"/>
          <ac:spMkLst>
            <pc:docMk/>
            <pc:sldMk cId="1359776309" sldId="296"/>
            <ac:spMk id="7" creationId="{8FCBB43C-2A8F-E5AE-C999-D5147D6C7A34}"/>
          </ac:spMkLst>
        </pc:spChg>
      </pc:sldChg>
      <pc:sldChg chg="modSp">
        <pc:chgData name="Abdus Salam" userId="0e2b1981-3d04-4857-a4cb-b2b53ead0854" providerId="ADAL" clId="{BD729E5D-080A-44BB-9193-791DEAB608F6}" dt="2025-02-25T07:31:49.471" v="4"/>
        <pc:sldMkLst>
          <pc:docMk/>
          <pc:sldMk cId="3701855457" sldId="297"/>
        </pc:sldMkLst>
        <pc:spChg chg="mod">
          <ac:chgData name="Abdus Salam" userId="0e2b1981-3d04-4857-a4cb-b2b53ead0854" providerId="ADAL" clId="{BD729E5D-080A-44BB-9193-791DEAB608F6}" dt="2025-02-25T07:31:49.471" v="4"/>
          <ac:spMkLst>
            <pc:docMk/>
            <pc:sldMk cId="3701855457" sldId="297"/>
            <ac:spMk id="7" creationId="{8FCBB43C-2A8F-E5AE-C999-D5147D6C7A34}"/>
          </ac:spMkLst>
        </pc:spChg>
      </pc:sldChg>
      <pc:sldChg chg="modSp">
        <pc:chgData name="Abdus Salam" userId="0e2b1981-3d04-4857-a4cb-b2b53ead0854" providerId="ADAL" clId="{BD729E5D-080A-44BB-9193-791DEAB608F6}" dt="2025-02-25T07:31:49.471" v="4"/>
        <pc:sldMkLst>
          <pc:docMk/>
          <pc:sldMk cId="3932070055" sldId="298"/>
        </pc:sldMkLst>
        <pc:spChg chg="mod">
          <ac:chgData name="Abdus Salam" userId="0e2b1981-3d04-4857-a4cb-b2b53ead0854" providerId="ADAL" clId="{BD729E5D-080A-44BB-9193-791DEAB608F6}" dt="2025-02-25T07:31:49.471" v="4"/>
          <ac:spMkLst>
            <pc:docMk/>
            <pc:sldMk cId="3932070055" sldId="298"/>
            <ac:spMk id="7" creationId="{8FCBB43C-2A8F-E5AE-C999-D5147D6C7A34}"/>
          </ac:spMkLst>
        </pc:spChg>
      </pc:sldChg>
      <pc:sldChg chg="modSp">
        <pc:chgData name="Abdus Salam" userId="0e2b1981-3d04-4857-a4cb-b2b53ead0854" providerId="ADAL" clId="{BD729E5D-080A-44BB-9193-791DEAB608F6}" dt="2025-02-25T07:31:49.471" v="4"/>
        <pc:sldMkLst>
          <pc:docMk/>
          <pc:sldMk cId="3316958286" sldId="299"/>
        </pc:sldMkLst>
        <pc:spChg chg="mod">
          <ac:chgData name="Abdus Salam" userId="0e2b1981-3d04-4857-a4cb-b2b53ead0854" providerId="ADAL" clId="{BD729E5D-080A-44BB-9193-791DEAB608F6}" dt="2025-02-25T07:31:49.471" v="4"/>
          <ac:spMkLst>
            <pc:docMk/>
            <pc:sldMk cId="3316958286" sldId="299"/>
            <ac:spMk id="2" creationId="{285F742D-33AB-5437-1217-F3315E86B9D8}"/>
          </ac:spMkLst>
        </pc:spChg>
      </pc:sldChg>
      <pc:sldChg chg="modSp">
        <pc:chgData name="Abdus Salam" userId="0e2b1981-3d04-4857-a4cb-b2b53ead0854" providerId="ADAL" clId="{BD729E5D-080A-44BB-9193-791DEAB608F6}" dt="2025-02-25T07:31:49.471" v="4"/>
        <pc:sldMkLst>
          <pc:docMk/>
          <pc:sldMk cId="3986080772" sldId="300"/>
        </pc:sldMkLst>
        <pc:spChg chg="mod">
          <ac:chgData name="Abdus Salam" userId="0e2b1981-3d04-4857-a4cb-b2b53ead0854" providerId="ADAL" clId="{BD729E5D-080A-44BB-9193-791DEAB608F6}" dt="2025-02-25T07:31:49.471" v="4"/>
          <ac:spMkLst>
            <pc:docMk/>
            <pc:sldMk cId="3986080772" sldId="300"/>
            <ac:spMk id="7" creationId="{8FCBB43C-2A8F-E5AE-C999-D5147D6C7A34}"/>
          </ac:spMkLst>
        </pc:spChg>
      </pc:sldChg>
      <pc:sldChg chg="addSp delSp modSp new mod ord setBg modClrScheme chgLayout">
        <pc:chgData name="Abdus Salam" userId="0e2b1981-3d04-4857-a4cb-b2b53ead0854" providerId="ADAL" clId="{BD729E5D-080A-44BB-9193-791DEAB608F6}" dt="2025-02-25T07:36:24.037" v="187" actId="27636"/>
        <pc:sldMkLst>
          <pc:docMk/>
          <pc:sldMk cId="3425029834" sldId="301"/>
        </pc:sldMkLst>
        <pc:spChg chg="mod ord">
          <ac:chgData name="Abdus Salam" userId="0e2b1981-3d04-4857-a4cb-b2b53ead0854" providerId="ADAL" clId="{BD729E5D-080A-44BB-9193-791DEAB608F6}" dt="2025-02-25T07:32:13.942" v="6" actId="26606"/>
          <ac:spMkLst>
            <pc:docMk/>
            <pc:sldMk cId="3425029834" sldId="301"/>
            <ac:spMk id="2" creationId="{199946E0-D76B-3C82-4C33-4B9AFB4A6BEA}"/>
          </ac:spMkLst>
        </pc:spChg>
        <pc:spChg chg="add mod ord">
          <ac:chgData name="Abdus Salam" userId="0e2b1981-3d04-4857-a4cb-b2b53ead0854" providerId="ADAL" clId="{BD729E5D-080A-44BB-9193-791DEAB608F6}" dt="2025-02-25T07:34:01.673" v="71" actId="404"/>
          <ac:spMkLst>
            <pc:docMk/>
            <pc:sldMk cId="3425029834" sldId="301"/>
            <ac:spMk id="3" creationId="{E8259A8F-F0ED-D9C8-2544-F9DBF2BADB2E}"/>
          </ac:spMkLst>
        </pc:spChg>
        <pc:spChg chg="add mod ord">
          <ac:chgData name="Abdus Salam" userId="0e2b1981-3d04-4857-a4cb-b2b53ead0854" providerId="ADAL" clId="{BD729E5D-080A-44BB-9193-791DEAB608F6}" dt="2025-02-25T07:36:24.037" v="187" actId="27636"/>
          <ac:spMkLst>
            <pc:docMk/>
            <pc:sldMk cId="3425029834" sldId="301"/>
            <ac:spMk id="4" creationId="{60005ED7-704A-D353-93E5-2422E6AE8279}"/>
          </ac:spMkLst>
        </pc:spChg>
        <pc:spChg chg="add">
          <ac:chgData name="Abdus Salam" userId="0e2b1981-3d04-4857-a4cb-b2b53ead0854" providerId="ADAL" clId="{BD729E5D-080A-44BB-9193-791DEAB608F6}" dt="2025-02-25T07:32:13.942" v="6" actId="26606"/>
          <ac:spMkLst>
            <pc:docMk/>
            <pc:sldMk cId="3425029834" sldId="301"/>
            <ac:spMk id="9" creationId="{E01631EF-15E1-48EF-9924-09DC488BDE68}"/>
          </ac:spMkLst>
        </pc:spChg>
        <pc:spChg chg="add">
          <ac:chgData name="Abdus Salam" userId="0e2b1981-3d04-4857-a4cb-b2b53ead0854" providerId="ADAL" clId="{BD729E5D-080A-44BB-9193-791DEAB608F6}" dt="2025-02-25T07:32:13.942" v="6" actId="26606"/>
          <ac:spMkLst>
            <pc:docMk/>
            <pc:sldMk cId="3425029834" sldId="301"/>
            <ac:spMk id="11" creationId="{F324104A-EE89-4314-9D93-42AD782927C4}"/>
          </ac:spMkLst>
        </pc:spChg>
      </pc:sldChg>
      <pc:sldChg chg="add">
        <pc:chgData name="Abdus Salam" userId="0e2b1981-3d04-4857-a4cb-b2b53ead0854" providerId="ADAL" clId="{BD729E5D-080A-44BB-9193-791DEAB608F6}" dt="2025-02-25T07:46:58.906" v="252"/>
        <pc:sldMkLst>
          <pc:docMk/>
          <pc:sldMk cId="3416222070" sldId="302"/>
        </pc:sldMkLst>
      </pc:sldChg>
      <pc:sldChg chg="add">
        <pc:chgData name="Abdus Salam" userId="0e2b1981-3d04-4857-a4cb-b2b53ead0854" providerId="ADAL" clId="{BD729E5D-080A-44BB-9193-791DEAB608F6}" dt="2025-02-25T07:46:58.906" v="252"/>
        <pc:sldMkLst>
          <pc:docMk/>
          <pc:sldMk cId="3735594095" sldId="303"/>
        </pc:sldMkLst>
      </pc:sldChg>
      <pc:sldChg chg="add">
        <pc:chgData name="Abdus Salam" userId="0e2b1981-3d04-4857-a4cb-b2b53ead0854" providerId="ADAL" clId="{BD729E5D-080A-44BB-9193-791DEAB608F6}" dt="2025-02-25T07:46:58.906" v="252"/>
        <pc:sldMkLst>
          <pc:docMk/>
          <pc:sldMk cId="4226171874" sldId="304"/>
        </pc:sldMkLst>
      </pc:sldChg>
      <pc:sldChg chg="add">
        <pc:chgData name="Abdus Salam" userId="0e2b1981-3d04-4857-a4cb-b2b53ead0854" providerId="ADAL" clId="{BD729E5D-080A-44BB-9193-791DEAB608F6}" dt="2025-02-25T07:46:58.906" v="252"/>
        <pc:sldMkLst>
          <pc:docMk/>
          <pc:sldMk cId="2673292290" sldId="305"/>
        </pc:sldMkLst>
      </pc:sldChg>
      <pc:sldChg chg="add">
        <pc:chgData name="Abdus Salam" userId="0e2b1981-3d04-4857-a4cb-b2b53ead0854" providerId="ADAL" clId="{BD729E5D-080A-44BB-9193-791DEAB608F6}" dt="2025-02-25T07:47:29.745" v="253"/>
        <pc:sldMkLst>
          <pc:docMk/>
          <pc:sldMk cId="2739253212" sldId="306"/>
        </pc:sldMkLst>
      </pc:sldChg>
      <pc:sldChg chg="modSp add mod">
        <pc:chgData name="Abdus Salam" userId="0e2b1981-3d04-4857-a4cb-b2b53ead0854" providerId="ADAL" clId="{BD729E5D-080A-44BB-9193-791DEAB608F6}" dt="2025-02-25T07:48:03.672" v="265" actId="20577"/>
        <pc:sldMkLst>
          <pc:docMk/>
          <pc:sldMk cId="645114725" sldId="307"/>
        </pc:sldMkLst>
      </pc:sldChg>
      <pc:sldChg chg="add del">
        <pc:chgData name="Abdus Salam" userId="0e2b1981-3d04-4857-a4cb-b2b53ead0854" providerId="ADAL" clId="{BD729E5D-080A-44BB-9193-791DEAB608F6}" dt="2025-02-25T07:47:38.939" v="254" actId="2696"/>
        <pc:sldMkLst>
          <pc:docMk/>
          <pc:sldMk cId="1742656633" sldId="307"/>
        </pc:sldMkLst>
      </pc:sldChg>
      <pc:sldChg chg="modSp add mod">
        <pc:chgData name="Abdus Salam" userId="0e2b1981-3d04-4857-a4cb-b2b53ead0854" providerId="ADAL" clId="{BD729E5D-080A-44BB-9193-791DEAB608F6}" dt="2025-02-25T07:53:14.084" v="296" actId="20577"/>
        <pc:sldMkLst>
          <pc:docMk/>
          <pc:sldMk cId="2930386602" sldId="308"/>
        </pc:sldMkLst>
      </pc:sldChg>
      <pc:sldChg chg="new del">
        <pc:chgData name="Abdus Salam" userId="0e2b1981-3d04-4857-a4cb-b2b53ead0854" providerId="ADAL" clId="{BD729E5D-080A-44BB-9193-791DEAB608F6}" dt="2025-02-25T08:31:35.526" v="298" actId="47"/>
        <pc:sldMkLst>
          <pc:docMk/>
          <pc:sldMk cId="1064148747" sldId="309"/>
        </pc:sldMkLst>
      </pc:sldChg>
      <pc:sldChg chg="modSp new mod modNotesTx">
        <pc:chgData name="Abdus Salam" userId="0e2b1981-3d04-4857-a4cb-b2b53ead0854" providerId="ADAL" clId="{BD729E5D-080A-44BB-9193-791DEAB608F6}" dt="2025-02-26T04:08:21.677" v="517" actId="20577"/>
        <pc:sldMkLst>
          <pc:docMk/>
          <pc:sldMk cId="4108452528" sldId="30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59E94A-69B5-4EB2-946B-9F0B55C854A2}" type="datetimeFigureOut">
              <a:rPr lang="en-GB" smtClean="0"/>
              <a:t>09/03/2025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C8108C-7A65-4E29-BB97-0193868182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3788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1072699-F9A0-4DBF-879E-04983D165F60}" type="datetime1">
              <a:rPr lang="en-GB" smtClean="0"/>
              <a:t>09/03/2025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8B654D-6898-4783-8329-E1EB680B937A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4302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BBE25-9A02-4FF7-A819-4B8DA2236554}" type="datetime1">
              <a:rPr lang="en-GB" smtClean="0"/>
              <a:t>09/03/2025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1115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29D94-3476-4183-85D7-AB20F6999429}" type="datetime1">
              <a:rPr lang="en-GB" smtClean="0"/>
              <a:t>09/03/2025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‹#›</a:t>
            </a:fld>
            <a:endParaRPr lang="en-GB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9676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043C2-D694-4B73-A769-AAC359184494}" type="datetime1">
              <a:rPr lang="en-GB" smtClean="0"/>
              <a:t>09/03/2025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8127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77C7F-D740-49AD-8117-A25BD322793F}" type="datetime1">
              <a:rPr lang="en-GB" smtClean="0"/>
              <a:t>09/03/2025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4357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B3330-D013-4F53-99EE-FA4E14EED1ED}" type="datetime1">
              <a:rPr lang="en-GB" smtClean="0"/>
              <a:t>09/03/2025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3399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8AEA6-1D6A-481D-A3DF-29ABD4449136}" type="datetime1">
              <a:rPr lang="en-GB" smtClean="0"/>
              <a:t>09/03/2025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8699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F8788-F4F7-4ECE-B95F-DDA15E37A402}" type="datetime1">
              <a:rPr lang="en-GB" smtClean="0"/>
              <a:t>09/03/2025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7838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608DD-13F8-4DD5-A802-E746736570A8}" type="datetime1">
              <a:rPr lang="en-GB" smtClean="0"/>
              <a:t>09/03/2025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6411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3733E-F508-4315-A759-93080B87757E}" type="datetime1">
              <a:rPr lang="en-GB" smtClean="0"/>
              <a:t>09/03/2025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0272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22343-4584-4574-9ECC-E033E0065FF1}" type="datetime1">
              <a:rPr lang="en-GB" smtClean="0"/>
              <a:t>09/03/2025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6176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FDA8B93C-9DB8-40BB-95C5-F8284A0B6BFD}" type="datetime1">
              <a:rPr lang="en-GB" smtClean="0"/>
              <a:t>09/03/2025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08B654D-6898-4783-8329-E1EB680B93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1449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tx1"/>
        </a:buClr>
        <a:buSzPct val="80000"/>
        <a:buFont typeface="Corbe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01631EF-15E1-48EF-9924-09DC488BD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324104A-EE89-4314-9D93-42AD78292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8259A8F-F0ED-D9C8-2544-F9DBF2BAD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5900" y="637563"/>
            <a:ext cx="8640201" cy="3070370"/>
          </a:xfrm>
        </p:spPr>
        <p:txBody>
          <a:bodyPr anchor="b">
            <a:normAutofit/>
          </a:bodyPr>
          <a:lstStyle/>
          <a:p>
            <a:r>
              <a:rPr lang="en-US" sz="4800" dirty="0"/>
              <a:t>Introduction to NLP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60005ED7-704A-D353-93E5-2422E6AE82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5899" y="3707933"/>
            <a:ext cx="8640202" cy="2623419"/>
          </a:xfrm>
        </p:spPr>
        <p:txBody>
          <a:bodyPr anchor="t">
            <a:normAutofit/>
          </a:bodyPr>
          <a:lstStyle/>
          <a:p>
            <a:r>
              <a:rPr lang="en-US" dirty="0"/>
              <a:t>Natural language processing</a:t>
            </a:r>
          </a:p>
          <a:p>
            <a:endParaRPr lang="en-US" dirty="0"/>
          </a:p>
          <a:p>
            <a:r>
              <a:rPr lang="en-US" dirty="0"/>
              <a:t>Thanks to Dr. Ashraf Uddin Sir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9946E0-D76B-3C82-4C33-4B9AFB4A6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9530" y="6223828"/>
            <a:ext cx="170621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08B654D-6898-4783-8329-E1EB680B937A}" type="slidenum">
              <a:rPr lang="en-GB" smtClean="0"/>
              <a:pPr>
                <a:spcAft>
                  <a:spcPts val="600"/>
                </a:spcAft>
              </a:pPr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5029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C3F7D5-A710-ED11-AF54-F07D28AA98A9}"/>
              </a:ext>
            </a:extLst>
          </p:cNvPr>
          <p:cNvSpPr txBox="1"/>
          <p:nvPr/>
        </p:nvSpPr>
        <p:spPr>
          <a:xfrm>
            <a:off x="1899557" y="305192"/>
            <a:ext cx="83928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0E7BF7-9240-E61C-7520-97ED4F1594B0}"/>
              </a:ext>
            </a:extLst>
          </p:cNvPr>
          <p:cNvSpPr txBox="1"/>
          <p:nvPr/>
        </p:nvSpPr>
        <p:spPr>
          <a:xfrm>
            <a:off x="1121227" y="1477023"/>
            <a:ext cx="9949543" cy="2795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What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NLP?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is NLP?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Tasks in NLP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in NLP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Terminologies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4F97E-B5AE-8267-81DC-4B320CDDD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2657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C3F7D5-A710-ED11-AF54-F07D28AA98A9}"/>
              </a:ext>
            </a:extLst>
          </p:cNvPr>
          <p:cNvSpPr txBox="1"/>
          <p:nvPr/>
        </p:nvSpPr>
        <p:spPr>
          <a:xfrm>
            <a:off x="1899557" y="305192"/>
            <a:ext cx="83928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NLP?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0E7BF7-9240-E61C-7520-97ED4F1594B0}"/>
              </a:ext>
            </a:extLst>
          </p:cNvPr>
          <p:cNvSpPr txBox="1"/>
          <p:nvPr/>
        </p:nvSpPr>
        <p:spPr>
          <a:xfrm>
            <a:off x="1121228" y="1095708"/>
            <a:ext cx="9949543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(NLP) is a field of artificial intelligence that focuses on the interaction between computers and humans through natural language. </a:t>
            </a:r>
          </a:p>
          <a:p>
            <a:pPr algn="just"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primary goal is to enable machines 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understand, interpret, and respond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human language in a way that is both meaningful and useful.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85F742D-33AB-5437-1217-F3315E86B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2860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C3F7D5-A710-ED11-AF54-F07D28AA98A9}"/>
              </a:ext>
            </a:extLst>
          </p:cNvPr>
          <p:cNvSpPr txBox="1"/>
          <p:nvPr/>
        </p:nvSpPr>
        <p:spPr>
          <a:xfrm>
            <a:off x="1899557" y="305192"/>
            <a:ext cx="83928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Natural Language Processing?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0E7BF7-9240-E61C-7520-97ED4F1594B0}"/>
              </a:ext>
            </a:extLst>
          </p:cNvPr>
          <p:cNvSpPr txBox="1"/>
          <p:nvPr/>
        </p:nvSpPr>
        <p:spPr>
          <a:xfrm>
            <a:off x="1121228" y="1095708"/>
            <a:ext cx="9949543" cy="3903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Bridging Human-Computer Communication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 of Repetitive Language Tasks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Information Extraction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Data Accessibility and Usability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User Experience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in Various Industries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Capabilities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85F742D-33AB-5437-1217-F3315E86B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6958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C3F7D5-A710-ED11-AF54-F07D28AA98A9}"/>
              </a:ext>
            </a:extLst>
          </p:cNvPr>
          <p:cNvSpPr txBox="1"/>
          <p:nvPr/>
        </p:nvSpPr>
        <p:spPr>
          <a:xfrm>
            <a:off x="1899557" y="305192"/>
            <a:ext cx="83928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Natural Language Processing?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0E7BF7-9240-E61C-7520-97ED4F1594B0}"/>
              </a:ext>
            </a:extLst>
          </p:cNvPr>
          <p:cNvSpPr txBox="1"/>
          <p:nvPr/>
        </p:nvSpPr>
        <p:spPr>
          <a:xfrm>
            <a:off x="1208314" y="1661689"/>
            <a:ext cx="9949543" cy="3534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Amount of online textual data…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70 billion web-pages online (1.9 billion websites)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55 million Wikipedia articles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Growing at a fast pace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9000 tweets/second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million mail / second (60% spam)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DA25FA-0D26-A124-407E-F29E7D22E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842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C3F7D5-A710-ED11-AF54-F07D28AA98A9}"/>
              </a:ext>
            </a:extLst>
          </p:cNvPr>
          <p:cNvSpPr txBox="1"/>
          <p:nvPr/>
        </p:nvSpPr>
        <p:spPr>
          <a:xfrm>
            <a:off x="1899557" y="305192"/>
            <a:ext cx="83928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Natural Language Processing?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F65C658F-25CA-D41F-C3A2-B38D640CDB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6285" y="1045316"/>
            <a:ext cx="9829800" cy="5529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181E330-5D72-2750-C0EB-130A5071A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0971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C3F7D5-A710-ED11-AF54-F07D28AA98A9}"/>
              </a:ext>
            </a:extLst>
          </p:cNvPr>
          <p:cNvSpPr txBox="1"/>
          <p:nvPr/>
        </p:nvSpPr>
        <p:spPr>
          <a:xfrm>
            <a:off x="1899557" y="305192"/>
            <a:ext cx="83928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Natural Language Processing?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1B80D36-0CBE-04B7-AE9E-10E70729F4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114" y="1013078"/>
            <a:ext cx="9927772" cy="5584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BEB38E-F18B-A70E-7609-AB3E78CDA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38874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C3F7D5-A710-ED11-AF54-F07D28AA98A9}"/>
              </a:ext>
            </a:extLst>
          </p:cNvPr>
          <p:cNvSpPr txBox="1"/>
          <p:nvPr/>
        </p:nvSpPr>
        <p:spPr>
          <a:xfrm>
            <a:off x="1899557" y="305192"/>
            <a:ext cx="901881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Tasks: Document Ranking</a:t>
            </a:r>
            <a:endParaRPr lang="en-G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GB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CBB43C-2A8F-E5AE-C999-D5147D6C7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8</a:t>
            </a:fld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D2ACE8-FE89-D35A-604E-45F9B34CF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6971" y="1199712"/>
            <a:ext cx="5855001" cy="5454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061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C3F7D5-A710-ED11-AF54-F07D28AA98A9}"/>
              </a:ext>
            </a:extLst>
          </p:cNvPr>
          <p:cNvSpPr txBox="1"/>
          <p:nvPr/>
        </p:nvSpPr>
        <p:spPr>
          <a:xfrm>
            <a:off x="1899557" y="305192"/>
            <a:ext cx="90188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Tasks: Document Classification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CBB43C-2A8F-E5AE-C999-D5147D6C7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9</a:t>
            </a:fld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705ED0-A678-1925-B2AC-1ACC2C6C2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985" y="1251857"/>
            <a:ext cx="6673220" cy="5300951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B7D78D2F-79F6-2B48-97D6-31A614FBB38D}"/>
              </a:ext>
            </a:extLst>
          </p:cNvPr>
          <p:cNvSpPr/>
          <p:nvPr/>
        </p:nvSpPr>
        <p:spPr>
          <a:xfrm>
            <a:off x="7543800" y="3283562"/>
            <a:ext cx="1099457" cy="9470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E197D7-287C-4E71-AE0D-E17A28ADC4C7}"/>
              </a:ext>
            </a:extLst>
          </p:cNvPr>
          <p:cNvSpPr txBox="1"/>
          <p:nvPr/>
        </p:nvSpPr>
        <p:spPr>
          <a:xfrm>
            <a:off x="9111343" y="2329543"/>
            <a:ext cx="1107996" cy="222394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Sports</a:t>
            </a:r>
          </a:p>
          <a:p>
            <a:pPr>
              <a:lnSpc>
                <a:spcPct val="2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Travel</a:t>
            </a:r>
          </a:p>
          <a:p>
            <a:pPr>
              <a:lnSpc>
                <a:spcPct val="2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Politics</a:t>
            </a:r>
          </a:p>
          <a:p>
            <a:pPr>
              <a:lnSpc>
                <a:spcPct val="2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Economy</a:t>
            </a: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09708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C3F7D5-A710-ED11-AF54-F07D28AA98A9}"/>
              </a:ext>
            </a:extLst>
          </p:cNvPr>
          <p:cNvSpPr txBox="1"/>
          <p:nvPr/>
        </p:nvSpPr>
        <p:spPr>
          <a:xfrm>
            <a:off x="1899557" y="305192"/>
            <a:ext cx="90188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Tasks: Named Entity Recognition</a:t>
            </a:r>
            <a:endParaRPr lang="en-GB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CBB43C-2A8F-E5AE-C999-D5147D6C7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10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0E146D-0A93-B9B8-72FD-A63722FFAAAD}"/>
              </a:ext>
            </a:extLst>
          </p:cNvPr>
          <p:cNvSpPr txBox="1"/>
          <p:nvPr/>
        </p:nvSpPr>
        <p:spPr>
          <a:xfrm>
            <a:off x="1328057" y="2259449"/>
            <a:ext cx="1027611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and classifying entities in a text into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predefined categories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as names of persons, organizations, locations, dates, etc.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Extracting "Google" as an organization and "California" as a location from the sentence: "Google is headquartered in California."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4514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C3F7D5-A710-ED11-AF54-F07D28AA98A9}"/>
              </a:ext>
            </a:extLst>
          </p:cNvPr>
          <p:cNvSpPr txBox="1"/>
          <p:nvPr/>
        </p:nvSpPr>
        <p:spPr>
          <a:xfrm>
            <a:off x="1899557" y="305192"/>
            <a:ext cx="90188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Tasks: Part-of-Speech Tagging</a:t>
            </a:r>
            <a:endParaRPr lang="en-GB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CBB43C-2A8F-E5AE-C999-D5147D6C7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11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0E146D-0A93-B9B8-72FD-A63722FFAAAD}"/>
              </a:ext>
            </a:extLst>
          </p:cNvPr>
          <p:cNvSpPr txBox="1"/>
          <p:nvPr/>
        </p:nvSpPr>
        <p:spPr>
          <a:xfrm>
            <a:off x="1295399" y="2228671"/>
            <a:ext cx="880654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grammatical categories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(noun, verb, adjective, etc.) to each word in a sentence.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sentence "The cat is sleeping," "The" is tagged as a determiner, "cat" as a noun, "is" as a verb, and "sleeping" as a verb.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9277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C3F7D5-A710-ED11-AF54-F07D28AA98A9}"/>
              </a:ext>
            </a:extLst>
          </p:cNvPr>
          <p:cNvSpPr txBox="1"/>
          <p:nvPr/>
        </p:nvSpPr>
        <p:spPr>
          <a:xfrm>
            <a:off x="1899557" y="305192"/>
            <a:ext cx="90188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Tasks: Machine Translation</a:t>
            </a:r>
            <a:endParaRPr lang="en-GB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CBB43C-2A8F-E5AE-C999-D5147D6C7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12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0E146D-0A93-B9B8-72FD-A63722FFAAAD}"/>
              </a:ext>
            </a:extLst>
          </p:cNvPr>
          <p:cNvSpPr txBox="1"/>
          <p:nvPr/>
        </p:nvSpPr>
        <p:spPr>
          <a:xfrm>
            <a:off x="1295399" y="2228671"/>
            <a:ext cx="880654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translating text from one language to another.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Translate, which translates text between languages like English and Spanish.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43369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C3F7D5-A710-ED11-AF54-F07D28AA98A9}"/>
              </a:ext>
            </a:extLst>
          </p:cNvPr>
          <p:cNvSpPr txBox="1"/>
          <p:nvPr/>
        </p:nvSpPr>
        <p:spPr>
          <a:xfrm>
            <a:off x="1899557" y="305192"/>
            <a:ext cx="90188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Tasks: Text Summarization</a:t>
            </a:r>
            <a:endParaRPr lang="en-GB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CBB43C-2A8F-E5AE-C999-D5147D6C7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13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0E146D-0A93-B9B8-72FD-A63722FFAAAD}"/>
              </a:ext>
            </a:extLst>
          </p:cNvPr>
          <p:cNvSpPr txBox="1"/>
          <p:nvPr/>
        </p:nvSpPr>
        <p:spPr>
          <a:xfrm>
            <a:off x="1295399" y="2228671"/>
            <a:ext cx="880654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Generating a concise summary of a longer text while preserving its meaning.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Types: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Extractive Summarization: Extracts key sentences or phrases from the original text.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Abstractive Summarization: Generates new sentences that convey the core idea of the text.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Summarizing a news article into a few key sentences.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09673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C3F7D5-A710-ED11-AF54-F07D28AA98A9}"/>
              </a:ext>
            </a:extLst>
          </p:cNvPr>
          <p:cNvSpPr txBox="1"/>
          <p:nvPr/>
        </p:nvSpPr>
        <p:spPr>
          <a:xfrm>
            <a:off x="1899557" y="305192"/>
            <a:ext cx="90188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Tasks: Language Modeling</a:t>
            </a:r>
            <a:endParaRPr lang="en-GB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CBB43C-2A8F-E5AE-C999-D5147D6C7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14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0E146D-0A93-B9B8-72FD-A63722FFAAAD}"/>
              </a:ext>
            </a:extLst>
          </p:cNvPr>
          <p:cNvSpPr txBox="1"/>
          <p:nvPr/>
        </p:nvSpPr>
        <p:spPr>
          <a:xfrm>
            <a:off x="1295399" y="2228671"/>
            <a:ext cx="880654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Predicting the next word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sequence of words, given the previous words.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autocompletion, such as predictive text on smartphones or autocomplete features in search engines.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77730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C3F7D5-A710-ED11-AF54-F07D28AA98A9}"/>
              </a:ext>
            </a:extLst>
          </p:cNvPr>
          <p:cNvSpPr txBox="1"/>
          <p:nvPr/>
        </p:nvSpPr>
        <p:spPr>
          <a:xfrm>
            <a:off x="1899557" y="305192"/>
            <a:ext cx="90188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Tasks: Speech Recognition</a:t>
            </a:r>
            <a:endParaRPr lang="en-GB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CBB43C-2A8F-E5AE-C999-D5147D6C7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15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0E146D-0A93-B9B8-72FD-A63722FFAAAD}"/>
              </a:ext>
            </a:extLst>
          </p:cNvPr>
          <p:cNvSpPr txBox="1"/>
          <p:nvPr/>
        </p:nvSpPr>
        <p:spPr>
          <a:xfrm>
            <a:off x="1295399" y="2228671"/>
            <a:ext cx="880654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Converting spoken language into text.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Virtual assistants like Siri or Google Assistant transcribing spoken commands into text.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44504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C3F7D5-A710-ED11-AF54-F07D28AA98A9}"/>
              </a:ext>
            </a:extLst>
          </p:cNvPr>
          <p:cNvSpPr txBox="1"/>
          <p:nvPr/>
        </p:nvSpPr>
        <p:spPr>
          <a:xfrm>
            <a:off x="1899557" y="305192"/>
            <a:ext cx="90188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Tasks: Text Generation</a:t>
            </a:r>
            <a:endParaRPr lang="en-GB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CBB43C-2A8F-E5AE-C999-D5147D6C7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16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0E146D-0A93-B9B8-72FD-A63722FFAAAD}"/>
              </a:ext>
            </a:extLst>
          </p:cNvPr>
          <p:cNvSpPr txBox="1"/>
          <p:nvPr/>
        </p:nvSpPr>
        <p:spPr>
          <a:xfrm>
            <a:off x="1295399" y="2228671"/>
            <a:ext cx="880654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Generating human-like text based on a given prompt or context.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GPT (Generative Pre-trained Transformer) models generating paragraphs of text based on an initial sentence or topic.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56940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C3F7D5-A710-ED11-AF54-F07D28AA98A9}"/>
              </a:ext>
            </a:extLst>
          </p:cNvPr>
          <p:cNvSpPr txBox="1"/>
          <p:nvPr/>
        </p:nvSpPr>
        <p:spPr>
          <a:xfrm>
            <a:off x="1899557" y="305192"/>
            <a:ext cx="90188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Tasks: Question Answering (QA)</a:t>
            </a:r>
            <a:endParaRPr lang="en-GB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CBB43C-2A8F-E5AE-C999-D5147D6C7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17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0E146D-0A93-B9B8-72FD-A63722FFAAAD}"/>
              </a:ext>
            </a:extLst>
          </p:cNvPr>
          <p:cNvSpPr txBox="1"/>
          <p:nvPr/>
        </p:nvSpPr>
        <p:spPr>
          <a:xfrm>
            <a:off x="1295399" y="2228671"/>
            <a:ext cx="880654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Answering questions posed in natural language, often based on a given context or knowledge base.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Types: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Open-domain QA: Can answer questions from any domain (e.g., Google search engine).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Closed-domain QA: Answers questions on a specific topic (e.g., a FAQ bot).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00535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C3F7D5-A710-ED11-AF54-F07D28AA98A9}"/>
              </a:ext>
            </a:extLst>
          </p:cNvPr>
          <p:cNvSpPr txBox="1"/>
          <p:nvPr/>
        </p:nvSpPr>
        <p:spPr>
          <a:xfrm>
            <a:off x="1899557" y="305192"/>
            <a:ext cx="90188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Tasks: Coreference Resolution</a:t>
            </a:r>
            <a:endParaRPr lang="en-GB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CBB43C-2A8F-E5AE-C999-D5147D6C7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18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0E146D-0A93-B9B8-72FD-A63722FFAAAD}"/>
              </a:ext>
            </a:extLst>
          </p:cNvPr>
          <p:cNvSpPr txBox="1"/>
          <p:nvPr/>
        </p:nvSpPr>
        <p:spPr>
          <a:xfrm>
            <a:off x="1295399" y="2228671"/>
            <a:ext cx="880654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when different words in a text refer to the same entity.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sentence "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went to the store.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bought some apples," identifying that "She" refers to "Alice."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39424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C3F7D5-A710-ED11-AF54-F07D28AA98A9}"/>
              </a:ext>
            </a:extLst>
          </p:cNvPr>
          <p:cNvSpPr txBox="1"/>
          <p:nvPr/>
        </p:nvSpPr>
        <p:spPr>
          <a:xfrm>
            <a:off x="1899557" y="305192"/>
            <a:ext cx="90188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Tasks: Sentiment Analysis</a:t>
            </a:r>
            <a:endParaRPr lang="en-GB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CBB43C-2A8F-E5AE-C999-D5147D6C7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19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0E146D-0A93-B9B8-72FD-A63722FFAAAD}"/>
              </a:ext>
            </a:extLst>
          </p:cNvPr>
          <p:cNvSpPr txBox="1"/>
          <p:nvPr/>
        </p:nvSpPr>
        <p:spPr>
          <a:xfrm>
            <a:off x="1295399" y="2228671"/>
            <a:ext cx="880654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Analyzing the sentiment expressed in text, whether positive, negative, or neutral.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Determining that the sentence 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"I love this movie!"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expresses positive sentiment, while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"I hated the book"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expresses negative sentiment.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86131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C3F7D5-A710-ED11-AF54-F07D28AA98A9}"/>
              </a:ext>
            </a:extLst>
          </p:cNvPr>
          <p:cNvSpPr txBox="1"/>
          <p:nvPr/>
        </p:nvSpPr>
        <p:spPr>
          <a:xfrm>
            <a:off x="1899557" y="305192"/>
            <a:ext cx="90188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Tasks: Topic Modeling</a:t>
            </a:r>
            <a:endParaRPr lang="en-GB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CBB43C-2A8F-E5AE-C999-D5147D6C7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20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0E146D-0A93-B9B8-72FD-A63722FFAAAD}"/>
              </a:ext>
            </a:extLst>
          </p:cNvPr>
          <p:cNvSpPr txBox="1"/>
          <p:nvPr/>
        </p:nvSpPr>
        <p:spPr>
          <a:xfrm>
            <a:off x="1295399" y="2228671"/>
            <a:ext cx="880654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identifying topics or themes present in a collection of documents.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Grouping news articles into topics like politics, sports, technology, and health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79088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C3F7D5-A710-ED11-AF54-F07D28AA98A9}"/>
              </a:ext>
            </a:extLst>
          </p:cNvPr>
          <p:cNvSpPr txBox="1"/>
          <p:nvPr/>
        </p:nvSpPr>
        <p:spPr>
          <a:xfrm>
            <a:off x="1899557" y="305192"/>
            <a:ext cx="90188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Tasks: Dependency Parsing</a:t>
            </a:r>
            <a:endParaRPr lang="en-GB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CBB43C-2A8F-E5AE-C999-D5147D6C7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21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0E146D-0A93-B9B8-72FD-A63722FFAAAD}"/>
              </a:ext>
            </a:extLst>
          </p:cNvPr>
          <p:cNvSpPr txBox="1"/>
          <p:nvPr/>
        </p:nvSpPr>
        <p:spPr>
          <a:xfrm>
            <a:off x="1295399" y="2228671"/>
            <a:ext cx="880654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Analyzing the grammatical structure of a sentence and identifying dependencies between words.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Parsing the sentence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"The dog chased the ball"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that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"dog"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subject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"ball"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object of the verb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"chased."</a:t>
            </a:r>
            <a:endParaRPr lang="en-GB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01036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C3F7D5-A710-ED11-AF54-F07D28AA98A9}"/>
              </a:ext>
            </a:extLst>
          </p:cNvPr>
          <p:cNvSpPr txBox="1"/>
          <p:nvPr/>
        </p:nvSpPr>
        <p:spPr>
          <a:xfrm>
            <a:off x="1899557" y="305192"/>
            <a:ext cx="90188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Tasks: Word Sense Disambiguation</a:t>
            </a:r>
            <a:endParaRPr lang="en-GB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CBB43C-2A8F-E5AE-C999-D5147D6C7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22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0E146D-0A93-B9B8-72FD-A63722FFAAAD}"/>
              </a:ext>
            </a:extLst>
          </p:cNvPr>
          <p:cNvSpPr txBox="1"/>
          <p:nvPr/>
        </p:nvSpPr>
        <p:spPr>
          <a:xfrm>
            <a:off x="1295399" y="2228671"/>
            <a:ext cx="880654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Determining the correct meaning of a word in a given context when a word has multiple meanings.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sentence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"I went to the bank to fish,"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that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"bank"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refers to the side of a river, not a financial institution.</a:t>
            </a:r>
            <a:endParaRPr lang="en-GB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40626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C3F7D5-A710-ED11-AF54-F07D28AA98A9}"/>
              </a:ext>
            </a:extLst>
          </p:cNvPr>
          <p:cNvSpPr txBox="1"/>
          <p:nvPr/>
        </p:nvSpPr>
        <p:spPr>
          <a:xfrm>
            <a:off x="1899557" y="305192"/>
            <a:ext cx="90188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Tasks: Dialogue Systems / Chatbots</a:t>
            </a:r>
            <a:endParaRPr lang="en-GB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CBB43C-2A8F-E5AE-C999-D5147D6C7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23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0E146D-0A93-B9B8-72FD-A63722FFAAAD}"/>
              </a:ext>
            </a:extLst>
          </p:cNvPr>
          <p:cNvSpPr txBox="1"/>
          <p:nvPr/>
        </p:nvSpPr>
        <p:spPr>
          <a:xfrm>
            <a:off x="1295399" y="2228671"/>
            <a:ext cx="880654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Building systems that can engage in conversations with users, understand input, and generate appropriate responses.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assistants like Alexa or customer service bots that help with queries.</a:t>
            </a:r>
            <a:endParaRPr lang="en-GB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7426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C3F7D5-A710-ED11-AF54-F07D28AA98A9}"/>
              </a:ext>
            </a:extLst>
          </p:cNvPr>
          <p:cNvSpPr txBox="1"/>
          <p:nvPr/>
        </p:nvSpPr>
        <p:spPr>
          <a:xfrm>
            <a:off x="1899557" y="305192"/>
            <a:ext cx="90188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Tasks: Natural Language Inference </a:t>
            </a:r>
            <a:endParaRPr lang="en-GB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CBB43C-2A8F-E5AE-C999-D5147D6C7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24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0E146D-0A93-B9B8-72FD-A63722FFAAAD}"/>
              </a:ext>
            </a:extLst>
          </p:cNvPr>
          <p:cNvSpPr txBox="1"/>
          <p:nvPr/>
        </p:nvSpPr>
        <p:spPr>
          <a:xfrm>
            <a:off x="1295399" y="2228671"/>
            <a:ext cx="880654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Determining whether a given hypothesis can be inferred from a premise, typically producing results like "entailment," "contradiction," or "neutral.“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the premise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"All dogs bark,"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hypothesis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"My dog barks"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entailment, while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"My dog is silent"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contradiction.</a:t>
            </a:r>
            <a:endParaRPr lang="en-GB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97763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C3F7D5-A710-ED11-AF54-F07D28AA98A9}"/>
              </a:ext>
            </a:extLst>
          </p:cNvPr>
          <p:cNvSpPr txBox="1"/>
          <p:nvPr/>
        </p:nvSpPr>
        <p:spPr>
          <a:xfrm>
            <a:off x="1899557" y="305192"/>
            <a:ext cx="90188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Tasks: Paraphrase Detection</a:t>
            </a:r>
            <a:endParaRPr lang="en-GB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CBB43C-2A8F-E5AE-C999-D5147D6C7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25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0E146D-0A93-B9B8-72FD-A63722FFAAAD}"/>
              </a:ext>
            </a:extLst>
          </p:cNvPr>
          <p:cNvSpPr txBox="1"/>
          <p:nvPr/>
        </p:nvSpPr>
        <p:spPr>
          <a:xfrm>
            <a:off x="1295399" y="2228671"/>
            <a:ext cx="880654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whether two sentences have the same meaning or convey similar information.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Checking if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"The book was interesting"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"I found the book fascinating"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paraphrases.</a:t>
            </a:r>
            <a:endParaRPr lang="en-GB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18554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C3F7D5-A710-ED11-AF54-F07D28AA98A9}"/>
              </a:ext>
            </a:extLst>
          </p:cNvPr>
          <p:cNvSpPr txBox="1"/>
          <p:nvPr/>
        </p:nvSpPr>
        <p:spPr>
          <a:xfrm>
            <a:off x="1899557" y="305192"/>
            <a:ext cx="90188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Tasks: Paraphrase Detection</a:t>
            </a:r>
            <a:endParaRPr lang="en-GB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CBB43C-2A8F-E5AE-C999-D5147D6C7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26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0E146D-0A93-B9B8-72FD-A63722FFAAAD}"/>
              </a:ext>
            </a:extLst>
          </p:cNvPr>
          <p:cNvSpPr txBox="1"/>
          <p:nvPr/>
        </p:nvSpPr>
        <p:spPr>
          <a:xfrm>
            <a:off x="1295399" y="2228671"/>
            <a:ext cx="880654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whether two sentences have the same meaning or convey similar information.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Checking if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"The book was interesting"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"I found the book fascinating"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paraphrases.</a:t>
            </a:r>
            <a:endParaRPr lang="en-GB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20700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C3F7D5-A710-ED11-AF54-F07D28AA98A9}"/>
              </a:ext>
            </a:extLst>
          </p:cNvPr>
          <p:cNvSpPr txBox="1"/>
          <p:nvPr/>
        </p:nvSpPr>
        <p:spPr>
          <a:xfrm>
            <a:off x="1899557" y="305192"/>
            <a:ext cx="83928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  <a:endParaRPr lang="en-GB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0E7BF7-9240-E61C-7520-97ED4F1594B0}"/>
              </a:ext>
            </a:extLst>
          </p:cNvPr>
          <p:cNvSpPr txBox="1"/>
          <p:nvPr/>
        </p:nvSpPr>
        <p:spPr>
          <a:xfrm>
            <a:off x="1208314" y="1661689"/>
            <a:ext cx="9949543" cy="3673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200000"/>
              </a:lnSpc>
            </a:pPr>
            <a:r>
              <a:rPr lang="en-GB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Productivity</a:t>
            </a:r>
          </a:p>
          <a:p>
            <a:pPr algn="l">
              <a:lnSpc>
                <a:spcPct val="200000"/>
              </a:lnSpc>
            </a:pPr>
            <a:r>
              <a:rPr lang="en-GB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Ambiguous</a:t>
            </a:r>
          </a:p>
          <a:p>
            <a:pPr algn="l">
              <a:lnSpc>
                <a:spcPct val="200000"/>
              </a:lnSpc>
            </a:pPr>
            <a:r>
              <a:rPr lang="en-GB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Variability</a:t>
            </a:r>
          </a:p>
          <a:p>
            <a:pPr algn="l">
              <a:lnSpc>
                <a:spcPct val="200000"/>
              </a:lnSpc>
            </a:pPr>
            <a:r>
              <a:rPr lang="en-GB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Diversity</a:t>
            </a:r>
          </a:p>
          <a:p>
            <a:pPr algn="l">
              <a:lnSpc>
                <a:spcPct val="200000"/>
              </a:lnSpc>
            </a:pPr>
            <a:r>
              <a:rPr lang="en-GB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Sparsity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D8BDDFD-573D-F2C4-9184-D8FC6C71F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87501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C3F7D5-A710-ED11-AF54-F07D28AA98A9}"/>
              </a:ext>
            </a:extLst>
          </p:cNvPr>
          <p:cNvSpPr txBox="1"/>
          <p:nvPr/>
        </p:nvSpPr>
        <p:spPr>
          <a:xfrm>
            <a:off x="1899557" y="305192"/>
            <a:ext cx="83928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is Language Hard to Model?</a:t>
            </a:r>
            <a:endParaRPr lang="en-GB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0E7BF7-9240-E61C-7520-97ED4F1594B0}"/>
              </a:ext>
            </a:extLst>
          </p:cNvPr>
          <p:cNvSpPr txBox="1"/>
          <p:nvPr/>
        </p:nvSpPr>
        <p:spPr>
          <a:xfrm>
            <a:off x="1208314" y="1661689"/>
            <a:ext cx="9949543" cy="2934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lnSpc>
                <a:spcPct val="200000"/>
              </a:lnSpc>
              <a:buAutoNum type="arabicPeriod"/>
            </a:pPr>
            <a:r>
              <a:rPr lang="en-GB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Productivity</a:t>
            </a:r>
          </a:p>
          <a:p>
            <a:pPr algn="l">
              <a:lnSpc>
                <a:spcPct val="200000"/>
              </a:lnSpc>
            </a:pP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words, senses, structure are introduced in languages all the time</a:t>
            </a:r>
          </a:p>
          <a:p>
            <a:pPr algn="l">
              <a:lnSpc>
                <a:spcPct val="200000"/>
              </a:lnSpc>
            </a:pPr>
            <a:r>
              <a:rPr lang="en-US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 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staycation and social distance were added to the Oxford Dictionary in 2021</a:t>
            </a:r>
            <a:endParaRPr lang="en-GB" sz="24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08A22C-236B-5B2B-7E81-469792867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57937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C3F7D5-A710-ED11-AF54-F07D28AA98A9}"/>
              </a:ext>
            </a:extLst>
          </p:cNvPr>
          <p:cNvSpPr txBox="1"/>
          <p:nvPr/>
        </p:nvSpPr>
        <p:spPr>
          <a:xfrm>
            <a:off x="1899557" y="305192"/>
            <a:ext cx="83928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is Language Hard to Model?</a:t>
            </a:r>
            <a:endParaRPr lang="en-GB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0E7BF7-9240-E61C-7520-97ED4F1594B0}"/>
              </a:ext>
            </a:extLst>
          </p:cNvPr>
          <p:cNvSpPr txBox="1"/>
          <p:nvPr/>
        </p:nvSpPr>
        <p:spPr>
          <a:xfrm>
            <a:off x="1121227" y="1672574"/>
            <a:ext cx="9949543" cy="2934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200000"/>
              </a:lnSpc>
            </a:pPr>
            <a:r>
              <a:rPr lang="en-GB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Ambiguous</a:t>
            </a:r>
          </a:p>
          <a:p>
            <a:pPr algn="l">
              <a:lnSpc>
                <a:spcPct val="200000"/>
              </a:lnSpc>
            </a:pP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linguistic observations (speech, text) are open to several interpretations</a:t>
            </a:r>
          </a:p>
          <a:p>
            <a:pPr algn="l">
              <a:lnSpc>
                <a:spcPct val="200000"/>
              </a:lnSpc>
            </a:pP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(Humans) disambiguate - i.e. find the correct interpretation - using</a:t>
            </a:r>
          </a:p>
          <a:p>
            <a:pPr algn="l">
              <a:lnSpc>
                <a:spcPct val="200000"/>
              </a:lnSpc>
            </a:pP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kind of signals (linguistic and extra linguistic)</a:t>
            </a:r>
            <a:endParaRPr lang="en-GB" sz="24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7F1C589-8117-407D-8E6D-99484DBC1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78536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C3F7D5-A710-ED11-AF54-F07D28AA98A9}"/>
              </a:ext>
            </a:extLst>
          </p:cNvPr>
          <p:cNvSpPr txBox="1"/>
          <p:nvPr/>
        </p:nvSpPr>
        <p:spPr>
          <a:xfrm>
            <a:off x="1899557" y="305192"/>
            <a:ext cx="83928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is Language Hard to Model?</a:t>
            </a:r>
            <a:endParaRPr lang="en-GB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0E7BF7-9240-E61C-7520-97ED4F1594B0}"/>
              </a:ext>
            </a:extLst>
          </p:cNvPr>
          <p:cNvSpPr txBox="1"/>
          <p:nvPr/>
        </p:nvSpPr>
        <p:spPr>
          <a:xfrm>
            <a:off x="1121227" y="1672574"/>
            <a:ext cx="9949543" cy="3673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200000"/>
              </a:lnSpc>
            </a:pP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GB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Variation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Phonetic (accent)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Morphological, Lexical (spelling)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Syntactic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</a:t>
            </a:r>
            <a:endParaRPr lang="en-GB" sz="24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A2AB74-CFB4-9D47-1E3E-6D5C6989E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20005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C3F7D5-A710-ED11-AF54-F07D28AA98A9}"/>
              </a:ext>
            </a:extLst>
          </p:cNvPr>
          <p:cNvSpPr txBox="1"/>
          <p:nvPr/>
        </p:nvSpPr>
        <p:spPr>
          <a:xfrm>
            <a:off x="1899557" y="305192"/>
            <a:ext cx="83928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is Language Hard to Model?</a:t>
            </a:r>
            <a:endParaRPr lang="en-GB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0E7BF7-9240-E61C-7520-97ED4F1594B0}"/>
              </a:ext>
            </a:extLst>
          </p:cNvPr>
          <p:cNvSpPr txBox="1"/>
          <p:nvPr/>
        </p:nvSpPr>
        <p:spPr>
          <a:xfrm>
            <a:off x="1121227" y="1672574"/>
            <a:ext cx="5214259" cy="3673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200000"/>
              </a:lnSpc>
            </a:pP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GB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Variation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Phonetic (accent)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Morphological, Lexical (spelling)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Syntactic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</a:t>
            </a:r>
            <a:endParaRPr lang="en-GB" sz="24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3D7D82-E2AB-476D-F5B6-5A7090EACE5E}"/>
              </a:ext>
            </a:extLst>
          </p:cNvPr>
          <p:cNvSpPr txBox="1"/>
          <p:nvPr/>
        </p:nvSpPr>
        <p:spPr>
          <a:xfrm>
            <a:off x="6498770" y="1512305"/>
            <a:ext cx="5214259" cy="3903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4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Essentially, the Variability of a language depends on:</a:t>
            </a:r>
          </a:p>
          <a:p>
            <a:pPr algn="l">
              <a:lnSpc>
                <a:spcPct val="150000"/>
              </a:lnSpc>
            </a:pPr>
            <a:r>
              <a:rPr lang="en-US" sz="24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Social Context</a:t>
            </a:r>
          </a:p>
          <a:p>
            <a:pPr algn="l">
              <a:lnSpc>
                <a:spcPct val="150000"/>
              </a:lnSpc>
            </a:pPr>
            <a:r>
              <a:rPr lang="en-US" sz="24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Geography</a:t>
            </a:r>
          </a:p>
          <a:p>
            <a:pPr algn="l">
              <a:lnSpc>
                <a:spcPct val="150000"/>
              </a:lnSpc>
            </a:pPr>
            <a:r>
              <a:rPr lang="en-US" sz="24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Sociology</a:t>
            </a:r>
          </a:p>
          <a:p>
            <a:pPr algn="l">
              <a:lnSpc>
                <a:spcPct val="150000"/>
              </a:lnSpc>
            </a:pPr>
            <a:r>
              <a:rPr lang="en-US" sz="24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Date</a:t>
            </a:r>
          </a:p>
          <a:p>
            <a:pPr algn="l">
              <a:lnSpc>
                <a:spcPct val="150000"/>
              </a:lnSpc>
            </a:pPr>
            <a:r>
              <a:rPr lang="en-US" sz="24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Topic</a:t>
            </a:r>
            <a:endParaRPr lang="en-GB" sz="240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6B596-132B-1C73-6629-5CB4A7613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49374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C3F7D5-A710-ED11-AF54-F07D28AA98A9}"/>
              </a:ext>
            </a:extLst>
          </p:cNvPr>
          <p:cNvSpPr txBox="1"/>
          <p:nvPr/>
        </p:nvSpPr>
        <p:spPr>
          <a:xfrm>
            <a:off x="1899557" y="305192"/>
            <a:ext cx="83928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is Language Hard to Model?</a:t>
            </a:r>
            <a:endParaRPr lang="en-GB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0E7BF7-9240-E61C-7520-97ED4F1594B0}"/>
              </a:ext>
            </a:extLst>
          </p:cNvPr>
          <p:cNvSpPr txBox="1"/>
          <p:nvPr/>
        </p:nvSpPr>
        <p:spPr>
          <a:xfrm>
            <a:off x="1121227" y="1672574"/>
            <a:ext cx="9949543" cy="2195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200000"/>
              </a:lnSpc>
            </a:pPr>
            <a:r>
              <a:rPr lang="en-GB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Diversity</a:t>
            </a:r>
          </a:p>
          <a:p>
            <a:pPr algn="l">
              <a:lnSpc>
                <a:spcPct val="200000"/>
              </a:lnSpc>
            </a:pPr>
            <a:r>
              <a:rPr lang="en-US" sz="24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7000 languages spoken in the world</a:t>
            </a:r>
          </a:p>
          <a:p>
            <a:pPr algn="l">
              <a:lnSpc>
                <a:spcPct val="200000"/>
              </a:lnSpc>
            </a:pPr>
            <a:r>
              <a:rPr lang="en-US" sz="24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60% are found in the written form</a:t>
            </a:r>
            <a:endParaRPr lang="en-GB" sz="240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B913E3-9A5A-B4C4-71AE-F17CB8029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82557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C3F7D5-A710-ED11-AF54-F07D28AA98A9}"/>
              </a:ext>
            </a:extLst>
          </p:cNvPr>
          <p:cNvSpPr txBox="1"/>
          <p:nvPr/>
        </p:nvSpPr>
        <p:spPr>
          <a:xfrm>
            <a:off x="1899557" y="305192"/>
            <a:ext cx="83928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is Language Hard to Model?</a:t>
            </a:r>
            <a:endParaRPr lang="en-GB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0E7BF7-9240-E61C-7520-97ED4F1594B0}"/>
              </a:ext>
            </a:extLst>
          </p:cNvPr>
          <p:cNvSpPr txBox="1"/>
          <p:nvPr/>
        </p:nvSpPr>
        <p:spPr>
          <a:xfrm>
            <a:off x="1121227" y="1672574"/>
            <a:ext cx="9949543" cy="2195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200000"/>
              </a:lnSpc>
            </a:pP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GB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Sparsity</a:t>
            </a:r>
          </a:p>
          <a:p>
            <a:pPr algn="l">
              <a:lnSpc>
                <a:spcPct val="200000"/>
              </a:lnSpc>
            </a:pPr>
            <a:r>
              <a:rPr lang="en-US" sz="24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large number of units are observed in language with very low frequency Very challenging for NLP</a:t>
            </a:r>
            <a:endParaRPr lang="en-GB" sz="240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3D271A7-6315-D1E9-881C-C5A1931E3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09708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C3F7D5-A710-ED11-AF54-F07D28AA98A9}"/>
              </a:ext>
            </a:extLst>
          </p:cNvPr>
          <p:cNvSpPr txBox="1"/>
          <p:nvPr/>
        </p:nvSpPr>
        <p:spPr>
          <a:xfrm>
            <a:off x="1899557" y="305192"/>
            <a:ext cx="83928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is Language Hard to Model?</a:t>
            </a:r>
            <a:endParaRPr lang="en-GB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963A16-FC2B-59EA-8BE8-35E6AC894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476" y="1013078"/>
            <a:ext cx="7183021" cy="47585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7973C5-D44E-7838-0800-E76E59F84631}"/>
              </a:ext>
            </a:extLst>
          </p:cNvPr>
          <p:cNvSpPr txBox="1"/>
          <p:nvPr/>
        </p:nvSpPr>
        <p:spPr>
          <a:xfrm>
            <a:off x="4535283" y="6110196"/>
            <a:ext cx="3121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 distribution in a corpus</a:t>
            </a: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CBB43C-2A8F-E5AE-C999-D5147D6C7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34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9D82B3-70FF-EDB9-59F0-598653E2A324}"/>
              </a:ext>
            </a:extLst>
          </p:cNvPr>
          <p:cNvSpPr txBox="1"/>
          <p:nvPr/>
        </p:nvSpPr>
        <p:spPr>
          <a:xfrm>
            <a:off x="9263743" y="2593241"/>
            <a:ext cx="2427515" cy="120032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large enough corpus, word distributions follows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Zipf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Law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14327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C3F7D5-A710-ED11-AF54-F07D28AA98A9}"/>
              </a:ext>
            </a:extLst>
          </p:cNvPr>
          <p:cNvSpPr txBox="1"/>
          <p:nvPr/>
        </p:nvSpPr>
        <p:spPr>
          <a:xfrm>
            <a:off x="1899557" y="305192"/>
            <a:ext cx="90188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Terminologies</a:t>
            </a:r>
            <a:endParaRPr lang="en-GB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CBB43C-2A8F-E5AE-C999-D5147D6C7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35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CF99D7-8D4A-8DF5-006E-F38030BCE38A}"/>
              </a:ext>
            </a:extLst>
          </p:cNvPr>
          <p:cNvSpPr txBox="1"/>
          <p:nvPr/>
        </p:nvSpPr>
        <p:spPr>
          <a:xfrm>
            <a:off x="1458686" y="1622677"/>
            <a:ext cx="9895114" cy="22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sequence of characters (sometimes a word, sometimes several words, sometimes a sub-word…)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be: A Sentence. A Paragraph. A sequence of characters</a:t>
            </a:r>
          </a:p>
          <a:p>
            <a:pPr>
              <a:lnSpc>
                <a:spcPct val="150000"/>
              </a:lnSpc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44755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C3F7D5-A710-ED11-AF54-F07D28AA98A9}"/>
              </a:ext>
            </a:extLst>
          </p:cNvPr>
          <p:cNvSpPr txBox="1"/>
          <p:nvPr/>
        </p:nvSpPr>
        <p:spPr>
          <a:xfrm>
            <a:off x="1899557" y="305192"/>
            <a:ext cx="90188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Terminologies</a:t>
            </a:r>
            <a:endParaRPr lang="en-GB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CBB43C-2A8F-E5AE-C999-D5147D6C7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36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8CF99D7-8D4A-8DF5-006E-F38030BCE38A}"/>
                  </a:ext>
                </a:extLst>
              </p:cNvPr>
              <p:cNvSpPr txBox="1"/>
              <p:nvPr/>
            </p:nvSpPr>
            <p:spPr>
              <a:xfrm>
                <a:off x="1458686" y="1622677"/>
                <a:ext cx="9895114" cy="50119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token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basic unit of discrete data, defined to be an item from a vocabulary indexed by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1, …,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𝑉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document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 sequence of N words denoted by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(</m:t>
                    </m:r>
                    <m:sSub>
                      <m:sSubPr>
                        <m:ctrlPr>
                          <a:rPr lang="en-US" sz="24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GB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GB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…,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GB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GB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N-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word in the sequence.</a:t>
                </a:r>
              </a:p>
              <a:p>
                <a:pPr>
                  <a:lnSpc>
                    <a:spcPct val="150000"/>
                  </a:lnSpc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corpus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(plural: 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corpora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is a collection of M documents denoted by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(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GB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GB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GB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𝑀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 Wikipedia, All the articles of the NYT in 2021…</a:t>
                </a:r>
                <a:endParaRPr lang="en-GB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8CF99D7-8D4A-8DF5-006E-F38030BCE3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8686" y="1622677"/>
                <a:ext cx="9895114" cy="5011949"/>
              </a:xfrm>
              <a:prstGeom prst="rect">
                <a:avLst/>
              </a:prstGeom>
              <a:blipFill>
                <a:blip r:embed="rId2"/>
                <a:stretch>
                  <a:fillRect l="-924" b="-194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75938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C3F7D5-A710-ED11-AF54-F07D28AA98A9}"/>
              </a:ext>
            </a:extLst>
          </p:cNvPr>
          <p:cNvSpPr txBox="1"/>
          <p:nvPr/>
        </p:nvSpPr>
        <p:spPr>
          <a:xfrm>
            <a:off x="1899557" y="305192"/>
            <a:ext cx="90188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GB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CBB43C-2A8F-E5AE-C999-D5147D6C7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654D-6898-4783-8329-E1EB680B937A}" type="slidenum">
              <a:rPr lang="en-GB" smtClean="0"/>
              <a:t>37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CF99D7-8D4A-8DF5-006E-F38030BCE38A}"/>
              </a:ext>
            </a:extLst>
          </p:cNvPr>
          <p:cNvSpPr txBox="1"/>
          <p:nvPr/>
        </p:nvSpPr>
        <p:spPr>
          <a:xfrm>
            <a:off x="1458686" y="1622677"/>
            <a:ext cx="989511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Daniel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Jurafsky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James H. Martin. 2024. Speech and Language Processing: An Introduction to Natural Language Processing, Computational Linguistics, and Speech Recognition with Language Models, 3rd edition.</a:t>
            </a:r>
          </a:p>
          <a:p>
            <a:pPr marL="457200" indent="-457200" algn="just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"Natural Language Processing with Python" by Steven Bird, Ewan Klein, and Edward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Loper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"Deep Learning for Natural Language Processing" by Jason Brownlee</a:t>
            </a:r>
          </a:p>
          <a:p>
            <a:pPr marL="457200" indent="-457200" algn="just"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AutoNum type="arabicPeriod"/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6080772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Tw Cen MT-Rockwell">
      <a:maj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ACC63D00-1EE0-4159-BF5A-6FF02000B71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331</TotalTime>
  <Words>1445</Words>
  <Application>Microsoft Office PowerPoint</Application>
  <PresentationFormat>Widescreen</PresentationFormat>
  <Paragraphs>205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6" baseType="lpstr">
      <vt:lpstr>Arial</vt:lpstr>
      <vt:lpstr>Calibri</vt:lpstr>
      <vt:lpstr>Cambria Math</vt:lpstr>
      <vt:lpstr>Corbel</vt:lpstr>
      <vt:lpstr>Rockwell</vt:lpstr>
      <vt:lpstr>Times New Roman</vt:lpstr>
      <vt:lpstr>Tw Cen MT</vt:lpstr>
      <vt:lpstr>Wingdings</vt:lpstr>
      <vt:lpstr>Basis</vt:lpstr>
      <vt:lpstr>Introduction to NLP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Ashraf Uddin</dc:creator>
  <cp:lastModifiedBy>Abdus Salam</cp:lastModifiedBy>
  <cp:revision>112</cp:revision>
  <dcterms:created xsi:type="dcterms:W3CDTF">2023-09-18T11:08:30Z</dcterms:created>
  <dcterms:modified xsi:type="dcterms:W3CDTF">2025-03-09T17:28:57Z</dcterms:modified>
</cp:coreProperties>
</file>