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6" r:id="rId5"/>
    <p:sldId id="269" r:id="rId6"/>
    <p:sldId id="270" r:id="rId7"/>
    <p:sldId id="275" r:id="rId8"/>
    <p:sldId id="302" r:id="rId9"/>
    <p:sldId id="303" r:id="rId10"/>
    <p:sldId id="258" r:id="rId11"/>
    <p:sldId id="276" r:id="rId12"/>
    <p:sldId id="283" r:id="rId13"/>
    <p:sldId id="301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s Salam" userId="0e2b1981-3d04-4857-a4cb-b2b53ead0854" providerId="ADAL" clId="{B91E73A7-1D83-4932-94FB-FF984404C3E1}"/>
    <pc:docChg chg="custSel addSld modSld">
      <pc:chgData name="Abdus Salam" userId="0e2b1981-3d04-4857-a4cb-b2b53ead0854" providerId="ADAL" clId="{B91E73A7-1D83-4932-94FB-FF984404C3E1}" dt="2025-04-10T06:53:29.429" v="37"/>
      <pc:docMkLst>
        <pc:docMk/>
      </pc:docMkLst>
      <pc:sldChg chg="modSp mod">
        <pc:chgData name="Abdus Salam" userId="0e2b1981-3d04-4857-a4cb-b2b53ead0854" providerId="ADAL" clId="{B91E73A7-1D83-4932-94FB-FF984404C3E1}" dt="2025-04-10T06:52:56.018" v="25" actId="404"/>
        <pc:sldMkLst>
          <pc:docMk/>
          <pc:sldMk cId="2624910206" sldId="256"/>
        </pc:sldMkLst>
        <pc:spChg chg="mod">
          <ac:chgData name="Abdus Salam" userId="0e2b1981-3d04-4857-a4cb-b2b53ead0854" providerId="ADAL" clId="{B91E73A7-1D83-4932-94FB-FF984404C3E1}" dt="2025-04-10T06:52:56.018" v="25" actId="404"/>
          <ac:spMkLst>
            <pc:docMk/>
            <pc:sldMk cId="2624910206" sldId="256"/>
            <ac:spMk id="2" creationId="{CD69E99D-3C00-38BB-11EF-50A0D17DE85D}"/>
          </ac:spMkLst>
        </pc:spChg>
      </pc:sldChg>
      <pc:sldChg chg="modSp new mod">
        <pc:chgData name="Abdus Salam" userId="0e2b1981-3d04-4857-a4cb-b2b53ead0854" providerId="ADAL" clId="{B91E73A7-1D83-4932-94FB-FF984404C3E1}" dt="2025-04-10T06:53:29.429" v="37"/>
        <pc:sldMkLst>
          <pc:docMk/>
          <pc:sldMk cId="1426511440" sldId="304"/>
        </pc:sldMkLst>
        <pc:spChg chg="mod">
          <ac:chgData name="Abdus Salam" userId="0e2b1981-3d04-4857-a4cb-b2b53ead0854" providerId="ADAL" clId="{B91E73A7-1D83-4932-94FB-FF984404C3E1}" dt="2025-04-10T06:53:17.719" v="36" actId="20577"/>
          <ac:spMkLst>
            <pc:docMk/>
            <pc:sldMk cId="1426511440" sldId="304"/>
            <ac:spMk id="2" creationId="{12134C44-9816-4C0D-49B0-F3BB086877AD}"/>
          </ac:spMkLst>
        </pc:spChg>
        <pc:spChg chg="mod">
          <ac:chgData name="Abdus Salam" userId="0e2b1981-3d04-4857-a4cb-b2b53ead0854" providerId="ADAL" clId="{B91E73A7-1D83-4932-94FB-FF984404C3E1}" dt="2025-04-10T06:53:29.429" v="37"/>
          <ac:spMkLst>
            <pc:docMk/>
            <pc:sldMk cId="1426511440" sldId="304"/>
            <ac:spMk id="3" creationId="{B3BA2278-7613-F7CB-A435-93DB09E1C0C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3T08:35:43.3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20969 15859 86 0</inkml:trace>
  <inkml:trace contextRef="#ctx0" brushRef="#br0" timeOffset="236.38">20992 15800 305 0,'27'-13'65'15,"-24"10"-124"-15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3T08:35:43.3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20969 15859 86 0</inkml:trace>
  <inkml:trace contextRef="#ctx0" brushRef="#br0" timeOffset="236.38">20992 15800 305 0,'27'-13'65'15,"-24"10"-124"-15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73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83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67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3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6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7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6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2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0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1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1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05489D94-0086-4A17-84F3-7EE46CD17E6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360B4F7-142B-47A7-8231-5ACB1948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8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E99D-3C00-38BB-11EF-50A0D17DE8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Pandas &amp; matplotlib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972B1-619E-D942-EEBF-37B8136AFD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0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FFE5-3666-D670-3228-1DC7DFD4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9A053-E4B5-16BF-1FE4-79FB41B1A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Pandas is a Python library used for working with data sets.</a:t>
            </a:r>
          </a:p>
          <a:p>
            <a:pPr algn="just"/>
            <a:r>
              <a:rPr lang="en-US" dirty="0"/>
              <a:t>It has supports for analyzing, cleaning, exploring, and manipulating data.</a:t>
            </a:r>
          </a:p>
          <a:p>
            <a:pPr algn="just"/>
            <a:r>
              <a:rPr lang="en-US" dirty="0"/>
              <a:t>The name "Pandas" has a reference to both "Panel Data", and "Python Data Analysis“.</a:t>
            </a:r>
          </a:p>
          <a:p>
            <a:pPr algn="just"/>
            <a:r>
              <a:rPr lang="en-US" dirty="0"/>
              <a:t>Pandas allows us to analyze big data and make conclusions based on statistical theories.</a:t>
            </a:r>
          </a:p>
          <a:p>
            <a:pPr algn="just"/>
            <a:r>
              <a:rPr lang="en-US" dirty="0"/>
              <a:t>Pandas can clean messy data sets, and make them readable and relevant.</a:t>
            </a:r>
            <a:endParaRPr lang="en-A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5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9297-E472-53CC-32DD-18628282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Using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EC28F-A203-0CFF-A1E7-06909CC4A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4994F-8BC4-659C-8E3F-02DDB79F6A12}"/>
              </a:ext>
            </a:extLst>
          </p:cNvPr>
          <p:cNvSpPr/>
          <p:nvPr/>
        </p:nvSpPr>
        <p:spPr>
          <a:xfrm>
            <a:off x="2509520" y="2133600"/>
            <a:ext cx="6258560" cy="647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C:\Users\Your Name&gt;pip install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pandas</a:t>
            </a:r>
            <a:endParaRPr lang="en-AU" sz="20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ED0B15-2977-219B-46E9-1FA8BA8482A8}"/>
              </a:ext>
            </a:extLst>
          </p:cNvPr>
          <p:cNvSpPr/>
          <p:nvPr/>
        </p:nvSpPr>
        <p:spPr>
          <a:xfrm>
            <a:off x="2509520" y="3194050"/>
            <a:ext cx="6258560" cy="24891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version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pandas</a:t>
            </a:r>
          </a:p>
          <a:p>
            <a:r>
              <a:rPr lang="en-AU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AU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.__version__)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alternative of above code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A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en-AU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AU" sz="220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r>
              <a:rPr lang="en-AU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.__version</a:t>
            </a:r>
            <a:r>
              <a:rPr lang="en-AU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F9D6D-358A-AD6B-2C75-52DA3B20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8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E5B3-975E-B7D5-9358-66C41E20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Pandas </a:t>
            </a:r>
            <a:r>
              <a:rPr lang="en-AU" dirty="0" err="1"/>
              <a:t>DataFrames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78CE6-1747-4497-1352-1C1F70560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Data sets in Pandas are usually multi-dimensional tables, called </a:t>
            </a:r>
            <a:r>
              <a:rPr lang="en-US" b="1" dirty="0" err="1"/>
              <a:t>DataFrames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Series is like a column, a </a:t>
            </a:r>
            <a:r>
              <a:rPr lang="en-US" dirty="0" err="1"/>
              <a:t>DataFrame</a:t>
            </a:r>
            <a:r>
              <a:rPr lang="en-US" dirty="0"/>
              <a:t> is the whole table.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Pandas </a:t>
            </a:r>
            <a:r>
              <a:rPr lang="en-US" b="1" dirty="0" err="1"/>
              <a:t>DataFrame</a:t>
            </a:r>
            <a:r>
              <a:rPr lang="en-US" dirty="0"/>
              <a:t> is a 2-dimensional data structure, like a 2-dimensional array, or a table with rows and columns.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5C6F0-F122-AABC-A1C0-2472B328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8438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E5B3-975E-B7D5-9358-66C41E20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DataFrames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78CE6-1747-4497-1352-1C1F70560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5C6F0-F122-AABC-A1C0-2472B328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5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87318-A03C-2DA5-FE75-E4E6BF11EE5A}"/>
              </a:ext>
            </a:extLst>
          </p:cNvPr>
          <p:cNvSpPr/>
          <p:nvPr/>
        </p:nvSpPr>
        <p:spPr>
          <a:xfrm>
            <a:off x="1142999" y="2057400"/>
            <a:ext cx="9872871" cy="4038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import pandas as pd</a:t>
            </a:r>
          </a:p>
          <a:p>
            <a:endParaRPr lang="en-AU" sz="22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data = {</a:t>
            </a:r>
          </a:p>
          <a:p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"calories": [420, 380, 390],</a:t>
            </a:r>
          </a:p>
          <a:p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"duration": [50, 40, 45]</a:t>
            </a:r>
          </a:p>
          <a:p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endParaRPr lang="en-AU" sz="22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# create a </a:t>
            </a:r>
            <a:r>
              <a:rPr lang="en-AU" sz="22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DataFrame</a:t>
            </a:r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object from dictionary</a:t>
            </a:r>
          </a:p>
          <a:p>
            <a:r>
              <a:rPr lang="en-AU" sz="22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AU" sz="22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pd.</a:t>
            </a:r>
            <a:r>
              <a:rPr lang="en-AU" sz="2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DataFrame</a:t>
            </a:r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(data)</a:t>
            </a:r>
          </a:p>
          <a:p>
            <a:endParaRPr lang="en-AU" sz="22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print(</a:t>
            </a:r>
            <a:r>
              <a:rPr lang="en-AU" sz="22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B7CF0-B5BF-C342-A1A9-093DD03FAAC2}"/>
              </a:ext>
            </a:extLst>
          </p:cNvPr>
          <p:cNvSpPr/>
          <p:nvPr/>
        </p:nvSpPr>
        <p:spPr>
          <a:xfrm>
            <a:off x="7062691" y="385260"/>
            <a:ext cx="4533678" cy="2128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Dictionary Keys will be column title and Dictionary Values will be inserted as the column values.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Rows of the </a:t>
            </a:r>
            <a:r>
              <a:rPr lang="en-US" sz="2000" dirty="0" err="1"/>
              <a:t>DataFram</a:t>
            </a:r>
            <a:r>
              <a:rPr lang="en-US" sz="2000" dirty="0"/>
              <a:t> can be accessed using index starting from 0.</a:t>
            </a:r>
            <a:endParaRPr lang="en-AU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D42D6-35C4-040E-B04B-570D9FE04227}"/>
              </a:ext>
            </a:extLst>
          </p:cNvPr>
          <p:cNvSpPr/>
          <p:nvPr/>
        </p:nvSpPr>
        <p:spPr>
          <a:xfrm>
            <a:off x="7247835" y="2618990"/>
            <a:ext cx="4368800" cy="1793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  <a:r>
              <a:rPr lang="en-A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  calories  duration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0       420        50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1       380        40</a:t>
            </a:r>
          </a:p>
          <a:p>
            <a:pPr marL="457200" indent="-457200">
              <a:buAutoNum type="arabicPlain" startAt="2"/>
            </a:pPr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    390        45</a:t>
            </a:r>
          </a:p>
        </p:txBody>
      </p:sp>
    </p:spTree>
    <p:extLst>
      <p:ext uri="{BB962C8B-B14F-4D97-AF65-F5344CB8AC3E}">
        <p14:creationId xmlns:p14="http://schemas.microsoft.com/office/powerpoint/2010/main" val="143467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ABCFF13-A0EA-83C8-8F66-F9227C65F8FD}"/>
              </a:ext>
            </a:extLst>
          </p:cNvPr>
          <p:cNvSpPr/>
          <p:nvPr/>
        </p:nvSpPr>
        <p:spPr>
          <a:xfrm>
            <a:off x="1142999" y="1599040"/>
            <a:ext cx="9872871" cy="47114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import pandas as pd</a:t>
            </a:r>
          </a:p>
          <a:p>
            <a:endParaRPr lang="en-AU" sz="20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data = {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"calories": [420, 380, 390],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"duration": [50, 40, 45]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endParaRPr lang="en-AU" sz="20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#load data into a 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DataFrame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object:</a:t>
            </a:r>
          </a:p>
          <a:p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pd.</a:t>
            </a:r>
            <a:r>
              <a:rPr lang="en-AU" sz="2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DataFrame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(data)</a:t>
            </a:r>
          </a:p>
          <a:p>
            <a:endParaRPr lang="en-AU" sz="20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print(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#use a row index: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print(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df.</a:t>
            </a:r>
            <a:r>
              <a:rPr lang="en-AU" sz="2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loc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[0])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#use a list of indexes: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print(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df.</a:t>
            </a:r>
            <a:r>
              <a:rPr lang="en-AU" sz="2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loc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[[0, 2]])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9E5B3-975E-B7D5-9358-66C41E20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DataFrames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5C6F0-F122-AABC-A1C0-2472B328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6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99097-786F-D3EC-D2A1-8BCC442E7AFF}"/>
              </a:ext>
            </a:extLst>
          </p:cNvPr>
          <p:cNvSpPr/>
          <p:nvPr/>
        </p:nvSpPr>
        <p:spPr>
          <a:xfrm>
            <a:off x="6695440" y="4596254"/>
            <a:ext cx="4900929" cy="13563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dirty="0"/>
              <a:t>A </a:t>
            </a:r>
            <a:r>
              <a:rPr lang="en-US" sz="2000" dirty="0" err="1"/>
              <a:t>DataFrame</a:t>
            </a:r>
            <a:r>
              <a:rPr lang="en-US" sz="2000" dirty="0"/>
              <a:t> is like a table with rows and columns. Pandas use the </a:t>
            </a:r>
            <a:r>
              <a:rPr lang="en-US" sz="2000" i="1" dirty="0"/>
              <a:t>loc</a:t>
            </a:r>
            <a:r>
              <a:rPr lang="en-US" sz="2000" dirty="0"/>
              <a:t> attribute to return one or more specified row(s). It returns a Pandas Series.</a:t>
            </a:r>
            <a:endParaRPr lang="en-AU" sz="2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0DFC1D-2D53-84BB-BB14-173C860F4BE1}"/>
              </a:ext>
            </a:extLst>
          </p:cNvPr>
          <p:cNvCxnSpPr>
            <a:cxnSpLocks/>
          </p:cNvCxnSpPr>
          <p:nvPr/>
        </p:nvCxnSpPr>
        <p:spPr>
          <a:xfrm flipH="1">
            <a:off x="3637280" y="5476240"/>
            <a:ext cx="30581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8B2A01-38CB-EA33-605F-9291B1826D96}"/>
              </a:ext>
            </a:extLst>
          </p:cNvPr>
          <p:cNvCxnSpPr>
            <a:cxnSpLocks/>
          </p:cNvCxnSpPr>
          <p:nvPr/>
        </p:nvCxnSpPr>
        <p:spPr>
          <a:xfrm flipH="1">
            <a:off x="4419600" y="5476240"/>
            <a:ext cx="2275840" cy="6197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F828B47-23D3-6F79-F864-26FAD05547CC}"/>
              </a:ext>
            </a:extLst>
          </p:cNvPr>
          <p:cNvSpPr/>
          <p:nvPr/>
        </p:nvSpPr>
        <p:spPr>
          <a:xfrm>
            <a:off x="7247835" y="780329"/>
            <a:ext cx="4368800" cy="36192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  <a:r>
              <a:rPr lang="en-A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  calories  duration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0       420        50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1       380        40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2       390        45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calories    420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duration     50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Name: 0, </a:t>
            </a:r>
            <a:r>
              <a:rPr lang="fr-FR" sz="2000" b="0" i="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dtype</a:t>
            </a:r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: int64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  calories  duration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0       420        50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2       390        45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9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3B80-8506-8A20-A6A0-180BF7EC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Read 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55690-4006-DE52-DF22-DF6F48763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236A2-5457-97BD-94D0-182B7E0F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7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A23F8-AB0D-61F0-6F3B-F9A186942703}"/>
              </a:ext>
            </a:extLst>
          </p:cNvPr>
          <p:cNvSpPr/>
          <p:nvPr/>
        </p:nvSpPr>
        <p:spPr>
          <a:xfrm>
            <a:off x="2852419" y="2197100"/>
            <a:ext cx="6487161" cy="2463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import pandas as pd</a:t>
            </a:r>
          </a:p>
          <a:p>
            <a:endParaRPr lang="en-US" sz="22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22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2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pd.</a:t>
            </a:r>
            <a:r>
              <a:rPr lang="en-US" sz="2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read_csv</a:t>
            </a:r>
            <a:r>
              <a:rPr lang="en-US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('data.csv’)</a:t>
            </a:r>
          </a:p>
          <a:p>
            <a:endParaRPr lang="en-US" sz="22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print(</a:t>
            </a:r>
            <a:r>
              <a:rPr 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df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  <a:endParaRPr lang="en-US" sz="22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print(</a:t>
            </a:r>
            <a:r>
              <a:rPr lang="en-US" sz="22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df.</a:t>
            </a:r>
            <a:r>
              <a:rPr lang="en-US" sz="2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to_string</a:t>
            </a:r>
            <a:r>
              <a:rPr lang="en-US" sz="22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()) </a:t>
            </a:r>
            <a:endParaRPr lang="en-AU" sz="22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541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C4B8-F8BD-6DE3-66B1-18834BAF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5C3A0-BE60-0DF2-D842-99A6AC6DA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dropna</a:t>
            </a:r>
            <a:r>
              <a:rPr lang="en-US" dirty="0"/>
              <a:t>()</a:t>
            </a:r>
          </a:p>
          <a:p>
            <a:r>
              <a:rPr lang="en-US" dirty="0"/>
              <a:t>info()</a:t>
            </a:r>
          </a:p>
          <a:p>
            <a:r>
              <a:rPr lang="en-US" dirty="0" err="1"/>
              <a:t>isnull</a:t>
            </a:r>
            <a:r>
              <a:rPr lang="en-US" dirty="0"/>
              <a:t>()</a:t>
            </a:r>
          </a:p>
          <a:p>
            <a:r>
              <a:rPr lang="en-US" dirty="0"/>
              <a:t>apply()</a:t>
            </a:r>
          </a:p>
          <a:p>
            <a:r>
              <a:rPr lang="en-US" dirty="0"/>
              <a:t>head()</a:t>
            </a:r>
          </a:p>
          <a:p>
            <a:r>
              <a:rPr lang="en-US" dirty="0"/>
              <a:t>tail()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87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3D21-3769-F975-8D6C-E37CCC88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F7ED1B0-24C6-6E12-9FD1-3B53828CA282}"/>
              </a:ext>
            </a:extLst>
          </p:cNvPr>
          <p:cNvSpPr/>
          <p:nvPr/>
        </p:nvSpPr>
        <p:spPr>
          <a:xfrm>
            <a:off x="1142999" y="1599040"/>
            <a:ext cx="9872871" cy="47114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import pandas as pd</a:t>
            </a:r>
          </a:p>
          <a:p>
            <a:endParaRPr lang="en-AU" sz="20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data = {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"calories": [420, 380, 390],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"duration": [50, 40, 45]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endParaRPr lang="en-AU" sz="20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pd.DataFrame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(data)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print(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AU" sz="20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def 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make_double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(x):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return x * 2</a:t>
            </a:r>
          </a:p>
          <a:p>
            <a:endParaRPr lang="en-AU" sz="2000" b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['calories'] = 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['calories'].</a:t>
            </a:r>
            <a:r>
              <a:rPr lang="en-AU" sz="2000" b="1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make_double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print(</a:t>
            </a:r>
            <a:r>
              <a:rPr lang="en-AU" sz="2000" b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AU" sz="2000" b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B65D3-1BF9-D612-2CF6-2855EF33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DataFrames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FA093-787B-01A5-99EC-2FFE3FB8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9</a:t>
            </a:fld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E9CCD0-1C13-8C77-0900-BE8D33EB20F8}"/>
              </a:ext>
            </a:extLst>
          </p:cNvPr>
          <p:cNvSpPr/>
          <p:nvPr/>
        </p:nvSpPr>
        <p:spPr>
          <a:xfrm>
            <a:off x="7247835" y="780330"/>
            <a:ext cx="4368800" cy="28969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  <a:r>
              <a:rPr lang="en-A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calories  duration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0       420        50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1       380        40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2       390        45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  calories  duration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0       840        50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1       760        40</a:t>
            </a:r>
          </a:p>
          <a:p>
            <a:r>
              <a:rPr lang="fr-FR" sz="2000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2       780        45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77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B992-D3CF-0A89-3B4D-B0BD43B3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05D85-FFE6-1D7F-CE13-8E8FCC746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Matplotlib is a low level graph plotting library in python that serves as a visualization utility.</a:t>
            </a:r>
          </a:p>
          <a:p>
            <a:pPr algn="just"/>
            <a:r>
              <a:rPr lang="en-US" dirty="0"/>
              <a:t>Matplotlib is open source and we can use it freely.</a:t>
            </a:r>
          </a:p>
          <a:p>
            <a:pPr algn="just"/>
            <a:r>
              <a:rPr lang="en-US" dirty="0"/>
              <a:t>Matplotlib is mostly written in python, a few segments are written in C, Objective-C and </a:t>
            </a:r>
            <a:r>
              <a:rPr lang="en-US" dirty="0" err="1"/>
              <a:t>Javascript</a:t>
            </a:r>
            <a:r>
              <a:rPr lang="en-US" dirty="0"/>
              <a:t> for Platform compatibility.</a:t>
            </a:r>
            <a:endParaRPr lang="en-A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926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9297-E472-53CC-32DD-18628282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Using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EC28F-A203-0CFF-A1E7-06909CC4A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4994F-8BC4-659C-8E3F-02DDB79F6A12}"/>
              </a:ext>
            </a:extLst>
          </p:cNvPr>
          <p:cNvSpPr/>
          <p:nvPr/>
        </p:nvSpPr>
        <p:spPr>
          <a:xfrm>
            <a:off x="2509520" y="2133600"/>
            <a:ext cx="6258560" cy="647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C:\Users\Your Name&gt;pip install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matplotlib</a:t>
            </a:r>
            <a:endParaRPr lang="en-AU" sz="20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ED0B15-2977-219B-46E9-1FA8BA8482A8}"/>
              </a:ext>
            </a:extLst>
          </p:cNvPr>
          <p:cNvSpPr/>
          <p:nvPr/>
        </p:nvSpPr>
        <p:spPr>
          <a:xfrm>
            <a:off x="2509520" y="3194050"/>
            <a:ext cx="6258560" cy="24891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version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matplotlib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matplotlib.__version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__)</a:t>
            </a:r>
            <a:endParaRPr lang="en-AU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F9D6D-358A-AD6B-2C75-52DA3B20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907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6C20-6866-DB22-94A9-E622A464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Matplotlib </a:t>
            </a:r>
            <a:r>
              <a:rPr lang="en-AU" dirty="0" err="1"/>
              <a:t>Pyplot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B8CF5-3845-D530-5506-592F396AC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Most of the Matplotlib utilities lies under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pyplot</a:t>
            </a:r>
            <a:r>
              <a:rPr lang="en-US" dirty="0"/>
              <a:t> submodule, and are usually imported under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dirty="0"/>
              <a:t> alias.</a:t>
            </a:r>
          </a:p>
          <a:p>
            <a:pPr algn="just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FE8E1-9977-53D6-EE12-7CC9CF3C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12</a:t>
            </a:fld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079189-6418-6DAF-F3CD-325458B1912B}"/>
                  </a:ext>
                </a:extLst>
              </p14:cNvPr>
              <p14:cNvContentPartPr/>
              <p14:nvPr/>
            </p14:nvContentPartPr>
            <p14:xfrm>
              <a:off x="7548840" y="5682240"/>
              <a:ext cx="19440" cy="27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079189-6418-6DAF-F3CD-325458B191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39480" y="5672880"/>
                <a:ext cx="38160" cy="460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7F4ECAD-AC2D-33FA-5FA3-72021DF51474}"/>
              </a:ext>
            </a:extLst>
          </p:cNvPr>
          <p:cNvSpPr/>
          <p:nvPr/>
        </p:nvSpPr>
        <p:spPr>
          <a:xfrm>
            <a:off x="6606431" y="3097820"/>
            <a:ext cx="4409440" cy="154400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plot()</a:t>
            </a:r>
            <a:r>
              <a:rPr lang="en-US" dirty="0"/>
              <a:t> function is used to draw points (markers) in a diagram.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By default,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plot()</a:t>
            </a:r>
            <a:r>
              <a:rPr lang="en-US" dirty="0"/>
              <a:t> function draws a line from point to point.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4478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6C20-6866-DB22-94A9-E622A464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Matplotlib </a:t>
            </a:r>
            <a:r>
              <a:rPr lang="en-AU" dirty="0" err="1"/>
              <a:t>Pyplot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B8CF5-3845-D530-5506-592F396AC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Most of the Matplotlib utilities lies under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pyplot</a:t>
            </a:r>
            <a:r>
              <a:rPr lang="en-US" dirty="0"/>
              <a:t> submodule, and are usually imported under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dirty="0"/>
              <a:t> alias.</a:t>
            </a:r>
          </a:p>
          <a:p>
            <a:pPr algn="just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FE8E1-9977-53D6-EE12-7CC9CF3C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429B-51EB-4A7A-8165-DE3935600DC7}" type="slidenum">
              <a:rPr lang="en-AU" smtClean="0"/>
              <a:t>13</a:t>
            </a:fld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AB3F0D-13FB-E4EF-B538-C3DB4A5AA858}"/>
              </a:ext>
            </a:extLst>
          </p:cNvPr>
          <p:cNvSpPr/>
          <p:nvPr/>
        </p:nvSpPr>
        <p:spPr>
          <a:xfrm>
            <a:off x="467360" y="2932430"/>
            <a:ext cx="5628640" cy="32169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as np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xpoints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([0, 6])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ypoints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([0, 250])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xpoints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ypoints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7E27F248-D858-1853-1FB5-4EF9D06E3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640" y="2540001"/>
            <a:ext cx="4904006" cy="366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079189-6418-6DAF-F3CD-325458B1912B}"/>
                  </a:ext>
                </a:extLst>
              </p14:cNvPr>
              <p14:cNvContentPartPr/>
              <p14:nvPr/>
            </p14:nvContentPartPr>
            <p14:xfrm>
              <a:off x="7548840" y="5682240"/>
              <a:ext cx="19440" cy="27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079189-6418-6DAF-F3CD-325458B191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39480" y="5672880"/>
                <a:ext cx="38160" cy="460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7F4ECAD-AC2D-33FA-5FA3-72021DF51474}"/>
              </a:ext>
            </a:extLst>
          </p:cNvPr>
          <p:cNvSpPr/>
          <p:nvPr/>
        </p:nvSpPr>
        <p:spPr>
          <a:xfrm>
            <a:off x="6771640" y="376399"/>
            <a:ext cx="4409440" cy="154400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plot()</a:t>
            </a:r>
            <a:r>
              <a:rPr lang="en-US" dirty="0"/>
              <a:t> function is used to draw points (markers) in a diagram.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By default,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plot()</a:t>
            </a:r>
            <a:r>
              <a:rPr lang="en-US" dirty="0"/>
              <a:t> function draws a line from point to point.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8936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4C44-9816-4C0D-49B0-F3BB0868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A2278-7613-F7CB-A435-93DB09E1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https://www.w3schools.com/python/python_getstarted.asp</a:t>
            </a:r>
          </a:p>
        </p:txBody>
      </p:sp>
    </p:spTree>
    <p:extLst>
      <p:ext uri="{BB962C8B-B14F-4D97-AF65-F5344CB8AC3E}">
        <p14:creationId xmlns:p14="http://schemas.microsoft.com/office/powerpoint/2010/main" val="142651144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28</TotalTime>
  <Words>801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Consolas</vt:lpstr>
      <vt:lpstr>Corbel</vt:lpstr>
      <vt:lpstr>Courier New</vt:lpstr>
      <vt:lpstr>Rockwell</vt:lpstr>
      <vt:lpstr>Tw Cen MT</vt:lpstr>
      <vt:lpstr>Basis</vt:lpstr>
      <vt:lpstr>Pandas &amp; matplotlib</vt:lpstr>
      <vt:lpstr>Pandas</vt:lpstr>
      <vt:lpstr>Using Pandas</vt:lpstr>
      <vt:lpstr>Pandas DataFrames</vt:lpstr>
      <vt:lpstr>DataFrames</vt:lpstr>
      <vt:lpstr>DataFrames</vt:lpstr>
      <vt:lpstr>Read CSV</vt:lpstr>
      <vt:lpstr>Useful Functions</vt:lpstr>
      <vt:lpstr>DataFrames</vt:lpstr>
      <vt:lpstr>Matplotlib</vt:lpstr>
      <vt:lpstr>Using Matplotlib</vt:lpstr>
      <vt:lpstr>Matplotlib Pyplot</vt:lpstr>
      <vt:lpstr>Matplotlib Pyplot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 Salam</dc:creator>
  <cp:lastModifiedBy>Abdus Salam</cp:lastModifiedBy>
  <cp:revision>1</cp:revision>
  <dcterms:created xsi:type="dcterms:W3CDTF">2025-04-08T07:08:27Z</dcterms:created>
  <dcterms:modified xsi:type="dcterms:W3CDTF">2025-04-10T06:53:32Z</dcterms:modified>
</cp:coreProperties>
</file>